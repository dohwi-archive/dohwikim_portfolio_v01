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65" r:id="rId2"/>
    <p:sldId id="290" r:id="rId3"/>
    <p:sldId id="270" r:id="rId4"/>
    <p:sldId id="285" r:id="rId5"/>
    <p:sldId id="273" r:id="rId6"/>
    <p:sldId id="286" r:id="rId7"/>
    <p:sldId id="287" r:id="rId8"/>
    <p:sldId id="274" r:id="rId9"/>
    <p:sldId id="288" r:id="rId10"/>
    <p:sldId id="289" r:id="rId11"/>
    <p:sldId id="279" r:id="rId12"/>
    <p:sldId id="282" r:id="rId13"/>
    <p:sldId id="275" r:id="rId14"/>
    <p:sldId id="276" r:id="rId15"/>
    <p:sldId id="280" r:id="rId16"/>
    <p:sldId id="277" r:id="rId17"/>
    <p:sldId id="278" r:id="rId18"/>
  </p:sldIdLst>
  <p:sldSz cx="9144000" cy="6858000" type="screen4x3"/>
  <p:notesSz cx="7099300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5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66"/>
    <a:srgbClr val="00FF00"/>
    <a:srgbClr val="FF3300"/>
    <a:srgbClr val="FF0000"/>
    <a:srgbClr val="FFFF66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141" autoAdjust="0"/>
    <p:restoredTop sz="92882" autoAdjust="0"/>
  </p:normalViewPr>
  <p:slideViewPr>
    <p:cSldViewPr showGuides="1">
      <p:cViewPr varScale="1">
        <p:scale>
          <a:sx n="112" d="100"/>
          <a:sy n="112" d="100"/>
        </p:scale>
        <p:origin x="224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86" d="100"/>
          <a:sy n="86" d="100"/>
        </p:scale>
        <p:origin x="-3762" y="-78"/>
      </p:cViewPr>
      <p:guideLst>
        <p:guide orient="horz" pos="3225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4" cy="511730"/>
          </a:xfrm>
          <a:prstGeom prst="rect">
            <a:avLst/>
          </a:prstGeom>
        </p:spPr>
        <p:txBody>
          <a:bodyPr vert="horz" lIns="94764" tIns="47382" rIns="94764" bIns="473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4" cy="511730"/>
          </a:xfrm>
          <a:prstGeom prst="rect">
            <a:avLst/>
          </a:prstGeom>
        </p:spPr>
        <p:txBody>
          <a:bodyPr vert="horz" lIns="94764" tIns="47382" rIns="94764" bIns="47382" rtlCol="0"/>
          <a:lstStyle>
            <a:lvl1pPr algn="r">
              <a:defRPr sz="1200"/>
            </a:lvl1pPr>
          </a:lstStyle>
          <a:p>
            <a:fld id="{E38AD7E3-89D9-4DD3-A6A1-1226A57FE654}" type="datetimeFigureOut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4" tIns="47382" rIns="94764" bIns="4738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764" tIns="47382" rIns="94764" bIns="47382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4" cy="511730"/>
          </a:xfrm>
          <a:prstGeom prst="rect">
            <a:avLst/>
          </a:prstGeom>
        </p:spPr>
        <p:txBody>
          <a:bodyPr vert="horz" lIns="94764" tIns="47382" rIns="94764" bIns="473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4" cy="511730"/>
          </a:xfrm>
          <a:prstGeom prst="rect">
            <a:avLst/>
          </a:prstGeom>
        </p:spPr>
        <p:txBody>
          <a:bodyPr vert="horz" lIns="94764" tIns="47382" rIns="94764" bIns="47382" rtlCol="0" anchor="b"/>
          <a:lstStyle>
            <a:lvl1pPr algn="r">
              <a:defRPr sz="1200"/>
            </a:lvl1pPr>
          </a:lstStyle>
          <a:p>
            <a:fld id="{207BC8F9-AAF4-4E9A-80E2-0218A2A00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187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BC8F9-AAF4-4E9A-80E2-0218A2A001E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0379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BC8F9-AAF4-4E9A-80E2-0218A2A001E9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086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BC8F9-AAF4-4E9A-80E2-0218A2A001E9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406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-71041"/>
            <a:ext cx="9144000" cy="7000082"/>
          </a:xfrm>
          <a:prstGeom prst="rect">
            <a:avLst/>
          </a:prstGeom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2CE05-5E0C-42F3-89D5-A368C00DD711}" type="datetime1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B2D60-59E1-4DEA-B38D-02D58ACE404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3"/>
          </p:nvPr>
        </p:nvSpPr>
        <p:spPr>
          <a:xfrm>
            <a:off x="2843809" y="1628800"/>
            <a:ext cx="6188934" cy="504056"/>
          </a:xfrm>
        </p:spPr>
        <p:txBody>
          <a:bodyPr anchor="ctr">
            <a:noAutofit/>
          </a:bodyPr>
          <a:lstStyle>
            <a:lvl1pPr marL="0" indent="0" algn="r">
              <a:buNone/>
              <a:defRPr sz="1800" b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3" name="텍스트 개체 틀 11"/>
          <p:cNvSpPr>
            <a:spLocks noGrp="1"/>
          </p:cNvSpPr>
          <p:nvPr>
            <p:ph type="body" sz="quarter" idx="14"/>
          </p:nvPr>
        </p:nvSpPr>
        <p:spPr>
          <a:xfrm>
            <a:off x="2843808" y="2132856"/>
            <a:ext cx="6188935" cy="576064"/>
          </a:xfrm>
        </p:spPr>
        <p:txBody>
          <a:bodyPr anchor="ctr">
            <a:normAutofit/>
          </a:bodyPr>
          <a:lstStyle>
            <a:lvl1pPr marL="0" indent="0" algn="r">
              <a:buNone/>
              <a:defRPr sz="2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202" y="78511"/>
            <a:ext cx="805540" cy="460800"/>
          </a:xfrm>
          <a:prstGeom prst="rect">
            <a:avLst/>
          </a:prstGeom>
        </p:spPr>
      </p:pic>
      <p:sp>
        <p:nvSpPr>
          <p:cNvPr id="22" name="텍스트 개체 틀 11"/>
          <p:cNvSpPr>
            <a:spLocks noGrp="1"/>
          </p:cNvSpPr>
          <p:nvPr>
            <p:ph type="body" sz="quarter" idx="16" hasCustomPrompt="1"/>
          </p:nvPr>
        </p:nvSpPr>
        <p:spPr>
          <a:xfrm>
            <a:off x="4830670" y="5517232"/>
            <a:ext cx="4021768" cy="792088"/>
          </a:xfrm>
        </p:spPr>
        <p:txBody>
          <a:bodyPr anchor="ctr">
            <a:noAutofit/>
          </a:bodyPr>
          <a:lstStyle>
            <a:lvl1pPr marL="0" indent="0" algn="r">
              <a:buNone/>
              <a:defRPr sz="115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>
              <a:lnSpc>
                <a:spcPct val="50000"/>
              </a:lnSpc>
              <a:defRPr/>
            </a:pPr>
            <a:r>
              <a:rPr lang="en-US" altLang="ko-KR" dirty="0">
                <a:solidFill>
                  <a:srgbClr val="A6A6A6"/>
                </a:solidFill>
              </a:rPr>
              <a:t>Dispense </a:t>
            </a:r>
            <a:r>
              <a:rPr lang="en-US" altLang="ko-KR" b="0" dirty="0">
                <a:solidFill>
                  <a:srgbClr val="A6A6A6"/>
                </a:solidFill>
              </a:rPr>
              <a:t>Automation facilities </a:t>
            </a:r>
            <a:r>
              <a:rPr lang="en-US" altLang="ko-KR" dirty="0">
                <a:solidFill>
                  <a:srgbClr val="A6A6A6"/>
                </a:solidFill>
              </a:rPr>
              <a:t>System </a:t>
            </a:r>
          </a:p>
          <a:p>
            <a:pPr lvl="0">
              <a:lnSpc>
                <a:spcPct val="50000"/>
              </a:lnSpc>
              <a:defRPr/>
            </a:pPr>
            <a:endParaRPr lang="en-US" altLang="ko-KR" dirty="0">
              <a:solidFill>
                <a:srgbClr val="A6A6A6"/>
              </a:solidFill>
            </a:endParaRPr>
          </a:p>
          <a:p>
            <a:pPr lvl="0">
              <a:lnSpc>
                <a:spcPct val="50000"/>
              </a:lnSpc>
              <a:defRPr/>
            </a:pPr>
            <a:r>
              <a:rPr lang="en-US" altLang="ko-KR" dirty="0">
                <a:solidFill>
                  <a:srgbClr val="A6A6A6"/>
                </a:solidFill>
              </a:rPr>
              <a:t>Solution Development</a:t>
            </a:r>
          </a:p>
          <a:p>
            <a:pPr lvl="0">
              <a:lnSpc>
                <a:spcPct val="50000"/>
              </a:lnSpc>
              <a:defRPr/>
            </a:pPr>
            <a:endParaRPr lang="en-US" altLang="ko-KR" dirty="0">
              <a:solidFill>
                <a:srgbClr val="A6A6A6"/>
              </a:solidFill>
            </a:endParaRPr>
          </a:p>
          <a:p>
            <a:pPr lvl="0">
              <a:lnSpc>
                <a:spcPct val="50000"/>
              </a:lnSpc>
              <a:defRPr/>
            </a:pPr>
            <a:r>
              <a:rPr lang="en-US" altLang="ko-KR" dirty="0">
                <a:solidFill>
                  <a:srgbClr val="A6A6A6"/>
                </a:solidFill>
              </a:rPr>
              <a:t>MES (Manufacturing Execution System) / SPCS</a:t>
            </a:r>
            <a:endParaRPr lang="ko-KR" altLang="en-US" dirty="0">
              <a:solidFill>
                <a:srgbClr val="A6A6A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4982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-27384"/>
            <a:ext cx="9144000" cy="6930622"/>
          </a:xfrm>
          <a:prstGeom prst="rect">
            <a:avLst/>
          </a:prstGeom>
        </p:spPr>
      </p:pic>
      <p:sp>
        <p:nvSpPr>
          <p:cNvPr id="13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167896" y="686758"/>
            <a:ext cx="5911530" cy="340786"/>
          </a:xfrm>
          <a:prstGeom prst="rect">
            <a:avLst/>
          </a:prstGeom>
          <a:effectLst/>
        </p:spPr>
        <p:txBody>
          <a:bodyPr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buNone/>
              <a:defRPr sz="1643" b="1" cap="all" spc="0" baseline="0">
                <a:ln w="0"/>
                <a:solidFill>
                  <a:schemeClr val="tx1"/>
                </a:solidFill>
                <a:effectLst/>
              </a:defRPr>
            </a:lvl1pPr>
            <a:lvl2pPr marL="292185" indent="0">
              <a:buNone/>
              <a:defRPr sz="1461" b="1"/>
            </a:lvl2pPr>
            <a:lvl3pPr marL="584370" indent="0">
              <a:buNone/>
              <a:defRPr sz="1278" b="1"/>
            </a:lvl3pPr>
            <a:lvl4pPr marL="876555" indent="0">
              <a:buNone/>
              <a:defRPr sz="913" b="1"/>
            </a:lvl4pPr>
            <a:lvl5pPr marL="1168741" indent="0">
              <a:buNone/>
              <a:defRPr sz="913" b="1"/>
            </a:lvl5pPr>
          </a:lstStyle>
          <a:p>
            <a:pPr lvl="0"/>
            <a:r>
              <a:rPr lang="ko-KR" altLang="en-US" dirty="0"/>
              <a:t>마스터 타이틀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7781127" y="134244"/>
            <a:ext cx="1362874" cy="2103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767" b="1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SMG</a:t>
            </a:r>
            <a:r>
              <a:rPr lang="en-US" altLang="ko-KR" sz="767" b="1" baseline="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Solution</a:t>
            </a:r>
            <a:r>
              <a:rPr lang="en-US" altLang="ko-KR" sz="767" b="1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corp., LTD.</a:t>
            </a:r>
            <a:endParaRPr lang="ko-KR" altLang="en-US" sz="767" b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V="1">
            <a:off x="8569670" y="441495"/>
            <a:ext cx="578152" cy="1296"/>
          </a:xfrm>
          <a:prstGeom prst="line">
            <a:avLst/>
          </a:prstGeom>
          <a:ln w="41275">
            <a:solidFill>
              <a:schemeClr val="bg1"/>
            </a:solidFill>
            <a:tailEnd type="none"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sp>
        <p:nvSpPr>
          <p:cNvPr id="17" name="텍스트 개체 틀 4"/>
          <p:cNvSpPr>
            <a:spLocks noGrp="1"/>
          </p:cNvSpPr>
          <p:nvPr>
            <p:ph type="body" sz="quarter" idx="13"/>
          </p:nvPr>
        </p:nvSpPr>
        <p:spPr>
          <a:xfrm>
            <a:off x="4573403" y="335552"/>
            <a:ext cx="3996267" cy="19625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23" b="1">
                <a:solidFill>
                  <a:schemeClr val="bg1"/>
                </a:solidFill>
              </a:defRPr>
            </a:lvl1pPr>
            <a:lvl2pPr marL="208704" indent="0" algn="r">
              <a:buNone/>
              <a:defRPr sz="913"/>
            </a:lvl2pPr>
            <a:lvl3pPr marL="417407" indent="0" algn="r">
              <a:buNone/>
              <a:defRPr sz="822"/>
            </a:lvl3pPr>
            <a:lvl4pPr marL="626111" indent="0" algn="r">
              <a:buNone/>
              <a:defRPr sz="730"/>
            </a:lvl4pPr>
            <a:lvl5pPr marL="834815" indent="0" algn="r">
              <a:buNone/>
              <a:defRPr sz="730"/>
            </a:lvl5pPr>
          </a:lstStyle>
          <a:p>
            <a:pPr lvl="0"/>
            <a:r>
              <a:rPr lang="ko-KR" altLang="en-US" dirty="0"/>
              <a:t>마스터 텍스트</a:t>
            </a:r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122073" y="6583012"/>
            <a:ext cx="895194" cy="192700"/>
          </a:xfrm>
          <a:prstGeom prst="rect">
            <a:avLst/>
          </a:prstGeom>
        </p:spPr>
        <p:txBody>
          <a:bodyPr anchor="ctr"/>
          <a:lstStyle>
            <a:lvl1pPr algn="ctr">
              <a:defRPr sz="1150" b="0">
                <a:solidFill>
                  <a:schemeClr val="tx1">
                    <a:lumMod val="50000"/>
                    <a:lumOff val="50000"/>
                  </a:schemeClr>
                </a:solidFill>
                <a:latin typeface="Arial Black" pitchFamily="34" charset="0"/>
              </a:defRPr>
            </a:lvl1pPr>
          </a:lstStyle>
          <a:p>
            <a:fld id="{7FBFA700-419E-4133-B797-32B7314A54A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922876" y="6514577"/>
            <a:ext cx="6042519" cy="308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본사 </a:t>
            </a:r>
            <a:r>
              <a:rPr lang="en-US" altLang="ko-KR" sz="70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ko-KR" altLang="en-US" sz="70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경기도</a:t>
            </a:r>
            <a:r>
              <a:rPr lang="en-US" altLang="ko-KR" sz="70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ko-KR" altLang="en-US" sz="70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시흥시 </a:t>
            </a:r>
            <a:r>
              <a:rPr lang="ko-KR" altLang="en-US" sz="703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시화벤처로</a:t>
            </a:r>
            <a:r>
              <a:rPr lang="ko-KR" altLang="en-US" sz="70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sz="70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305</a:t>
            </a:r>
            <a:r>
              <a:rPr lang="en-US" altLang="ko-KR" sz="703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en-US" altLang="ko-KR" sz="703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T.</a:t>
            </a:r>
            <a:r>
              <a:rPr lang="en-US" altLang="ko-KR" sz="70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031-504-7766    </a:t>
            </a:r>
          </a:p>
          <a:p>
            <a:r>
              <a:rPr lang="ko-KR" altLang="en-US" sz="70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서울사무소 </a:t>
            </a:r>
            <a:r>
              <a:rPr lang="en-US" altLang="ko-KR" sz="70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ko-KR" altLang="en-US" sz="70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서울시 금천구 가산디지털</a:t>
            </a:r>
            <a:r>
              <a:rPr lang="en-US" altLang="ko-KR" sz="70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ko-KR" altLang="en-US" sz="70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로 </a:t>
            </a:r>
            <a:r>
              <a:rPr lang="en-US" altLang="ko-KR" sz="70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101 </a:t>
            </a:r>
            <a:r>
              <a:rPr lang="ko-KR" altLang="en-US" sz="70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한라원앤원타워 </a:t>
            </a:r>
            <a:r>
              <a:rPr lang="en-US" altLang="ko-KR" sz="70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</a:t>
            </a:r>
            <a:r>
              <a:rPr lang="ko-KR" altLang="en-US" sz="70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동 </a:t>
            </a:r>
            <a:r>
              <a:rPr lang="en-US" altLang="ko-KR" sz="70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1308</a:t>
            </a:r>
            <a:r>
              <a:rPr lang="ko-KR" altLang="en-US" sz="70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호</a:t>
            </a:r>
            <a:r>
              <a:rPr lang="en-US" altLang="ko-KR" sz="70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ko-KR" altLang="en-US" sz="703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0" name="그림 1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03" y="6509160"/>
            <a:ext cx="637798" cy="346184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37" y="78511"/>
            <a:ext cx="736314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536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01F0-9774-46DC-84DA-135B6500BB6E}" type="datetime1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B2D60-59E1-4DEA-B38D-02D58ACE4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316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DC7C1-C95F-44B2-B4C6-B46C16D29938}" type="datetime1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B2D60-59E1-4DEA-B38D-02D58ACE4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34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AE2DC-F9D5-4612-90C0-BA2B5CD8DC8E}" type="datetime1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B2D60-59E1-4DEA-B38D-02D58ACE4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4246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654F9-927A-4036-9AE9-5F0837F9DD04}" type="datetime1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B2D60-59E1-4DEA-B38D-02D58ACE4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75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4DAB4-81F3-4520-AE5F-2BFD15DD04AF}" type="datetime1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B2D60-59E1-4DEA-B38D-02D58ACE4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6553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0B48A-988F-4571-A884-76C3F52A6F0C}" type="datetime1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B2D60-59E1-4DEA-B38D-02D58ACE4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66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49BE6-B214-4FBB-B476-A25F0EB47773}" type="datetime1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B2D60-59E1-4DEA-B38D-02D58ACE4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818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D4860-F488-4DBE-A91C-CD2A0D4E9270}" type="datetime1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B2D60-59E1-4DEA-B38D-02D58ACE4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491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45745-A359-4D86-AFB0-4C0D88C2A022}" type="datetime1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B2D60-59E1-4DEA-B38D-02D58ACE4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0686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47B40-A021-4B17-A37F-1FE35350672A}" type="datetime1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B2D60-59E1-4DEA-B38D-02D58ACE4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9088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wmf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7.png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11" Type="http://schemas.openxmlformats.org/officeDocument/2006/relationships/image" Target="../media/image12.png"/><Relationship Id="rId5" Type="http://schemas.openxmlformats.org/officeDocument/2006/relationships/oleObject" Target="../embeddings/oleObject2.bin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6.wmf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20.png"/><Relationship Id="rId18" Type="http://schemas.openxmlformats.org/officeDocument/2006/relationships/image" Target="../media/image17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7.wmf"/><Relationship Id="rId12" Type="http://schemas.openxmlformats.org/officeDocument/2006/relationships/image" Target="../media/image12.png"/><Relationship Id="rId1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.png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11.png"/><Relationship Id="rId5" Type="http://schemas.openxmlformats.org/officeDocument/2006/relationships/image" Target="../media/image6.wmf"/><Relationship Id="rId15" Type="http://schemas.openxmlformats.org/officeDocument/2006/relationships/image" Target="../media/image14.png"/><Relationship Id="rId10" Type="http://schemas.openxmlformats.org/officeDocument/2006/relationships/image" Target="../media/image10.png"/><Relationship Id="rId19" Type="http://schemas.openxmlformats.org/officeDocument/2006/relationships/image" Target="../media/image21.png"/><Relationship Id="rId4" Type="http://schemas.openxmlformats.org/officeDocument/2006/relationships/oleObject" Target="../embeddings/oleObject4.bin"/><Relationship Id="rId9" Type="http://schemas.openxmlformats.org/officeDocument/2006/relationships/image" Target="../media/image8.wmf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png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20.png"/><Relationship Id="rId17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.png"/><Relationship Id="rId1" Type="http://schemas.openxmlformats.org/officeDocument/2006/relationships/vmlDrawing" Target="../drawings/vmlDrawing4.vml"/><Relationship Id="rId6" Type="http://schemas.openxmlformats.org/officeDocument/2006/relationships/image" Target="../media/image7.wmf"/><Relationship Id="rId11" Type="http://schemas.openxmlformats.org/officeDocument/2006/relationships/image" Target="../media/image12.png"/><Relationship Id="rId5" Type="http://schemas.openxmlformats.org/officeDocument/2006/relationships/oleObject" Target="../embeddings/oleObject8.bin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6.wmf"/><Relationship Id="rId9" Type="http://schemas.openxmlformats.org/officeDocument/2006/relationships/image" Target="../media/image10.pn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png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20.png"/><Relationship Id="rId17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.png"/><Relationship Id="rId1" Type="http://schemas.openxmlformats.org/officeDocument/2006/relationships/vmlDrawing" Target="../drawings/vmlDrawing5.vml"/><Relationship Id="rId6" Type="http://schemas.openxmlformats.org/officeDocument/2006/relationships/image" Target="../media/image7.wmf"/><Relationship Id="rId11" Type="http://schemas.openxmlformats.org/officeDocument/2006/relationships/image" Target="../media/image12.png"/><Relationship Id="rId5" Type="http://schemas.openxmlformats.org/officeDocument/2006/relationships/oleObject" Target="../embeddings/oleObject8.bin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6.wmf"/><Relationship Id="rId9" Type="http://schemas.openxmlformats.org/officeDocument/2006/relationships/image" Target="../media/image10.png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png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20.png"/><Relationship Id="rId17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.png"/><Relationship Id="rId1" Type="http://schemas.openxmlformats.org/officeDocument/2006/relationships/vmlDrawing" Target="../drawings/vmlDrawing6.vml"/><Relationship Id="rId6" Type="http://schemas.openxmlformats.org/officeDocument/2006/relationships/image" Target="../media/image7.wmf"/><Relationship Id="rId11" Type="http://schemas.openxmlformats.org/officeDocument/2006/relationships/image" Target="../media/image12.png"/><Relationship Id="rId5" Type="http://schemas.openxmlformats.org/officeDocument/2006/relationships/oleObject" Target="../embeddings/oleObject8.bin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6.wmf"/><Relationship Id="rId9" Type="http://schemas.openxmlformats.org/officeDocument/2006/relationships/image" Target="../media/image10.png"/><Relationship Id="rId1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png"/><Relationship Id="rId18" Type="http://schemas.openxmlformats.org/officeDocument/2006/relationships/image" Target="../media/image22.png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20.png"/><Relationship Id="rId17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.png"/><Relationship Id="rId1" Type="http://schemas.openxmlformats.org/officeDocument/2006/relationships/vmlDrawing" Target="../drawings/vmlDrawing7.vml"/><Relationship Id="rId6" Type="http://schemas.openxmlformats.org/officeDocument/2006/relationships/image" Target="../media/image7.wmf"/><Relationship Id="rId11" Type="http://schemas.openxmlformats.org/officeDocument/2006/relationships/image" Target="../media/image12.png"/><Relationship Id="rId5" Type="http://schemas.openxmlformats.org/officeDocument/2006/relationships/oleObject" Target="../embeddings/oleObject11.bin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6.wmf"/><Relationship Id="rId9" Type="http://schemas.openxmlformats.org/officeDocument/2006/relationships/image" Target="../media/image10.png"/><Relationship Id="rId1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png"/><Relationship Id="rId18" Type="http://schemas.openxmlformats.org/officeDocument/2006/relationships/image" Target="../media/image22.png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20.png"/><Relationship Id="rId17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.png"/><Relationship Id="rId1" Type="http://schemas.openxmlformats.org/officeDocument/2006/relationships/vmlDrawing" Target="../drawings/vmlDrawing8.vml"/><Relationship Id="rId6" Type="http://schemas.openxmlformats.org/officeDocument/2006/relationships/image" Target="../media/image7.wmf"/><Relationship Id="rId11" Type="http://schemas.openxmlformats.org/officeDocument/2006/relationships/image" Target="../media/image12.png"/><Relationship Id="rId5" Type="http://schemas.openxmlformats.org/officeDocument/2006/relationships/oleObject" Target="../embeddings/oleObject11.bin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6.wmf"/><Relationship Id="rId9" Type="http://schemas.openxmlformats.org/officeDocument/2006/relationships/image" Target="../media/image10.png"/><Relationship Id="rId1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png"/><Relationship Id="rId18" Type="http://schemas.openxmlformats.org/officeDocument/2006/relationships/image" Target="../media/image22.png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20.png"/><Relationship Id="rId17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.png"/><Relationship Id="rId1" Type="http://schemas.openxmlformats.org/officeDocument/2006/relationships/vmlDrawing" Target="../drawings/vmlDrawing9.vml"/><Relationship Id="rId6" Type="http://schemas.openxmlformats.org/officeDocument/2006/relationships/image" Target="../media/image7.wmf"/><Relationship Id="rId11" Type="http://schemas.openxmlformats.org/officeDocument/2006/relationships/image" Target="../media/image12.png"/><Relationship Id="rId5" Type="http://schemas.openxmlformats.org/officeDocument/2006/relationships/oleObject" Target="../embeddings/oleObject11.bin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6.wmf"/><Relationship Id="rId9" Type="http://schemas.openxmlformats.org/officeDocument/2006/relationships/image" Target="../media/image10.png"/><Relationship Id="rId1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png"/><Relationship Id="rId18" Type="http://schemas.openxmlformats.org/officeDocument/2006/relationships/image" Target="../media/image23.png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20.png"/><Relationship Id="rId17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.png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.wmf"/><Relationship Id="rId11" Type="http://schemas.openxmlformats.org/officeDocument/2006/relationships/image" Target="../media/image12.png"/><Relationship Id="rId5" Type="http://schemas.openxmlformats.org/officeDocument/2006/relationships/oleObject" Target="../embeddings/oleObject14.bin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19" Type="http://schemas.openxmlformats.org/officeDocument/2006/relationships/image" Target="../media/image24.png"/><Relationship Id="rId4" Type="http://schemas.openxmlformats.org/officeDocument/2006/relationships/image" Target="../media/image6.wmf"/><Relationship Id="rId9" Type="http://schemas.openxmlformats.org/officeDocument/2006/relationships/image" Target="../media/image10.png"/><Relationship Id="rId1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png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20.png"/><Relationship Id="rId17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.png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.wmf"/><Relationship Id="rId11" Type="http://schemas.openxmlformats.org/officeDocument/2006/relationships/image" Target="../media/image12.png"/><Relationship Id="rId5" Type="http://schemas.openxmlformats.org/officeDocument/2006/relationships/oleObject" Target="../embeddings/oleObject14.bin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6.wmf"/><Relationship Id="rId9" Type="http://schemas.openxmlformats.org/officeDocument/2006/relationships/image" Target="../media/image10.png"/><Relationship Id="rId1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png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0.png"/><Relationship Id="rId17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.png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.wmf"/><Relationship Id="rId11" Type="http://schemas.openxmlformats.org/officeDocument/2006/relationships/image" Target="../media/image12.png"/><Relationship Id="rId5" Type="http://schemas.openxmlformats.org/officeDocument/2006/relationships/oleObject" Target="../embeddings/oleObject17.bin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6.wmf"/><Relationship Id="rId9" Type="http://schemas.openxmlformats.org/officeDocument/2006/relationships/image" Target="../media/image10.png"/><Relationship Id="rId1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20.png"/><Relationship Id="rId18" Type="http://schemas.openxmlformats.org/officeDocument/2006/relationships/image" Target="../media/image23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7.wmf"/><Relationship Id="rId12" Type="http://schemas.openxmlformats.org/officeDocument/2006/relationships/image" Target="../media/image12.png"/><Relationship Id="rId1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.png"/><Relationship Id="rId20" Type="http://schemas.openxmlformats.org/officeDocument/2006/relationships/image" Target="../media/image17.png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11.png"/><Relationship Id="rId5" Type="http://schemas.openxmlformats.org/officeDocument/2006/relationships/image" Target="../media/image6.wmf"/><Relationship Id="rId15" Type="http://schemas.openxmlformats.org/officeDocument/2006/relationships/image" Target="../media/image14.png"/><Relationship Id="rId10" Type="http://schemas.openxmlformats.org/officeDocument/2006/relationships/image" Target="../media/image10.png"/><Relationship Id="rId19" Type="http://schemas.openxmlformats.org/officeDocument/2006/relationships/image" Target="../media/image24.png"/><Relationship Id="rId4" Type="http://schemas.openxmlformats.org/officeDocument/2006/relationships/oleObject" Target="../embeddings/oleObject19.bin"/><Relationship Id="rId9" Type="http://schemas.openxmlformats.org/officeDocument/2006/relationships/image" Target="../media/image8.wmf"/><Relationship Id="rId1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20.png"/><Relationship Id="rId18" Type="http://schemas.openxmlformats.org/officeDocument/2006/relationships/image" Target="../media/image23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7.wmf"/><Relationship Id="rId12" Type="http://schemas.openxmlformats.org/officeDocument/2006/relationships/image" Target="../media/image12.png"/><Relationship Id="rId1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.png"/><Relationship Id="rId20" Type="http://schemas.openxmlformats.org/officeDocument/2006/relationships/image" Target="../media/image17.png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11.png"/><Relationship Id="rId5" Type="http://schemas.openxmlformats.org/officeDocument/2006/relationships/image" Target="../media/image6.wmf"/><Relationship Id="rId15" Type="http://schemas.openxmlformats.org/officeDocument/2006/relationships/image" Target="../media/image14.png"/><Relationship Id="rId10" Type="http://schemas.openxmlformats.org/officeDocument/2006/relationships/image" Target="../media/image10.png"/><Relationship Id="rId19" Type="http://schemas.openxmlformats.org/officeDocument/2006/relationships/image" Target="../media/image24.png"/><Relationship Id="rId4" Type="http://schemas.openxmlformats.org/officeDocument/2006/relationships/oleObject" Target="../embeddings/oleObject22.bin"/><Relationship Id="rId9" Type="http://schemas.openxmlformats.org/officeDocument/2006/relationships/image" Target="../media/image8.wmf"/><Relationship Id="rId1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png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20.png"/><Relationship Id="rId17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.png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.wmf"/><Relationship Id="rId11" Type="http://schemas.openxmlformats.org/officeDocument/2006/relationships/image" Target="../media/image12.png"/><Relationship Id="rId5" Type="http://schemas.openxmlformats.org/officeDocument/2006/relationships/oleObject" Target="../embeddings/oleObject26.bin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6.wmf"/><Relationship Id="rId9" Type="http://schemas.openxmlformats.org/officeDocument/2006/relationships/image" Target="../media/image10.png"/><Relationship Id="rId1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png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20.png"/><Relationship Id="rId17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.png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.wmf"/><Relationship Id="rId11" Type="http://schemas.openxmlformats.org/officeDocument/2006/relationships/image" Target="../media/image12.png"/><Relationship Id="rId5" Type="http://schemas.openxmlformats.org/officeDocument/2006/relationships/oleObject" Target="../embeddings/oleObject29.bin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6.wmf"/><Relationship Id="rId9" Type="http://schemas.openxmlformats.org/officeDocument/2006/relationships/image" Target="../media/image10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SMG Solution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GU HMI </a:t>
            </a:r>
            <a:r>
              <a:rPr lang="ko-KR" altLang="en-US" dirty="0"/>
              <a:t>화면 구성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4294967295"/>
          </p:nvPr>
        </p:nvSpPr>
        <p:spPr>
          <a:xfrm>
            <a:off x="4830670" y="5589240"/>
            <a:ext cx="4006249" cy="772271"/>
          </a:xfrm>
        </p:spPr>
        <p:txBody>
          <a:bodyPr>
            <a:noAutofit/>
          </a:bodyPr>
          <a:lstStyle/>
          <a:p>
            <a:pPr marL="0" lvl="0" indent="0" algn="r">
              <a:buNone/>
              <a:defRPr/>
            </a:pP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</a:rPr>
              <a:t>Dispense Automation facilities System </a:t>
            </a:r>
          </a:p>
          <a:p>
            <a:pPr marL="0" lvl="0" indent="0" algn="r">
              <a:buNone/>
              <a:defRPr/>
            </a:pP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</a:rPr>
              <a:t>Solution Development</a:t>
            </a:r>
          </a:p>
          <a:p>
            <a:pPr marL="0" lvl="0" indent="0" algn="r">
              <a:buNone/>
              <a:defRPr/>
            </a:pP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</a:rPr>
              <a:t>MES (Manufacturing Execution System) / SPCS</a:t>
            </a:r>
            <a:endParaRPr lang="ko-KR" altLang="en-US" sz="1200" b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827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323528" y="692252"/>
            <a:ext cx="5911530" cy="340786"/>
          </a:xfrm>
        </p:spPr>
        <p:txBody>
          <a:bodyPr>
            <a:normAutofit lnSpcReduction="10000"/>
          </a:bodyPr>
          <a:lstStyle/>
          <a:p>
            <a:r>
              <a:rPr lang="en-US" altLang="ko-KR"/>
              <a:t>Standby screen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700-419E-4133-B797-32B7314A54A9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387000" y="1388096"/>
            <a:ext cx="8370000" cy="4567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87000" y="1388096"/>
            <a:ext cx="8370000" cy="47052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빗면 7"/>
          <p:cNvSpPr/>
          <p:nvPr/>
        </p:nvSpPr>
        <p:spPr>
          <a:xfrm>
            <a:off x="2735796" y="1400796"/>
            <a:ext cx="3672408" cy="432000"/>
          </a:xfrm>
          <a:prstGeom prst="bevel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686982" y="1431794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</a:rPr>
              <a:t>MAIN SCREEN</a:t>
            </a:r>
            <a:endParaRPr lang="ko-KR" altLang="en-US" b="1" dirty="0">
              <a:solidFill>
                <a:srgbClr val="FFFF66"/>
              </a:solidFill>
            </a:endParaRPr>
          </a:p>
        </p:txBody>
      </p:sp>
      <p:graphicFrame>
        <p:nvGraphicFramePr>
          <p:cNvPr id="12" name="개체 11"/>
          <p:cNvGraphicFramePr>
            <a:graphicFrameLocks noChangeAspect="1"/>
          </p:cNvGraphicFramePr>
          <p:nvPr/>
        </p:nvGraphicFramePr>
        <p:xfrm>
          <a:off x="6684042" y="1397205"/>
          <a:ext cx="664200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Image" r:id="rId3" imgW="1066320" imgH="711000" progId="Photoshop.Image.11">
                  <p:embed/>
                </p:oleObj>
              </mc:Choice>
              <mc:Fallback>
                <p:oleObj name="Image" r:id="rId3" imgW="1066320" imgH="711000" progId="Photoshop.Image.11">
                  <p:embed/>
                  <p:pic>
                    <p:nvPicPr>
                      <p:cNvPr id="12" name="개체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84042" y="1397205"/>
                        <a:ext cx="664200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개체 12"/>
          <p:cNvGraphicFramePr>
            <a:graphicFrameLocks noChangeAspect="1"/>
          </p:cNvGraphicFramePr>
          <p:nvPr/>
        </p:nvGraphicFramePr>
        <p:xfrm>
          <a:off x="7370606" y="1397205"/>
          <a:ext cx="656294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Image" r:id="rId5" imgW="1053720" imgH="711000" progId="Photoshop.Image.11">
                  <p:embed/>
                </p:oleObj>
              </mc:Choice>
              <mc:Fallback>
                <p:oleObj name="Image" r:id="rId5" imgW="1053720" imgH="711000" progId="Photoshop.Image.11">
                  <p:embed/>
                  <p:pic>
                    <p:nvPicPr>
                      <p:cNvPr id="13" name="개체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70606" y="1397205"/>
                        <a:ext cx="656294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개체 13"/>
          <p:cNvGraphicFramePr>
            <a:graphicFrameLocks noChangeAspect="1"/>
          </p:cNvGraphicFramePr>
          <p:nvPr/>
        </p:nvGraphicFramePr>
        <p:xfrm>
          <a:off x="8049264" y="1397205"/>
          <a:ext cx="648385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Image" r:id="rId7" imgW="1041120" imgH="711000" progId="Photoshop.Image.11">
                  <p:embed/>
                </p:oleObj>
              </mc:Choice>
              <mc:Fallback>
                <p:oleObj name="Image" r:id="rId7" imgW="1041120" imgH="711000" progId="Photoshop.Image.11">
                  <p:embed/>
                  <p:pic>
                    <p:nvPicPr>
                      <p:cNvPr id="14" name="개체 1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49264" y="1397205"/>
                        <a:ext cx="648385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82325" y="1470266"/>
            <a:ext cx="19141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 dirty="0">
                <a:solidFill>
                  <a:srgbClr val="FFFF66"/>
                </a:solidFill>
              </a:rPr>
              <a:t>3-AXIS ROBOT SPRAY</a:t>
            </a:r>
            <a:endParaRPr lang="ko-KR" altLang="en-US" sz="1300" b="1" dirty="0">
              <a:solidFill>
                <a:srgbClr val="FFFF66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382325" y="1844824"/>
            <a:ext cx="720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/>
          <p:cNvSpPr/>
          <p:nvPr/>
        </p:nvSpPr>
        <p:spPr>
          <a:xfrm>
            <a:off x="382325" y="1844822"/>
            <a:ext cx="7200000" cy="9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9" name="직선 연결선 68"/>
          <p:cNvCxnSpPr/>
          <p:nvPr/>
        </p:nvCxnSpPr>
        <p:spPr>
          <a:xfrm>
            <a:off x="387000" y="1844824"/>
            <a:ext cx="837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>
            <a:off x="382325" y="2029098"/>
            <a:ext cx="837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09005" y="1805594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schemeClr val="bg1"/>
                </a:solidFill>
              </a:rPr>
              <a:t>Last Alarm List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72" name="직선 연결선 71"/>
          <p:cNvCxnSpPr/>
          <p:nvPr/>
        </p:nvCxnSpPr>
        <p:spPr>
          <a:xfrm rot="5400000">
            <a:off x="7496812" y="1934824"/>
            <a:ext cx="18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7536316" y="1819406"/>
            <a:ext cx="12666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/>
              <a:t>06/21/2024 17:48:50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8A74DF6-4AAB-4080-B9F3-FC9286303CB4}"/>
              </a:ext>
            </a:extLst>
          </p:cNvPr>
          <p:cNvSpPr txBox="1"/>
          <p:nvPr/>
        </p:nvSpPr>
        <p:spPr>
          <a:xfrm>
            <a:off x="1540943" y="2445856"/>
            <a:ext cx="621016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5">
                    <a:lumMod val="50000"/>
                  </a:schemeClr>
                </a:solidFill>
              </a:rPr>
              <a:t>GU LOGO</a:t>
            </a:r>
          </a:p>
          <a:p>
            <a:pPr algn="ctr"/>
            <a:endParaRPr lang="en-US" altLang="ko-KR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r>
              <a:rPr lang="en-US" altLang="ko-KR" sz="3200" b="1" dirty="0">
                <a:solidFill>
                  <a:schemeClr val="tx2"/>
                </a:solidFill>
              </a:rPr>
              <a:t>WELCOME</a:t>
            </a:r>
          </a:p>
          <a:p>
            <a:pPr algn="ctr"/>
            <a:r>
              <a:rPr lang="en-US" altLang="ko-KR" sz="3200" b="1">
                <a:solidFill>
                  <a:schemeClr val="tx2"/>
                </a:solidFill>
              </a:rPr>
              <a:t>ROBOT </a:t>
            </a:r>
            <a:r>
              <a:rPr lang="en-US" altLang="ko-KR" sz="3200" b="1" dirty="0">
                <a:solidFill>
                  <a:schemeClr val="tx2"/>
                </a:solidFill>
              </a:rPr>
              <a:t>SPRAY </a:t>
            </a:r>
            <a:r>
              <a:rPr lang="en-US" altLang="ko-KR" sz="3200" b="1">
                <a:solidFill>
                  <a:schemeClr val="tx2"/>
                </a:solidFill>
              </a:rPr>
              <a:t>Control system</a:t>
            </a:r>
            <a:endParaRPr lang="en-US" altLang="ko-KR" sz="3200" b="1" dirty="0">
              <a:solidFill>
                <a:schemeClr val="tx2"/>
              </a:solidFill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7F089C3B-C7DB-41E1-9467-F4AC025B3B9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8141" y="4286198"/>
            <a:ext cx="2592288" cy="159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282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Main screen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700-419E-4133-B797-32B7314A54A9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4246920-3FC9-4A10-B9A0-927CF6F1FA1E}"/>
              </a:ext>
            </a:extLst>
          </p:cNvPr>
          <p:cNvGrpSpPr/>
          <p:nvPr/>
        </p:nvGrpSpPr>
        <p:grpSpPr>
          <a:xfrm>
            <a:off x="382325" y="1388096"/>
            <a:ext cx="8420684" cy="4705200"/>
            <a:chOff x="382325" y="1388096"/>
            <a:chExt cx="8420684" cy="4705200"/>
          </a:xfrm>
        </p:grpSpPr>
        <p:sp>
          <p:nvSpPr>
            <p:cNvPr id="10" name="직사각형 9"/>
            <p:cNvSpPr/>
            <p:nvPr/>
          </p:nvSpPr>
          <p:spPr>
            <a:xfrm>
              <a:off x="387000" y="1388096"/>
              <a:ext cx="8370000" cy="45672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387000" y="1388096"/>
              <a:ext cx="8370000" cy="47052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빗면 7"/>
            <p:cNvSpPr/>
            <p:nvPr/>
          </p:nvSpPr>
          <p:spPr>
            <a:xfrm>
              <a:off x="2735796" y="1400796"/>
              <a:ext cx="3672408" cy="432000"/>
            </a:xfrm>
            <a:prstGeom prst="bevel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686982" y="1431794"/>
              <a:ext cx="17700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b="1" dirty="0">
                  <a:solidFill>
                    <a:srgbClr val="FFFF66"/>
                  </a:solidFill>
                </a:rPr>
                <a:t>MAIN SCREEN</a:t>
              </a:r>
              <a:endParaRPr lang="ko-KR" altLang="en-US" b="1" dirty="0">
                <a:solidFill>
                  <a:srgbClr val="FFFF66"/>
                </a:solidFill>
              </a:endParaRPr>
            </a:p>
          </p:txBody>
        </p:sp>
        <p:graphicFrame>
          <p:nvGraphicFramePr>
            <p:cNvPr id="12" name="개체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7781798"/>
                </p:ext>
              </p:extLst>
            </p:nvPr>
          </p:nvGraphicFramePr>
          <p:xfrm>
            <a:off x="6684042" y="1397205"/>
            <a:ext cx="664200" cy="44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0" name="Image" r:id="rId3" imgW="1066320" imgH="711000" progId="Photoshop.Image.11">
                    <p:embed/>
                  </p:oleObj>
                </mc:Choice>
                <mc:Fallback>
                  <p:oleObj name="Image" r:id="rId3" imgW="1066320" imgH="711000" progId="Photoshop.Image.11">
                    <p:embed/>
                    <p:pic>
                      <p:nvPicPr>
                        <p:cNvPr id="12" name="개체 1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684042" y="1397205"/>
                          <a:ext cx="664200" cy="44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개체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67038078"/>
                </p:ext>
              </p:extLst>
            </p:nvPr>
          </p:nvGraphicFramePr>
          <p:xfrm>
            <a:off x="7370606" y="1397205"/>
            <a:ext cx="656294" cy="44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1" name="Image" r:id="rId5" imgW="1053720" imgH="711000" progId="Photoshop.Image.11">
                    <p:embed/>
                  </p:oleObj>
                </mc:Choice>
                <mc:Fallback>
                  <p:oleObj name="Image" r:id="rId5" imgW="1053720" imgH="711000" progId="Photoshop.Image.11">
                    <p:embed/>
                    <p:pic>
                      <p:nvPicPr>
                        <p:cNvPr id="13" name="개체 1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370606" y="1397205"/>
                          <a:ext cx="656294" cy="44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개체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3041332"/>
                </p:ext>
              </p:extLst>
            </p:nvPr>
          </p:nvGraphicFramePr>
          <p:xfrm>
            <a:off x="8049264" y="1397205"/>
            <a:ext cx="648385" cy="44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" name="Image" r:id="rId7" imgW="1041120" imgH="711000" progId="Photoshop.Image.11">
                    <p:embed/>
                  </p:oleObj>
                </mc:Choice>
                <mc:Fallback>
                  <p:oleObj name="Image" r:id="rId7" imgW="1041120" imgH="711000" progId="Photoshop.Image.11">
                    <p:embed/>
                    <p:pic>
                      <p:nvPicPr>
                        <p:cNvPr id="14" name="개체 1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049264" y="1397205"/>
                          <a:ext cx="648385" cy="44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Box 14"/>
            <p:cNvSpPr txBox="1"/>
            <p:nvPr/>
          </p:nvSpPr>
          <p:spPr>
            <a:xfrm>
              <a:off x="382325" y="1470266"/>
              <a:ext cx="1914114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00" b="1" dirty="0">
                  <a:solidFill>
                    <a:srgbClr val="FFFF66"/>
                  </a:solidFill>
                </a:rPr>
                <a:t>3-AXIS ROBOT SPRAY</a:t>
              </a:r>
              <a:endParaRPr lang="ko-KR" altLang="en-US" sz="1300" b="1" dirty="0">
                <a:solidFill>
                  <a:srgbClr val="FFFF66"/>
                </a:solidFill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1348150" y="2036426"/>
              <a:ext cx="0" cy="405643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7" name="그룹 1046"/>
            <p:cNvGrpSpPr/>
            <p:nvPr/>
          </p:nvGrpSpPr>
          <p:grpSpPr>
            <a:xfrm>
              <a:off x="399664" y="3838759"/>
              <a:ext cx="936000" cy="450000"/>
              <a:chOff x="395536" y="3731104"/>
              <a:chExt cx="936000" cy="467999"/>
            </a:xfrm>
          </p:grpSpPr>
          <p:sp>
            <p:nvSpPr>
              <p:cNvPr id="33" name="빗면 32"/>
              <p:cNvSpPr/>
              <p:nvPr/>
            </p:nvSpPr>
            <p:spPr>
              <a:xfrm>
                <a:off x="395536" y="3731104"/>
                <a:ext cx="936000" cy="467999"/>
              </a:xfrm>
              <a:prstGeom prst="bevel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57" name="그림 56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1851" y="3839110"/>
                <a:ext cx="243765" cy="252000"/>
              </a:xfrm>
              <a:prstGeom prst="rect">
                <a:avLst/>
              </a:prstGeom>
            </p:spPr>
          </p:pic>
          <p:pic>
            <p:nvPicPr>
              <p:cNvPr id="56" name="그림 55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560" y="3846400"/>
                <a:ext cx="275119" cy="252000"/>
              </a:xfrm>
              <a:prstGeom prst="rect">
                <a:avLst/>
              </a:prstGeom>
            </p:spPr>
          </p:pic>
        </p:grpSp>
        <p:grpSp>
          <p:nvGrpSpPr>
            <p:cNvPr id="1050" name="그룹 1049"/>
            <p:cNvGrpSpPr/>
            <p:nvPr/>
          </p:nvGrpSpPr>
          <p:grpSpPr>
            <a:xfrm>
              <a:off x="399664" y="5190421"/>
              <a:ext cx="936000" cy="450000"/>
              <a:chOff x="403799" y="5149691"/>
              <a:chExt cx="936000" cy="468001"/>
            </a:xfrm>
          </p:grpSpPr>
          <p:sp>
            <p:nvSpPr>
              <p:cNvPr id="78" name="빗면 77"/>
              <p:cNvSpPr/>
              <p:nvPr/>
            </p:nvSpPr>
            <p:spPr>
              <a:xfrm>
                <a:off x="403799" y="5149691"/>
                <a:ext cx="936000" cy="468001"/>
              </a:xfrm>
              <a:prstGeom prst="bevel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79" name="그림 78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6771" y="5221683"/>
                <a:ext cx="334452" cy="324000"/>
              </a:xfrm>
              <a:prstGeom prst="rect">
                <a:avLst/>
              </a:prstGeom>
            </p:spPr>
          </p:pic>
        </p:grpSp>
        <p:grpSp>
          <p:nvGrpSpPr>
            <p:cNvPr id="1051" name="그룹 1050"/>
            <p:cNvGrpSpPr/>
            <p:nvPr/>
          </p:nvGrpSpPr>
          <p:grpSpPr>
            <a:xfrm>
              <a:off x="399664" y="5640980"/>
              <a:ext cx="936000" cy="450000"/>
              <a:chOff x="395536" y="5625288"/>
              <a:chExt cx="936000" cy="467999"/>
            </a:xfrm>
          </p:grpSpPr>
          <p:sp>
            <p:nvSpPr>
              <p:cNvPr id="37" name="빗면 36"/>
              <p:cNvSpPr/>
              <p:nvPr/>
            </p:nvSpPr>
            <p:spPr>
              <a:xfrm>
                <a:off x="395536" y="5625288"/>
                <a:ext cx="936000" cy="467999"/>
              </a:xfrm>
              <a:prstGeom prst="bevel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35" name="왼쪽 화살표 1034"/>
              <p:cNvSpPr/>
              <p:nvPr/>
            </p:nvSpPr>
            <p:spPr>
              <a:xfrm>
                <a:off x="721264" y="5739452"/>
                <a:ext cx="252000" cy="252000"/>
              </a:xfrm>
              <a:prstGeom prst="leftArrow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9" name="빗면 28"/>
            <p:cNvSpPr/>
            <p:nvPr/>
          </p:nvSpPr>
          <p:spPr>
            <a:xfrm>
              <a:off x="399664" y="2036545"/>
              <a:ext cx="936000" cy="450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49" name="그룹 1048"/>
            <p:cNvGrpSpPr/>
            <p:nvPr/>
          </p:nvGrpSpPr>
          <p:grpSpPr>
            <a:xfrm>
              <a:off x="399664" y="4739867"/>
              <a:ext cx="936000" cy="450000"/>
              <a:chOff x="395536" y="4674268"/>
              <a:chExt cx="936000" cy="468001"/>
            </a:xfrm>
          </p:grpSpPr>
          <p:sp>
            <p:nvSpPr>
              <p:cNvPr id="35" name="빗면 34"/>
              <p:cNvSpPr/>
              <p:nvPr/>
            </p:nvSpPr>
            <p:spPr>
              <a:xfrm>
                <a:off x="395536" y="4674268"/>
                <a:ext cx="936000" cy="468001"/>
              </a:xfrm>
              <a:prstGeom prst="bevel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037" name="그림 1036"/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0523" y="4737117"/>
                <a:ext cx="222552" cy="324000"/>
              </a:xfrm>
              <a:prstGeom prst="rect">
                <a:avLst/>
              </a:prstGeom>
            </p:spPr>
          </p:pic>
        </p:grpSp>
        <p:grpSp>
          <p:nvGrpSpPr>
            <p:cNvPr id="27" name="그룹 26"/>
            <p:cNvGrpSpPr/>
            <p:nvPr/>
          </p:nvGrpSpPr>
          <p:grpSpPr>
            <a:xfrm>
              <a:off x="399664" y="3388208"/>
              <a:ext cx="936000" cy="450000"/>
              <a:chOff x="410776" y="3498167"/>
              <a:chExt cx="936000" cy="432000"/>
            </a:xfrm>
          </p:grpSpPr>
          <p:sp>
            <p:nvSpPr>
              <p:cNvPr id="32" name="빗면 31"/>
              <p:cNvSpPr/>
              <p:nvPr/>
            </p:nvSpPr>
            <p:spPr>
              <a:xfrm>
                <a:off x="410776" y="3498167"/>
                <a:ext cx="936000" cy="432000"/>
              </a:xfrm>
              <a:prstGeom prst="bevel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7" name="그림 16"/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776" y="3633167"/>
                <a:ext cx="324000" cy="162000"/>
              </a:xfrm>
              <a:prstGeom prst="rect">
                <a:avLst/>
              </a:prstGeom>
            </p:spPr>
          </p:pic>
        </p:grpSp>
        <p:grpSp>
          <p:nvGrpSpPr>
            <p:cNvPr id="25" name="그룹 24"/>
            <p:cNvGrpSpPr/>
            <p:nvPr/>
          </p:nvGrpSpPr>
          <p:grpSpPr>
            <a:xfrm>
              <a:off x="399664" y="2487100"/>
              <a:ext cx="936000" cy="450000"/>
              <a:chOff x="410776" y="2635965"/>
              <a:chExt cx="936000" cy="432000"/>
            </a:xfrm>
          </p:grpSpPr>
          <p:sp>
            <p:nvSpPr>
              <p:cNvPr id="30" name="빗면 29"/>
              <p:cNvSpPr/>
              <p:nvPr/>
            </p:nvSpPr>
            <p:spPr>
              <a:xfrm>
                <a:off x="410776" y="2635965"/>
                <a:ext cx="936000" cy="432000"/>
              </a:xfrm>
              <a:prstGeom prst="bevel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9" name="그림 18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756648" y="2731027"/>
                <a:ext cx="205776" cy="234000"/>
              </a:xfrm>
              <a:prstGeom prst="rect">
                <a:avLst/>
              </a:prstGeom>
            </p:spPr>
          </p:pic>
        </p:grpSp>
        <p:grpSp>
          <p:nvGrpSpPr>
            <p:cNvPr id="26" name="그룹 25"/>
            <p:cNvGrpSpPr/>
            <p:nvPr/>
          </p:nvGrpSpPr>
          <p:grpSpPr>
            <a:xfrm>
              <a:off x="399664" y="2937654"/>
              <a:ext cx="936000" cy="450000"/>
              <a:chOff x="410776" y="3067066"/>
              <a:chExt cx="936000" cy="432000"/>
            </a:xfrm>
          </p:grpSpPr>
          <p:sp>
            <p:nvSpPr>
              <p:cNvPr id="31" name="빗면 30"/>
              <p:cNvSpPr/>
              <p:nvPr/>
            </p:nvSpPr>
            <p:spPr>
              <a:xfrm>
                <a:off x="410776" y="3067066"/>
                <a:ext cx="936000" cy="432000"/>
              </a:xfrm>
              <a:prstGeom prst="bevel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53" name="그림 52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666329" y="3159162"/>
                <a:ext cx="205776" cy="234000"/>
              </a:xfrm>
              <a:prstGeom prst="rect">
                <a:avLst/>
              </a:prstGeom>
            </p:spPr>
          </p:pic>
          <p:pic>
            <p:nvPicPr>
              <p:cNvPr id="54" name="그림 53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757210" y="3159162"/>
                <a:ext cx="205776" cy="234000"/>
              </a:xfrm>
              <a:prstGeom prst="rect">
                <a:avLst/>
              </a:prstGeom>
            </p:spPr>
          </p:pic>
          <p:pic>
            <p:nvPicPr>
              <p:cNvPr id="55" name="그림 54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837832" y="3159162"/>
                <a:ext cx="205776" cy="234000"/>
              </a:xfrm>
              <a:prstGeom prst="rect">
                <a:avLst/>
              </a:prstGeom>
            </p:spPr>
          </p:pic>
        </p:grpSp>
        <p:grpSp>
          <p:nvGrpSpPr>
            <p:cNvPr id="28" name="그룹 27"/>
            <p:cNvGrpSpPr/>
            <p:nvPr/>
          </p:nvGrpSpPr>
          <p:grpSpPr>
            <a:xfrm>
              <a:off x="399664" y="4289317"/>
              <a:ext cx="936000" cy="450000"/>
              <a:chOff x="410776" y="4360369"/>
              <a:chExt cx="936000" cy="432000"/>
            </a:xfrm>
          </p:grpSpPr>
          <p:sp>
            <p:nvSpPr>
              <p:cNvPr id="34" name="빗면 33"/>
              <p:cNvSpPr/>
              <p:nvPr/>
            </p:nvSpPr>
            <p:spPr>
              <a:xfrm>
                <a:off x="410776" y="4360369"/>
                <a:ext cx="936000" cy="432000"/>
              </a:xfrm>
              <a:prstGeom prst="bevel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2" name="그림 21"/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968" y="4438909"/>
                <a:ext cx="351529" cy="298800"/>
              </a:xfrm>
              <a:prstGeom prst="rect">
                <a:avLst/>
              </a:prstGeom>
            </p:spPr>
          </p:pic>
        </p:grpSp>
        <p:grpSp>
          <p:nvGrpSpPr>
            <p:cNvPr id="64" name="그룹 63"/>
            <p:cNvGrpSpPr/>
            <p:nvPr/>
          </p:nvGrpSpPr>
          <p:grpSpPr>
            <a:xfrm>
              <a:off x="399664" y="5640976"/>
              <a:ext cx="936000" cy="450000"/>
              <a:chOff x="399664" y="5640976"/>
              <a:chExt cx="936000" cy="450000"/>
            </a:xfrm>
          </p:grpSpPr>
          <p:sp>
            <p:nvSpPr>
              <p:cNvPr id="65" name="빗면 64"/>
              <p:cNvSpPr/>
              <p:nvPr/>
            </p:nvSpPr>
            <p:spPr>
              <a:xfrm>
                <a:off x="399664" y="5640976"/>
                <a:ext cx="936000" cy="450000"/>
              </a:xfrm>
              <a:prstGeom prst="bevel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66" name="그림 65"/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5701" y="5740456"/>
                <a:ext cx="303927" cy="252000"/>
              </a:xfrm>
              <a:prstGeom prst="rect">
                <a:avLst/>
              </a:prstGeom>
            </p:spPr>
          </p:pic>
        </p:grpSp>
        <p:sp>
          <p:nvSpPr>
            <p:cNvPr id="67" name="직사각형 66"/>
            <p:cNvSpPr/>
            <p:nvPr/>
          </p:nvSpPr>
          <p:spPr>
            <a:xfrm>
              <a:off x="382325" y="1844824"/>
              <a:ext cx="7200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/>
            <p:cNvSpPr/>
            <p:nvPr/>
          </p:nvSpPr>
          <p:spPr>
            <a:xfrm>
              <a:off x="382325" y="1844822"/>
              <a:ext cx="7200000" cy="900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9" name="직선 연결선 68"/>
            <p:cNvCxnSpPr/>
            <p:nvPr/>
          </p:nvCxnSpPr>
          <p:spPr>
            <a:xfrm>
              <a:off x="387000" y="1844824"/>
              <a:ext cx="8370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연결선 69"/>
            <p:cNvCxnSpPr/>
            <p:nvPr/>
          </p:nvCxnSpPr>
          <p:spPr>
            <a:xfrm>
              <a:off x="382325" y="2029098"/>
              <a:ext cx="8370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/>
            <p:cNvSpPr txBox="1"/>
            <p:nvPr/>
          </p:nvSpPr>
          <p:spPr>
            <a:xfrm>
              <a:off x="409005" y="1805594"/>
              <a:ext cx="100059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bg1"/>
                  </a:solidFill>
                </a:rPr>
                <a:t>Last Alarm List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  <p:cxnSp>
          <p:nvCxnSpPr>
            <p:cNvPr id="72" name="직선 연결선 71"/>
            <p:cNvCxnSpPr/>
            <p:nvPr/>
          </p:nvCxnSpPr>
          <p:spPr>
            <a:xfrm rot="5400000">
              <a:off x="7496812" y="1934824"/>
              <a:ext cx="180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/>
            <p:cNvSpPr txBox="1"/>
            <p:nvPr/>
          </p:nvSpPr>
          <p:spPr>
            <a:xfrm>
              <a:off x="7536316" y="1819406"/>
              <a:ext cx="126669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 dirty="0"/>
                <a:t>06/21/2024 17:48:50</a:t>
              </a:r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65DDBE3E-C22E-46DA-A85B-B7BB06871FFA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EAECF2"/>
              </a:clrFrom>
              <a:clrTo>
                <a:srgbClr val="EAECF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5664" y="2104177"/>
            <a:ext cx="294296" cy="299294"/>
          </a:xfrm>
          <a:prstGeom prst="rect">
            <a:avLst/>
          </a:prstGeom>
        </p:spPr>
      </p:pic>
      <p:graphicFrame>
        <p:nvGraphicFramePr>
          <p:cNvPr id="16" name="표 19">
            <a:extLst>
              <a:ext uri="{FF2B5EF4-FFF2-40B4-BE49-F238E27FC236}">
                <a16:creationId xmlns:a16="http://schemas.microsoft.com/office/drawing/2014/main" id="{A03FDE23-E217-47FA-B96B-FB7CB89F9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645265"/>
              </p:ext>
            </p:extLst>
          </p:nvPr>
        </p:nvGraphicFramePr>
        <p:xfrm>
          <a:off x="1478116" y="2582209"/>
          <a:ext cx="7063686" cy="29122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4854">
                  <a:extLst>
                    <a:ext uri="{9D8B030D-6E8A-4147-A177-3AD203B41FA5}">
                      <a16:colId xmlns:a16="http://schemas.microsoft.com/office/drawing/2014/main" val="1100001536"/>
                    </a:ext>
                  </a:extLst>
                </a:gridCol>
                <a:gridCol w="784854">
                  <a:extLst>
                    <a:ext uri="{9D8B030D-6E8A-4147-A177-3AD203B41FA5}">
                      <a16:colId xmlns:a16="http://schemas.microsoft.com/office/drawing/2014/main" val="1407333974"/>
                    </a:ext>
                  </a:extLst>
                </a:gridCol>
                <a:gridCol w="784854">
                  <a:extLst>
                    <a:ext uri="{9D8B030D-6E8A-4147-A177-3AD203B41FA5}">
                      <a16:colId xmlns:a16="http://schemas.microsoft.com/office/drawing/2014/main" val="3376168875"/>
                    </a:ext>
                  </a:extLst>
                </a:gridCol>
                <a:gridCol w="784854">
                  <a:extLst>
                    <a:ext uri="{9D8B030D-6E8A-4147-A177-3AD203B41FA5}">
                      <a16:colId xmlns:a16="http://schemas.microsoft.com/office/drawing/2014/main" val="2749597528"/>
                    </a:ext>
                  </a:extLst>
                </a:gridCol>
                <a:gridCol w="784854">
                  <a:extLst>
                    <a:ext uri="{9D8B030D-6E8A-4147-A177-3AD203B41FA5}">
                      <a16:colId xmlns:a16="http://schemas.microsoft.com/office/drawing/2014/main" val="3680754141"/>
                    </a:ext>
                  </a:extLst>
                </a:gridCol>
                <a:gridCol w="784854">
                  <a:extLst>
                    <a:ext uri="{9D8B030D-6E8A-4147-A177-3AD203B41FA5}">
                      <a16:colId xmlns:a16="http://schemas.microsoft.com/office/drawing/2014/main" val="791375392"/>
                    </a:ext>
                  </a:extLst>
                </a:gridCol>
                <a:gridCol w="784854">
                  <a:extLst>
                    <a:ext uri="{9D8B030D-6E8A-4147-A177-3AD203B41FA5}">
                      <a16:colId xmlns:a16="http://schemas.microsoft.com/office/drawing/2014/main" val="196244318"/>
                    </a:ext>
                  </a:extLst>
                </a:gridCol>
                <a:gridCol w="784854">
                  <a:extLst>
                    <a:ext uri="{9D8B030D-6E8A-4147-A177-3AD203B41FA5}">
                      <a16:colId xmlns:a16="http://schemas.microsoft.com/office/drawing/2014/main" val="3644431023"/>
                    </a:ext>
                  </a:extLst>
                </a:gridCol>
                <a:gridCol w="784854">
                  <a:extLst>
                    <a:ext uri="{9D8B030D-6E8A-4147-A177-3AD203B41FA5}">
                      <a16:colId xmlns:a16="http://schemas.microsoft.com/office/drawing/2014/main" val="4195525557"/>
                    </a:ext>
                  </a:extLst>
                </a:gridCol>
              </a:tblGrid>
              <a:tr h="2647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/>
                        <a:t>구분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/>
                        <a:t>제품명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/>
                        <a:t>티칭번호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/>
                        <a:t>작업지시수량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/>
                        <a:t>작업완료수량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/>
                        <a:t>로봇상세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/>
                        <a:t>도장기상세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/>
                        <a:t>도료상세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/>
                        <a:t>진행현황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326291"/>
                  </a:ext>
                </a:extLst>
              </a:tr>
              <a:tr h="264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/>
                        <a:t>AAA</a:t>
                      </a:r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/>
                        <a:t>10</a:t>
                      </a:r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/>
                        <a:t>100</a:t>
                      </a:r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/>
                        <a:t>100</a:t>
                      </a:r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2741828"/>
                  </a:ext>
                </a:extLst>
              </a:tr>
              <a:tr h="264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/>
                        <a:t>2</a:t>
                      </a:r>
                      <a:endParaRPr lang="ko-KR" altLang="en-US" sz="700" b="1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/>
                        <a:t>BBB</a:t>
                      </a:r>
                      <a:endParaRPr lang="ko-KR" altLang="en-US" sz="70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/>
                        <a:t>20</a:t>
                      </a:r>
                      <a:endParaRPr lang="ko-KR" altLang="en-US" sz="70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/>
                        <a:t>100</a:t>
                      </a:r>
                      <a:endParaRPr lang="ko-KR" altLang="en-US" sz="70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/>
                        <a:t>50</a:t>
                      </a:r>
                      <a:endParaRPr lang="ko-KR" altLang="en-US" sz="70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69056"/>
                  </a:ext>
                </a:extLst>
              </a:tr>
              <a:tr h="264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/>
                        <a:t>3</a:t>
                      </a:r>
                      <a:endParaRPr lang="ko-KR" altLang="en-US" sz="7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/>
                        <a:t>CCC</a:t>
                      </a:r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/>
                        <a:t>30</a:t>
                      </a:r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/>
                        <a:t>100</a:t>
                      </a:r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9434762"/>
                  </a:ext>
                </a:extLst>
              </a:tr>
              <a:tr h="264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/>
                        <a:t>4</a:t>
                      </a:r>
                      <a:endParaRPr lang="ko-KR" altLang="en-US" sz="7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/>
                        <a:t>DDD</a:t>
                      </a:r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/>
                        <a:t>40</a:t>
                      </a:r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/>
                        <a:t>100</a:t>
                      </a:r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7452355"/>
                  </a:ext>
                </a:extLst>
              </a:tr>
              <a:tr h="264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/>
                        <a:t>5</a:t>
                      </a:r>
                      <a:endParaRPr lang="ko-KR" altLang="en-US" sz="7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/>
                        <a:t>EEE</a:t>
                      </a:r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/>
                        <a:t>50</a:t>
                      </a:r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/>
                        <a:t>100</a:t>
                      </a:r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158474"/>
                  </a:ext>
                </a:extLst>
              </a:tr>
              <a:tr h="264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/>
                        <a:t>6</a:t>
                      </a:r>
                      <a:endParaRPr lang="ko-KR" altLang="en-US" sz="7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/>
                        <a:t>.</a:t>
                      </a:r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198372"/>
                  </a:ext>
                </a:extLst>
              </a:tr>
              <a:tr h="264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/>
                        <a:t>7</a:t>
                      </a:r>
                      <a:endParaRPr lang="ko-KR" altLang="en-US" sz="7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2968849"/>
                  </a:ext>
                </a:extLst>
              </a:tr>
              <a:tr h="264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/>
                        <a:t>8</a:t>
                      </a:r>
                      <a:endParaRPr lang="ko-KR" altLang="en-US" sz="7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/>
                        <a:t>.</a:t>
                      </a:r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051314"/>
                  </a:ext>
                </a:extLst>
              </a:tr>
              <a:tr h="264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/>
                        <a:t>9</a:t>
                      </a:r>
                      <a:endParaRPr lang="ko-KR" altLang="en-US" sz="7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/>
                        <a:t>.</a:t>
                      </a:r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0341852"/>
                  </a:ext>
                </a:extLst>
              </a:tr>
              <a:tr h="264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/>
                        <a:t>10</a:t>
                      </a:r>
                      <a:endParaRPr lang="ko-KR" altLang="en-US" sz="7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/>
                        <a:t>.</a:t>
                      </a:r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222396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7CECF67D-7DDF-4AFC-854C-414C8365C9E6}"/>
              </a:ext>
            </a:extLst>
          </p:cNvPr>
          <p:cNvSpPr txBox="1"/>
          <p:nvPr/>
        </p:nvSpPr>
        <p:spPr>
          <a:xfrm>
            <a:off x="1416916" y="2134103"/>
            <a:ext cx="1370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■ 작업지시 목록</a:t>
            </a: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6A3922A0-8AB4-4A89-AC48-868D4A8FCC1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02359" y="3147258"/>
            <a:ext cx="606965" cy="204521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59E76CBA-2C9E-448A-A866-226BF3B05FC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85917" y="3147258"/>
            <a:ext cx="606965" cy="204521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C64BB4DF-946E-4F98-82ED-827B4316782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50710" y="3147257"/>
            <a:ext cx="606965" cy="204521"/>
          </a:xfrm>
          <a:prstGeom prst="rect">
            <a:avLst/>
          </a:prstGeom>
        </p:spPr>
      </p:pic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124E60C2-6D69-4B33-83BB-F98A0A8F48FF}"/>
              </a:ext>
            </a:extLst>
          </p:cNvPr>
          <p:cNvSpPr/>
          <p:nvPr/>
        </p:nvSpPr>
        <p:spPr>
          <a:xfrm>
            <a:off x="7848205" y="2866603"/>
            <a:ext cx="595107" cy="23344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>
                <a:solidFill>
                  <a:schemeClr val="tx1"/>
                </a:solidFill>
              </a:rPr>
              <a:t>작업완료</a:t>
            </a:r>
          </a:p>
        </p:txBody>
      </p:sp>
      <p:sp>
        <p:nvSpPr>
          <p:cNvPr id="24" name="말풍선: 사각형 23">
            <a:extLst>
              <a:ext uri="{FF2B5EF4-FFF2-40B4-BE49-F238E27FC236}">
                <a16:creationId xmlns:a16="http://schemas.microsoft.com/office/drawing/2014/main" id="{6C36FDB7-BD2D-4128-971A-A199AFE24702}"/>
              </a:ext>
            </a:extLst>
          </p:cNvPr>
          <p:cNvSpPr/>
          <p:nvPr/>
        </p:nvSpPr>
        <p:spPr>
          <a:xfrm>
            <a:off x="2999636" y="2196878"/>
            <a:ext cx="1266691" cy="352436"/>
          </a:xfrm>
          <a:prstGeom prst="wedgeRectCallout">
            <a:avLst>
              <a:gd name="adj1" fmla="val -65861"/>
              <a:gd name="adj2" fmla="val 74252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/>
              <a:t>영문</a:t>
            </a:r>
            <a:r>
              <a:rPr lang="en-US" altLang="ko-KR" sz="900"/>
              <a:t>/</a:t>
            </a:r>
            <a:r>
              <a:rPr lang="ko-KR" altLang="en-US" sz="900"/>
              <a:t>글자제한 </a:t>
            </a:r>
            <a:r>
              <a:rPr lang="en-US" altLang="ko-KR" sz="900"/>
              <a:t>PLC</a:t>
            </a:r>
            <a:r>
              <a:rPr lang="ko-KR" altLang="en-US" sz="900"/>
              <a:t>에확인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F6C94345-BF1C-479D-ACE7-B2AC67295137}"/>
              </a:ext>
            </a:extLst>
          </p:cNvPr>
          <p:cNvSpPr/>
          <p:nvPr/>
        </p:nvSpPr>
        <p:spPr>
          <a:xfrm>
            <a:off x="7858574" y="3130736"/>
            <a:ext cx="595107" cy="23344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>
                <a:solidFill>
                  <a:schemeClr val="tx1"/>
                </a:solidFill>
              </a:rPr>
              <a:t>작업중</a:t>
            </a: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589E3EAA-8032-4A2E-9EDE-38B06D94820D}"/>
              </a:ext>
            </a:extLst>
          </p:cNvPr>
          <p:cNvSpPr/>
          <p:nvPr/>
        </p:nvSpPr>
        <p:spPr>
          <a:xfrm>
            <a:off x="7858574" y="3395583"/>
            <a:ext cx="595107" cy="23344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>
                <a:solidFill>
                  <a:schemeClr val="tx1"/>
                </a:solidFill>
              </a:rPr>
              <a:t>작업대기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60C20DE8-03C2-4A6E-9935-C69842129ACF}"/>
              </a:ext>
            </a:extLst>
          </p:cNvPr>
          <p:cNvSpPr/>
          <p:nvPr/>
        </p:nvSpPr>
        <p:spPr>
          <a:xfrm>
            <a:off x="7858574" y="3660430"/>
            <a:ext cx="595107" cy="23344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>
                <a:solidFill>
                  <a:schemeClr val="tx1"/>
                </a:solidFill>
              </a:rPr>
              <a:t>작업대기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C107B65A-4E9A-49A4-93D1-32B020A20D3F}"/>
              </a:ext>
            </a:extLst>
          </p:cNvPr>
          <p:cNvSpPr/>
          <p:nvPr/>
        </p:nvSpPr>
        <p:spPr>
          <a:xfrm>
            <a:off x="7858574" y="3925277"/>
            <a:ext cx="595107" cy="23344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>
                <a:solidFill>
                  <a:schemeClr val="tx1"/>
                </a:solidFill>
              </a:rPr>
              <a:t>작업대기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74E2121E-D31C-4CF4-A14B-BB3A34E514FA}"/>
              </a:ext>
            </a:extLst>
          </p:cNvPr>
          <p:cNvSpPr/>
          <p:nvPr/>
        </p:nvSpPr>
        <p:spPr>
          <a:xfrm>
            <a:off x="7858574" y="4190124"/>
            <a:ext cx="595107" cy="23344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>
                <a:solidFill>
                  <a:schemeClr val="tx1"/>
                </a:solidFill>
              </a:rPr>
              <a:t>작업대기</a:t>
            </a: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8A5B8DEF-555D-4865-8E07-3EAEA3C5D2B4}"/>
              </a:ext>
            </a:extLst>
          </p:cNvPr>
          <p:cNvSpPr/>
          <p:nvPr/>
        </p:nvSpPr>
        <p:spPr>
          <a:xfrm>
            <a:off x="7858574" y="4454971"/>
            <a:ext cx="595107" cy="23344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>
                <a:solidFill>
                  <a:schemeClr val="tx1"/>
                </a:solidFill>
              </a:rPr>
              <a:t>작업대기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3E5A47B4-B2B6-48B4-AD1B-AAD72268F71A}"/>
              </a:ext>
            </a:extLst>
          </p:cNvPr>
          <p:cNvSpPr/>
          <p:nvPr/>
        </p:nvSpPr>
        <p:spPr>
          <a:xfrm>
            <a:off x="7858574" y="4719818"/>
            <a:ext cx="595107" cy="23344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>
                <a:solidFill>
                  <a:schemeClr val="tx1"/>
                </a:solidFill>
              </a:rPr>
              <a:t>작업대기</a:t>
            </a: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BEA3607A-5735-4E90-BBD9-26080F3AB8CE}"/>
              </a:ext>
            </a:extLst>
          </p:cNvPr>
          <p:cNvSpPr/>
          <p:nvPr/>
        </p:nvSpPr>
        <p:spPr>
          <a:xfrm>
            <a:off x="7858574" y="4984665"/>
            <a:ext cx="595107" cy="23344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>
                <a:solidFill>
                  <a:schemeClr val="tx1"/>
                </a:solidFill>
              </a:rPr>
              <a:t>작업대기</a:t>
            </a: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FF057438-49FD-41DB-AE09-BA279CF72B5E}"/>
              </a:ext>
            </a:extLst>
          </p:cNvPr>
          <p:cNvSpPr/>
          <p:nvPr/>
        </p:nvSpPr>
        <p:spPr>
          <a:xfrm>
            <a:off x="7858574" y="5249510"/>
            <a:ext cx="595107" cy="23344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>
                <a:solidFill>
                  <a:schemeClr val="tx1"/>
                </a:solidFill>
              </a:rPr>
              <a:t>작업대기</a:t>
            </a:r>
          </a:p>
        </p:txBody>
      </p:sp>
      <p:sp>
        <p:nvSpPr>
          <p:cNvPr id="92" name="빗면 85">
            <a:extLst>
              <a:ext uri="{FF2B5EF4-FFF2-40B4-BE49-F238E27FC236}">
                <a16:creationId xmlns:a16="http://schemas.microsoft.com/office/drawing/2014/main" id="{C011626E-59FA-418C-8158-800571AB9691}"/>
              </a:ext>
            </a:extLst>
          </p:cNvPr>
          <p:cNvSpPr/>
          <p:nvPr/>
        </p:nvSpPr>
        <p:spPr>
          <a:xfrm>
            <a:off x="3686982" y="5590361"/>
            <a:ext cx="1044000" cy="360000"/>
          </a:xfrm>
          <a:prstGeom prst="bevel">
            <a:avLst>
              <a:gd name="adj" fmla="val 5243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ROBOT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READY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93" name="빗면 87">
            <a:extLst>
              <a:ext uri="{FF2B5EF4-FFF2-40B4-BE49-F238E27FC236}">
                <a16:creationId xmlns:a16="http://schemas.microsoft.com/office/drawing/2014/main" id="{473269CE-26E3-4D0A-9451-597C14D14875}"/>
              </a:ext>
            </a:extLst>
          </p:cNvPr>
          <p:cNvSpPr/>
          <p:nvPr/>
        </p:nvSpPr>
        <p:spPr>
          <a:xfrm>
            <a:off x="1490982" y="5590361"/>
            <a:ext cx="1044000" cy="360000"/>
          </a:xfrm>
          <a:prstGeom prst="bevel">
            <a:avLst>
              <a:gd name="adj" fmla="val 5243"/>
            </a:avLst>
          </a:prstGeom>
          <a:solidFill>
            <a:srgbClr val="FFFF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ROBOT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HOME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94" name="빗면 88">
            <a:extLst>
              <a:ext uri="{FF2B5EF4-FFF2-40B4-BE49-F238E27FC236}">
                <a16:creationId xmlns:a16="http://schemas.microsoft.com/office/drawing/2014/main" id="{DA4872B6-38A9-49D8-9C2B-E75044307A10}"/>
              </a:ext>
            </a:extLst>
          </p:cNvPr>
          <p:cNvSpPr/>
          <p:nvPr/>
        </p:nvSpPr>
        <p:spPr>
          <a:xfrm>
            <a:off x="2588982" y="5590361"/>
            <a:ext cx="1044000" cy="360000"/>
          </a:xfrm>
          <a:prstGeom prst="bevel">
            <a:avLst>
              <a:gd name="adj" fmla="val 524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SPRAY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POSITION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95B3194A-78C7-4847-9579-8D0561095070}"/>
              </a:ext>
            </a:extLst>
          </p:cNvPr>
          <p:cNvGrpSpPr/>
          <p:nvPr/>
        </p:nvGrpSpPr>
        <p:grpSpPr>
          <a:xfrm>
            <a:off x="5048426" y="5494482"/>
            <a:ext cx="1656144" cy="556001"/>
            <a:chOff x="4906928" y="5272041"/>
            <a:chExt cx="1656144" cy="774828"/>
          </a:xfrm>
        </p:grpSpPr>
        <p:sp>
          <p:nvSpPr>
            <p:cNvPr id="96" name="빗면 40">
              <a:extLst>
                <a:ext uri="{FF2B5EF4-FFF2-40B4-BE49-F238E27FC236}">
                  <a16:creationId xmlns:a16="http://schemas.microsoft.com/office/drawing/2014/main" id="{B9BE79E4-DEF5-456B-A83A-B612A40B592C}"/>
                </a:ext>
              </a:extLst>
            </p:cNvPr>
            <p:cNvSpPr/>
            <p:nvPr/>
          </p:nvSpPr>
          <p:spPr>
            <a:xfrm>
              <a:off x="5303072" y="5272041"/>
              <a:ext cx="1260000" cy="360000"/>
            </a:xfrm>
            <a:prstGeom prst="bevel">
              <a:avLst/>
            </a:prstGeom>
            <a:solidFill>
              <a:srgbClr val="92D050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COLOR 1 OFF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97" name="빗면 75">
              <a:extLst>
                <a:ext uri="{FF2B5EF4-FFF2-40B4-BE49-F238E27FC236}">
                  <a16:creationId xmlns:a16="http://schemas.microsoft.com/office/drawing/2014/main" id="{A37524D5-B348-4251-B4A0-7925740C7552}"/>
                </a:ext>
              </a:extLst>
            </p:cNvPr>
            <p:cNvSpPr/>
            <p:nvPr/>
          </p:nvSpPr>
          <p:spPr>
            <a:xfrm>
              <a:off x="5303072" y="5674325"/>
              <a:ext cx="1260000" cy="360000"/>
            </a:xfrm>
            <a:prstGeom prst="bevel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COLOR 2 OFF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CD970142-813F-464A-9494-CDCE96087BEF}"/>
                </a:ext>
              </a:extLst>
            </p:cNvPr>
            <p:cNvGrpSpPr/>
            <p:nvPr/>
          </p:nvGrpSpPr>
          <p:grpSpPr>
            <a:xfrm>
              <a:off x="4906928" y="5274832"/>
              <a:ext cx="360000" cy="772037"/>
              <a:chOff x="5076096" y="5268754"/>
              <a:chExt cx="360000" cy="772037"/>
            </a:xfrm>
          </p:grpSpPr>
          <p:sp>
            <p:nvSpPr>
              <p:cNvPr id="99" name="직사각형 98">
                <a:extLst>
                  <a:ext uri="{FF2B5EF4-FFF2-40B4-BE49-F238E27FC236}">
                    <a16:creationId xmlns:a16="http://schemas.microsoft.com/office/drawing/2014/main" id="{56CBECBD-96DB-481B-8D9C-E8B283DA3850}"/>
                  </a:ext>
                </a:extLst>
              </p:cNvPr>
              <p:cNvSpPr/>
              <p:nvPr/>
            </p:nvSpPr>
            <p:spPr>
              <a:xfrm>
                <a:off x="5076096" y="5283169"/>
                <a:ext cx="360000" cy="756000"/>
              </a:xfrm>
              <a:prstGeom prst="rect">
                <a:avLst/>
              </a:prstGeom>
              <a:solidFill>
                <a:srgbClr val="00206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81CD4F1F-0133-433D-9746-DD2BC7EBFA01}"/>
                  </a:ext>
                </a:extLst>
              </p:cNvPr>
              <p:cNvSpPr txBox="1"/>
              <p:nvPr/>
            </p:nvSpPr>
            <p:spPr>
              <a:xfrm>
                <a:off x="5118879" y="5268754"/>
                <a:ext cx="274434" cy="7720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ko-KR" sz="600" b="1" dirty="0">
                    <a:solidFill>
                      <a:schemeClr val="bg1"/>
                    </a:solidFill>
                  </a:rPr>
                  <a:t>C</a:t>
                </a:r>
              </a:p>
              <a:p>
                <a:pPr algn="dist"/>
                <a:r>
                  <a:rPr lang="en-US" altLang="ko-KR" sz="600" b="1" dirty="0">
                    <a:solidFill>
                      <a:schemeClr val="bg1"/>
                    </a:solidFill>
                  </a:rPr>
                  <a:t>O</a:t>
                </a:r>
              </a:p>
              <a:p>
                <a:pPr algn="dist"/>
                <a:r>
                  <a:rPr lang="en-US" altLang="ko-KR" sz="600" b="1" dirty="0">
                    <a:solidFill>
                      <a:schemeClr val="bg1"/>
                    </a:solidFill>
                  </a:rPr>
                  <a:t>L</a:t>
                </a:r>
              </a:p>
              <a:p>
                <a:pPr algn="dist"/>
                <a:r>
                  <a:rPr lang="en-US" altLang="ko-KR" sz="600" b="1" dirty="0">
                    <a:solidFill>
                      <a:schemeClr val="bg1"/>
                    </a:solidFill>
                  </a:rPr>
                  <a:t>O</a:t>
                </a:r>
              </a:p>
              <a:p>
                <a:pPr algn="dist"/>
                <a:r>
                  <a:rPr lang="en-US" altLang="ko-KR" sz="600" b="1" dirty="0">
                    <a:solidFill>
                      <a:schemeClr val="bg1"/>
                    </a:solidFill>
                  </a:rPr>
                  <a:t>R</a:t>
                </a:r>
                <a:endParaRPr lang="ko-KR" altLang="en-US" sz="6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01" name="빗면 85">
            <a:extLst>
              <a:ext uri="{FF2B5EF4-FFF2-40B4-BE49-F238E27FC236}">
                <a16:creationId xmlns:a16="http://schemas.microsoft.com/office/drawing/2014/main" id="{8A75506C-31EE-486A-A6D5-74CCB59ADB82}"/>
              </a:ext>
            </a:extLst>
          </p:cNvPr>
          <p:cNvSpPr/>
          <p:nvPr/>
        </p:nvSpPr>
        <p:spPr>
          <a:xfrm>
            <a:off x="7497802" y="5598295"/>
            <a:ext cx="1071868" cy="360000"/>
          </a:xfrm>
          <a:prstGeom prst="bevel">
            <a:avLst>
              <a:gd name="adj" fmla="val 5243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>
                <a:solidFill>
                  <a:schemeClr val="tx1"/>
                </a:solidFill>
              </a:rPr>
              <a:t>작업시작</a:t>
            </a:r>
            <a:endParaRPr lang="en-US" altLang="ko-KR" sz="1050" b="1">
              <a:solidFill>
                <a:schemeClr val="tx1"/>
              </a:solidFill>
            </a:endParaRPr>
          </a:p>
          <a:p>
            <a:pPr algn="ctr"/>
            <a:r>
              <a:rPr lang="ko-KR" altLang="en-US" sz="1050" b="1">
                <a:solidFill>
                  <a:schemeClr val="tx1"/>
                </a:solidFill>
              </a:rPr>
              <a:t>페이지 이동</a:t>
            </a:r>
            <a:endParaRPr lang="ko-KR" altLang="en-US" sz="1050" b="1" dirty="0">
              <a:solidFill>
                <a:schemeClr val="tx1"/>
              </a:solidFill>
            </a:endParaRPr>
          </a:p>
        </p:txBody>
      </p:sp>
      <p:sp>
        <p:nvSpPr>
          <p:cNvPr id="103" name="말풍선: 사각형 102">
            <a:extLst>
              <a:ext uri="{FF2B5EF4-FFF2-40B4-BE49-F238E27FC236}">
                <a16:creationId xmlns:a16="http://schemas.microsoft.com/office/drawing/2014/main" id="{4CFF1B4E-D96E-4EC8-932C-043B4C9A650C}"/>
              </a:ext>
            </a:extLst>
          </p:cNvPr>
          <p:cNvSpPr/>
          <p:nvPr/>
        </p:nvSpPr>
        <p:spPr>
          <a:xfrm>
            <a:off x="7698753" y="6130441"/>
            <a:ext cx="1266691" cy="352436"/>
          </a:xfrm>
          <a:prstGeom prst="wedgeRectCallout">
            <a:avLst>
              <a:gd name="adj1" fmla="val -33698"/>
              <a:gd name="adj2" fmla="val -100428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/>
              <a:t>로 이동</a:t>
            </a:r>
          </a:p>
        </p:txBody>
      </p:sp>
      <p:pic>
        <p:nvPicPr>
          <p:cNvPr id="104" name="그림 103">
            <a:extLst>
              <a:ext uri="{FF2B5EF4-FFF2-40B4-BE49-F238E27FC236}">
                <a16:creationId xmlns:a16="http://schemas.microsoft.com/office/drawing/2014/main" id="{C3AEB68F-577F-4A94-BD2D-80B5D63AE573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EAECF2"/>
              </a:clrFrom>
              <a:clrTo>
                <a:srgbClr val="EAECF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23358" y="6158170"/>
            <a:ext cx="294296" cy="29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05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87000" y="1388096"/>
            <a:ext cx="8370000" cy="4567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AUTOMATIC OPERATION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700-419E-4133-B797-32B7314A54A9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87000" y="1388096"/>
            <a:ext cx="8370000" cy="47052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빗면 7"/>
          <p:cNvSpPr/>
          <p:nvPr/>
        </p:nvSpPr>
        <p:spPr>
          <a:xfrm>
            <a:off x="2735796" y="1400796"/>
            <a:ext cx="3672408" cy="432000"/>
          </a:xfrm>
          <a:prstGeom prst="bevel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106185" y="1431794"/>
            <a:ext cx="2931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</a:rPr>
              <a:t>AUTOMATIC OPERATION</a:t>
            </a:r>
            <a:endParaRPr lang="ko-KR" altLang="en-US" b="1" dirty="0">
              <a:solidFill>
                <a:srgbClr val="FFFF66"/>
              </a:solidFill>
            </a:endParaRPr>
          </a:p>
        </p:txBody>
      </p:sp>
      <p:graphicFrame>
        <p:nvGraphicFramePr>
          <p:cNvPr id="12" name="개체 11"/>
          <p:cNvGraphicFramePr>
            <a:graphicFrameLocks noChangeAspect="1"/>
          </p:cNvGraphicFramePr>
          <p:nvPr/>
        </p:nvGraphicFramePr>
        <p:xfrm>
          <a:off x="6684042" y="1397205"/>
          <a:ext cx="664200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Image" r:id="rId4" imgW="1066320" imgH="711000" progId="Photoshop.Image.11">
                  <p:embed/>
                </p:oleObj>
              </mc:Choice>
              <mc:Fallback>
                <p:oleObj name="Image" r:id="rId4" imgW="1066320" imgH="711000" progId="Photoshop.Image.11">
                  <p:embed/>
                  <p:pic>
                    <p:nvPicPr>
                      <p:cNvPr id="12" name="개체 1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84042" y="1397205"/>
                        <a:ext cx="664200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개체 12"/>
          <p:cNvGraphicFramePr>
            <a:graphicFrameLocks noChangeAspect="1"/>
          </p:cNvGraphicFramePr>
          <p:nvPr/>
        </p:nvGraphicFramePr>
        <p:xfrm>
          <a:off x="7370606" y="1397205"/>
          <a:ext cx="656294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Image" r:id="rId6" imgW="1053720" imgH="711000" progId="Photoshop.Image.11">
                  <p:embed/>
                </p:oleObj>
              </mc:Choice>
              <mc:Fallback>
                <p:oleObj name="Image" r:id="rId6" imgW="1053720" imgH="711000" progId="Photoshop.Image.11">
                  <p:embed/>
                  <p:pic>
                    <p:nvPicPr>
                      <p:cNvPr id="13" name="개체 1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370606" y="1397205"/>
                        <a:ext cx="656294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개체 13"/>
          <p:cNvGraphicFramePr>
            <a:graphicFrameLocks noChangeAspect="1"/>
          </p:cNvGraphicFramePr>
          <p:nvPr/>
        </p:nvGraphicFramePr>
        <p:xfrm>
          <a:off x="8049264" y="1397205"/>
          <a:ext cx="648385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Image" r:id="rId8" imgW="1041120" imgH="711000" progId="Photoshop.Image.11">
                  <p:embed/>
                </p:oleObj>
              </mc:Choice>
              <mc:Fallback>
                <p:oleObj name="Image" r:id="rId8" imgW="1041120" imgH="711000" progId="Photoshop.Image.11">
                  <p:embed/>
                  <p:pic>
                    <p:nvPicPr>
                      <p:cNvPr id="14" name="개체 1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049264" y="1397205"/>
                        <a:ext cx="648385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82325" y="1470266"/>
            <a:ext cx="19141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 dirty="0">
                <a:solidFill>
                  <a:srgbClr val="FFFF66"/>
                </a:solidFill>
              </a:rPr>
              <a:t>3-AXIS ROBOT SPRAY</a:t>
            </a:r>
            <a:endParaRPr lang="ko-KR" altLang="en-US" sz="1300" b="1" dirty="0">
              <a:solidFill>
                <a:srgbClr val="FFFF66"/>
              </a:solidFill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1348150" y="2036426"/>
            <a:ext cx="0" cy="40564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7" name="그룹 1046"/>
          <p:cNvGrpSpPr/>
          <p:nvPr/>
        </p:nvGrpSpPr>
        <p:grpSpPr>
          <a:xfrm>
            <a:off x="399664" y="3838762"/>
            <a:ext cx="936000" cy="450000"/>
            <a:chOff x="395536" y="3731115"/>
            <a:chExt cx="936000" cy="468000"/>
          </a:xfrm>
        </p:grpSpPr>
        <p:sp>
          <p:nvSpPr>
            <p:cNvPr id="33" name="빗면 32"/>
            <p:cNvSpPr/>
            <p:nvPr/>
          </p:nvSpPr>
          <p:spPr>
            <a:xfrm>
              <a:off x="395536" y="3731115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7" name="그림 56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851" y="3839115"/>
              <a:ext cx="243765" cy="252000"/>
            </a:xfrm>
            <a:prstGeom prst="rect">
              <a:avLst/>
            </a:prstGeom>
          </p:spPr>
        </p:pic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3846400"/>
              <a:ext cx="275119" cy="252000"/>
            </a:xfrm>
            <a:prstGeom prst="rect">
              <a:avLst/>
            </a:prstGeom>
          </p:spPr>
        </p:pic>
      </p:grpSp>
      <p:grpSp>
        <p:nvGrpSpPr>
          <p:cNvPr id="1050" name="그룹 1049"/>
          <p:cNvGrpSpPr/>
          <p:nvPr/>
        </p:nvGrpSpPr>
        <p:grpSpPr>
          <a:xfrm>
            <a:off x="399664" y="5190424"/>
            <a:ext cx="936000" cy="450000"/>
            <a:chOff x="403799" y="5149683"/>
            <a:chExt cx="936000" cy="468000"/>
          </a:xfrm>
        </p:grpSpPr>
        <p:sp>
          <p:nvSpPr>
            <p:cNvPr id="78" name="빗면 77"/>
            <p:cNvSpPr/>
            <p:nvPr/>
          </p:nvSpPr>
          <p:spPr>
            <a:xfrm>
              <a:off x="403799" y="5149683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9" name="그림 78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771" y="5221683"/>
              <a:ext cx="334452" cy="324000"/>
            </a:xfrm>
            <a:prstGeom prst="rect">
              <a:avLst/>
            </a:prstGeom>
          </p:spPr>
        </p:pic>
      </p:grpSp>
      <p:grpSp>
        <p:nvGrpSpPr>
          <p:cNvPr id="1051" name="그룹 1050"/>
          <p:cNvGrpSpPr/>
          <p:nvPr/>
        </p:nvGrpSpPr>
        <p:grpSpPr>
          <a:xfrm>
            <a:off x="399664" y="5640976"/>
            <a:ext cx="936000" cy="450000"/>
            <a:chOff x="395536" y="5625295"/>
            <a:chExt cx="936000" cy="468000"/>
          </a:xfrm>
        </p:grpSpPr>
        <p:sp>
          <p:nvSpPr>
            <p:cNvPr id="37" name="빗면 36"/>
            <p:cNvSpPr/>
            <p:nvPr/>
          </p:nvSpPr>
          <p:spPr>
            <a:xfrm>
              <a:off x="395536" y="5625295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5" name="왼쪽 화살표 1034"/>
            <p:cNvSpPr/>
            <p:nvPr/>
          </p:nvSpPr>
          <p:spPr>
            <a:xfrm>
              <a:off x="721264" y="5739452"/>
              <a:ext cx="252000" cy="252000"/>
            </a:xfrm>
            <a:prstGeom prst="lef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43" name="그룹 1042"/>
          <p:cNvGrpSpPr/>
          <p:nvPr/>
        </p:nvGrpSpPr>
        <p:grpSpPr>
          <a:xfrm>
            <a:off x="399664" y="2036546"/>
            <a:ext cx="936000" cy="450000"/>
            <a:chOff x="395536" y="1844823"/>
            <a:chExt cx="936000" cy="468000"/>
          </a:xfrm>
        </p:grpSpPr>
        <p:sp>
          <p:nvSpPr>
            <p:cNvPr id="29" name="빗면 28"/>
            <p:cNvSpPr/>
            <p:nvPr/>
          </p:nvSpPr>
          <p:spPr>
            <a:xfrm>
              <a:off x="395536" y="1844823"/>
              <a:ext cx="936000" cy="468000"/>
            </a:xfrm>
            <a:prstGeom prst="bevel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6" name="그림 1035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21" y="1917458"/>
              <a:ext cx="258750" cy="324000"/>
            </a:xfrm>
            <a:prstGeom prst="rect">
              <a:avLst/>
            </a:prstGeom>
          </p:spPr>
        </p:pic>
      </p:grpSp>
      <p:grpSp>
        <p:nvGrpSpPr>
          <p:cNvPr id="1049" name="그룹 1048"/>
          <p:cNvGrpSpPr/>
          <p:nvPr/>
        </p:nvGrpSpPr>
        <p:grpSpPr>
          <a:xfrm>
            <a:off x="399664" y="4739870"/>
            <a:ext cx="936000" cy="450000"/>
            <a:chOff x="395536" y="4674261"/>
            <a:chExt cx="936000" cy="468000"/>
          </a:xfrm>
        </p:grpSpPr>
        <p:sp>
          <p:nvSpPr>
            <p:cNvPr id="35" name="빗면 34"/>
            <p:cNvSpPr/>
            <p:nvPr/>
          </p:nvSpPr>
          <p:spPr>
            <a:xfrm>
              <a:off x="395536" y="4674261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7" name="그림 1036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523" y="4737117"/>
              <a:ext cx="222552" cy="324000"/>
            </a:xfrm>
            <a:prstGeom prst="rect">
              <a:avLst/>
            </a:prstGeom>
          </p:spPr>
        </p:pic>
      </p:grpSp>
      <p:grpSp>
        <p:nvGrpSpPr>
          <p:cNvPr id="27" name="그룹 26"/>
          <p:cNvGrpSpPr/>
          <p:nvPr/>
        </p:nvGrpSpPr>
        <p:grpSpPr>
          <a:xfrm>
            <a:off x="399664" y="3388208"/>
            <a:ext cx="936000" cy="450000"/>
            <a:chOff x="410776" y="3498167"/>
            <a:chExt cx="936000" cy="432000"/>
          </a:xfrm>
        </p:grpSpPr>
        <p:sp>
          <p:nvSpPr>
            <p:cNvPr id="32" name="빗면 31"/>
            <p:cNvSpPr/>
            <p:nvPr/>
          </p:nvSpPr>
          <p:spPr>
            <a:xfrm>
              <a:off x="410776" y="3498167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76" y="3633167"/>
              <a:ext cx="324000" cy="162000"/>
            </a:xfrm>
            <a:prstGeom prst="rect">
              <a:avLst/>
            </a:prstGeom>
          </p:spPr>
        </p:pic>
      </p:grpSp>
      <p:grpSp>
        <p:nvGrpSpPr>
          <p:cNvPr id="25" name="그룹 24"/>
          <p:cNvGrpSpPr/>
          <p:nvPr/>
        </p:nvGrpSpPr>
        <p:grpSpPr>
          <a:xfrm>
            <a:off x="399664" y="2487100"/>
            <a:ext cx="936000" cy="450000"/>
            <a:chOff x="410776" y="2635965"/>
            <a:chExt cx="936000" cy="432000"/>
          </a:xfrm>
        </p:grpSpPr>
        <p:sp>
          <p:nvSpPr>
            <p:cNvPr id="30" name="빗면 29"/>
            <p:cNvSpPr/>
            <p:nvPr/>
          </p:nvSpPr>
          <p:spPr>
            <a:xfrm>
              <a:off x="410776" y="2635965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6648" y="2731027"/>
              <a:ext cx="205776" cy="234000"/>
            </a:xfrm>
            <a:prstGeom prst="rect">
              <a:avLst/>
            </a:prstGeom>
          </p:spPr>
        </p:pic>
      </p:grpSp>
      <p:grpSp>
        <p:nvGrpSpPr>
          <p:cNvPr id="26" name="그룹 25"/>
          <p:cNvGrpSpPr/>
          <p:nvPr/>
        </p:nvGrpSpPr>
        <p:grpSpPr>
          <a:xfrm>
            <a:off x="399664" y="2937654"/>
            <a:ext cx="936000" cy="450000"/>
            <a:chOff x="410776" y="3067066"/>
            <a:chExt cx="936000" cy="432000"/>
          </a:xfrm>
        </p:grpSpPr>
        <p:sp>
          <p:nvSpPr>
            <p:cNvPr id="31" name="빗면 30"/>
            <p:cNvSpPr/>
            <p:nvPr/>
          </p:nvSpPr>
          <p:spPr>
            <a:xfrm>
              <a:off x="410776" y="3067066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3" name="그림 52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6329" y="3159162"/>
              <a:ext cx="205776" cy="234000"/>
            </a:xfrm>
            <a:prstGeom prst="rect">
              <a:avLst/>
            </a:prstGeom>
          </p:spPr>
        </p:pic>
        <p:pic>
          <p:nvPicPr>
            <p:cNvPr id="54" name="그림 53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210" y="3159162"/>
              <a:ext cx="205776" cy="234000"/>
            </a:xfrm>
            <a:prstGeom prst="rect">
              <a:avLst/>
            </a:prstGeom>
          </p:spPr>
        </p:pic>
        <p:pic>
          <p:nvPicPr>
            <p:cNvPr id="55" name="그림 54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7832" y="3159162"/>
              <a:ext cx="205776" cy="234000"/>
            </a:xfrm>
            <a:prstGeom prst="rect">
              <a:avLst/>
            </a:prstGeom>
          </p:spPr>
        </p:pic>
      </p:grpSp>
      <p:grpSp>
        <p:nvGrpSpPr>
          <p:cNvPr id="28" name="그룹 27"/>
          <p:cNvGrpSpPr/>
          <p:nvPr/>
        </p:nvGrpSpPr>
        <p:grpSpPr>
          <a:xfrm>
            <a:off x="399664" y="4289316"/>
            <a:ext cx="936000" cy="450000"/>
            <a:chOff x="410776" y="4360369"/>
            <a:chExt cx="936000" cy="432000"/>
          </a:xfrm>
        </p:grpSpPr>
        <p:sp>
          <p:nvSpPr>
            <p:cNvPr id="34" name="빗면 33"/>
            <p:cNvSpPr/>
            <p:nvPr/>
          </p:nvSpPr>
          <p:spPr>
            <a:xfrm>
              <a:off x="410776" y="4360369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968" y="4438909"/>
              <a:ext cx="351529" cy="298800"/>
            </a:xfrm>
            <a:prstGeom prst="rect">
              <a:avLst/>
            </a:prstGeom>
          </p:spPr>
        </p:pic>
      </p:grpSp>
      <p:grpSp>
        <p:nvGrpSpPr>
          <p:cNvPr id="49" name="그룹 48"/>
          <p:cNvGrpSpPr/>
          <p:nvPr/>
        </p:nvGrpSpPr>
        <p:grpSpPr>
          <a:xfrm>
            <a:off x="399664" y="5640976"/>
            <a:ext cx="936000" cy="450000"/>
            <a:chOff x="399664" y="5640976"/>
            <a:chExt cx="936000" cy="450000"/>
          </a:xfrm>
        </p:grpSpPr>
        <p:sp>
          <p:nvSpPr>
            <p:cNvPr id="50" name="빗면 49"/>
            <p:cNvSpPr/>
            <p:nvPr/>
          </p:nvSpPr>
          <p:spPr>
            <a:xfrm>
              <a:off x="399664" y="5640976"/>
              <a:ext cx="936000" cy="450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1" name="그림 50"/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01" y="5740456"/>
              <a:ext cx="303927" cy="252000"/>
            </a:xfrm>
            <a:prstGeom prst="rect">
              <a:avLst/>
            </a:prstGeom>
          </p:spPr>
        </p:pic>
      </p:grpSp>
      <p:sp>
        <p:nvSpPr>
          <p:cNvPr id="58" name="직사각형 57"/>
          <p:cNvSpPr/>
          <p:nvPr/>
        </p:nvSpPr>
        <p:spPr>
          <a:xfrm>
            <a:off x="382325" y="1844824"/>
            <a:ext cx="720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/>
          <p:cNvSpPr/>
          <p:nvPr/>
        </p:nvSpPr>
        <p:spPr>
          <a:xfrm>
            <a:off x="382325" y="1844822"/>
            <a:ext cx="7200000" cy="9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0" name="직선 연결선 59"/>
          <p:cNvCxnSpPr/>
          <p:nvPr/>
        </p:nvCxnSpPr>
        <p:spPr>
          <a:xfrm>
            <a:off x="387000" y="1844824"/>
            <a:ext cx="837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382325" y="2029098"/>
            <a:ext cx="837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409005" y="1805594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schemeClr val="bg1"/>
                </a:solidFill>
              </a:rPr>
              <a:t>Last Alarm List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63" name="직선 연결선 62"/>
          <p:cNvCxnSpPr/>
          <p:nvPr/>
        </p:nvCxnSpPr>
        <p:spPr>
          <a:xfrm rot="5400000">
            <a:off x="7496812" y="1934824"/>
            <a:ext cx="18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536316" y="1819406"/>
            <a:ext cx="12666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/>
              <a:t>06/21/2024 17:48:50</a:t>
            </a:r>
          </a:p>
        </p:txBody>
      </p:sp>
      <p:cxnSp>
        <p:nvCxnSpPr>
          <p:cNvPr id="7" name="직선 연결선 6"/>
          <p:cNvCxnSpPr/>
          <p:nvPr/>
        </p:nvCxnSpPr>
        <p:spPr>
          <a:xfrm>
            <a:off x="1389690" y="5220056"/>
            <a:ext cx="29662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그룹 68"/>
          <p:cNvGrpSpPr/>
          <p:nvPr/>
        </p:nvGrpSpPr>
        <p:grpSpPr>
          <a:xfrm>
            <a:off x="7118568" y="5274832"/>
            <a:ext cx="756000" cy="756000"/>
            <a:chOff x="4644008" y="2569575"/>
            <a:chExt cx="525147" cy="419420"/>
          </a:xfrm>
        </p:grpSpPr>
        <p:sp>
          <p:nvSpPr>
            <p:cNvPr id="70" name="빗면 69"/>
            <p:cNvSpPr/>
            <p:nvPr/>
          </p:nvSpPr>
          <p:spPr>
            <a:xfrm>
              <a:off x="4644008" y="2569575"/>
              <a:ext cx="525147" cy="419420"/>
            </a:xfrm>
            <a:prstGeom prst="bevel">
              <a:avLst/>
            </a:prstGeom>
            <a:solidFill>
              <a:srgbClr val="00B0F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이등변 삼각형 70"/>
            <p:cNvSpPr/>
            <p:nvPr/>
          </p:nvSpPr>
          <p:spPr>
            <a:xfrm rot="5400000">
              <a:off x="4798581" y="2671285"/>
              <a:ext cx="216000" cy="216000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2" name="그룹 71"/>
          <p:cNvGrpSpPr/>
          <p:nvPr/>
        </p:nvGrpSpPr>
        <p:grpSpPr>
          <a:xfrm>
            <a:off x="7944816" y="5274832"/>
            <a:ext cx="756000" cy="756000"/>
            <a:chOff x="5292080" y="2569575"/>
            <a:chExt cx="525147" cy="419420"/>
          </a:xfrm>
        </p:grpSpPr>
        <p:sp>
          <p:nvSpPr>
            <p:cNvPr id="73" name="빗면 72"/>
            <p:cNvSpPr/>
            <p:nvPr/>
          </p:nvSpPr>
          <p:spPr>
            <a:xfrm>
              <a:off x="5292080" y="2569575"/>
              <a:ext cx="525147" cy="419420"/>
            </a:xfrm>
            <a:prstGeom prst="bevel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5446653" y="2671285"/>
              <a:ext cx="216000" cy="2160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8" name="그룹 67"/>
          <p:cNvGrpSpPr/>
          <p:nvPr/>
        </p:nvGrpSpPr>
        <p:grpSpPr>
          <a:xfrm>
            <a:off x="5048426" y="5272041"/>
            <a:ext cx="1656144" cy="787621"/>
            <a:chOff x="4906928" y="5272041"/>
            <a:chExt cx="1656144" cy="787621"/>
          </a:xfrm>
        </p:grpSpPr>
        <p:sp>
          <p:nvSpPr>
            <p:cNvPr id="41" name="빗면 40"/>
            <p:cNvSpPr/>
            <p:nvPr/>
          </p:nvSpPr>
          <p:spPr>
            <a:xfrm>
              <a:off x="5303072" y="5272041"/>
              <a:ext cx="1260000" cy="360000"/>
            </a:xfrm>
            <a:prstGeom prst="bevel">
              <a:avLst/>
            </a:prstGeom>
            <a:solidFill>
              <a:srgbClr val="92D050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COLOR 1 OFF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76" name="빗면 75"/>
            <p:cNvSpPr/>
            <p:nvPr/>
          </p:nvSpPr>
          <p:spPr>
            <a:xfrm>
              <a:off x="5303072" y="5674325"/>
              <a:ext cx="1260000" cy="360000"/>
            </a:xfrm>
            <a:prstGeom prst="bevel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COLOR 2 OFF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grpSp>
          <p:nvGrpSpPr>
            <p:cNvPr id="47" name="그룹 46"/>
            <p:cNvGrpSpPr/>
            <p:nvPr/>
          </p:nvGrpSpPr>
          <p:grpSpPr>
            <a:xfrm>
              <a:off x="4906928" y="5274832"/>
              <a:ext cx="360000" cy="784830"/>
              <a:chOff x="5076096" y="5268754"/>
              <a:chExt cx="360000" cy="784830"/>
            </a:xfrm>
          </p:grpSpPr>
          <p:sp>
            <p:nvSpPr>
              <p:cNvPr id="43" name="직사각형 42"/>
              <p:cNvSpPr/>
              <p:nvPr/>
            </p:nvSpPr>
            <p:spPr>
              <a:xfrm>
                <a:off x="5076096" y="5283169"/>
                <a:ext cx="360000" cy="756000"/>
              </a:xfrm>
              <a:prstGeom prst="rect">
                <a:avLst/>
              </a:prstGeom>
              <a:solidFill>
                <a:srgbClr val="00206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5118879" y="5268754"/>
                <a:ext cx="274434" cy="7848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dist"/>
                <a:r>
                  <a:rPr lang="en-US" altLang="ko-KR" sz="900" b="1" dirty="0">
                    <a:solidFill>
                      <a:schemeClr val="bg1"/>
                    </a:solidFill>
                  </a:rPr>
                  <a:t>C</a:t>
                </a:r>
              </a:p>
              <a:p>
                <a:pPr algn="dist"/>
                <a:r>
                  <a:rPr lang="en-US" altLang="ko-KR" sz="900" b="1" dirty="0">
                    <a:solidFill>
                      <a:schemeClr val="bg1"/>
                    </a:solidFill>
                  </a:rPr>
                  <a:t>O</a:t>
                </a:r>
              </a:p>
              <a:p>
                <a:pPr algn="dist"/>
                <a:r>
                  <a:rPr lang="en-US" altLang="ko-KR" sz="900" b="1" dirty="0">
                    <a:solidFill>
                      <a:schemeClr val="bg1"/>
                    </a:solidFill>
                  </a:rPr>
                  <a:t>L</a:t>
                </a:r>
              </a:p>
              <a:p>
                <a:pPr algn="dist"/>
                <a:r>
                  <a:rPr lang="en-US" altLang="ko-KR" sz="900" b="1" dirty="0">
                    <a:solidFill>
                      <a:schemeClr val="bg1"/>
                    </a:solidFill>
                  </a:rPr>
                  <a:t>O</a:t>
                </a:r>
              </a:p>
              <a:p>
                <a:pPr algn="dist"/>
                <a:r>
                  <a:rPr lang="en-US" altLang="ko-KR" sz="900" b="1" dirty="0">
                    <a:solidFill>
                      <a:schemeClr val="bg1"/>
                    </a:solidFill>
                  </a:rPr>
                  <a:t>R</a:t>
                </a:r>
                <a:endParaRPr lang="ko-KR" altLang="en-US" sz="9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86" name="빗면 85"/>
          <p:cNvSpPr/>
          <p:nvPr/>
        </p:nvSpPr>
        <p:spPr>
          <a:xfrm>
            <a:off x="3590427" y="5670832"/>
            <a:ext cx="1044000" cy="360000"/>
          </a:xfrm>
          <a:prstGeom prst="bevel">
            <a:avLst>
              <a:gd name="adj" fmla="val 5243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ROBOT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READY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88" name="빗면 87"/>
          <p:cNvSpPr/>
          <p:nvPr/>
        </p:nvSpPr>
        <p:spPr>
          <a:xfrm>
            <a:off x="1394427" y="5670832"/>
            <a:ext cx="1044000" cy="360000"/>
          </a:xfrm>
          <a:prstGeom prst="bevel">
            <a:avLst>
              <a:gd name="adj" fmla="val 5243"/>
            </a:avLst>
          </a:prstGeom>
          <a:solidFill>
            <a:srgbClr val="FFFF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ROBOT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HOME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89" name="빗면 88"/>
          <p:cNvSpPr/>
          <p:nvPr/>
        </p:nvSpPr>
        <p:spPr>
          <a:xfrm>
            <a:off x="2492427" y="5670832"/>
            <a:ext cx="1044000" cy="360000"/>
          </a:xfrm>
          <a:prstGeom prst="bevel">
            <a:avLst>
              <a:gd name="adj" fmla="val 524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SPRAY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POSITION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graphicFrame>
        <p:nvGraphicFramePr>
          <p:cNvPr id="75" name="표 74"/>
          <p:cNvGraphicFramePr>
            <a:graphicFrameLocks noGrp="1"/>
          </p:cNvGraphicFramePr>
          <p:nvPr/>
        </p:nvGraphicFramePr>
        <p:xfrm>
          <a:off x="1394427" y="5254267"/>
          <a:ext cx="324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000">
                  <a:extLst>
                    <a:ext uri="{9D8B030D-6E8A-4147-A177-3AD203B41FA5}">
                      <a16:colId xmlns:a16="http://schemas.microsoft.com/office/drawing/2014/main" val="1456784045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790058166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1195972614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33541424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LEFT</a:t>
                      </a:r>
                    </a:p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DRIVING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12345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RIGHT</a:t>
                      </a:r>
                    </a:p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DRIVING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12345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381606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14F4B050-6641-45E7-A8EA-B026C970BFE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80035" y="2424539"/>
            <a:ext cx="7364300" cy="2795518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8C947EA0-BAAB-4EF4-B599-C1CE80E93B3A}"/>
              </a:ext>
            </a:extLst>
          </p:cNvPr>
          <p:cNvSpPr/>
          <p:nvPr/>
        </p:nvSpPr>
        <p:spPr>
          <a:xfrm>
            <a:off x="1409601" y="2106387"/>
            <a:ext cx="786131" cy="2724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/>
              <a:t>티칭번호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98E0746D-AE57-4830-98AA-E4F0C4019C01}"/>
              </a:ext>
            </a:extLst>
          </p:cNvPr>
          <p:cNvSpPr/>
          <p:nvPr/>
        </p:nvSpPr>
        <p:spPr>
          <a:xfrm>
            <a:off x="3779911" y="2106387"/>
            <a:ext cx="4917729" cy="2724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A83F2C06-8E67-47D0-B69C-B9E1694AB8D6}"/>
              </a:ext>
            </a:extLst>
          </p:cNvPr>
          <p:cNvSpPr/>
          <p:nvPr/>
        </p:nvSpPr>
        <p:spPr>
          <a:xfrm>
            <a:off x="2221025" y="2106386"/>
            <a:ext cx="1054825" cy="2724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/>
              <a:t>티칭번호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608144-5D88-4DBF-A173-993894150F52}"/>
              </a:ext>
            </a:extLst>
          </p:cNvPr>
          <p:cNvSpPr txBox="1"/>
          <p:nvPr/>
        </p:nvSpPr>
        <p:spPr>
          <a:xfrm>
            <a:off x="2435521" y="2106386"/>
            <a:ext cx="338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10</a:t>
            </a:r>
            <a:endParaRPr lang="ko-KR" altLang="en-US" sz="1100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B284530B-FA91-4FEB-B71B-0322E617EED6}"/>
              </a:ext>
            </a:extLst>
          </p:cNvPr>
          <p:cNvSpPr/>
          <p:nvPr/>
        </p:nvSpPr>
        <p:spPr>
          <a:xfrm>
            <a:off x="3275856" y="2106385"/>
            <a:ext cx="504054" cy="2724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Save</a:t>
            </a:r>
            <a:endParaRPr lang="ko-KR" altLang="en-US" sz="10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B3E599-9E77-4305-9111-C6F2F367A960}"/>
              </a:ext>
            </a:extLst>
          </p:cNvPr>
          <p:cNvSpPr txBox="1"/>
          <p:nvPr/>
        </p:nvSpPr>
        <p:spPr>
          <a:xfrm>
            <a:off x="4036956" y="2122574"/>
            <a:ext cx="250100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/>
              <a:t>ABCDEFGHIJKLMNOPQRSTUVWXYZ</a:t>
            </a:r>
            <a:endParaRPr lang="ko-KR" altLang="en-US" sz="105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A4CB2F-A239-4D85-968E-7A59A0D6D0D8}"/>
              </a:ext>
            </a:extLst>
          </p:cNvPr>
          <p:cNvSpPr/>
          <p:nvPr/>
        </p:nvSpPr>
        <p:spPr>
          <a:xfrm>
            <a:off x="2444149" y="2131846"/>
            <a:ext cx="496809" cy="23277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10</a:t>
            </a:r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5728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87000" y="1388096"/>
            <a:ext cx="8370000" cy="4567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ROBOT SETTING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700-419E-4133-B797-32B7314A54A9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87000" y="1388096"/>
            <a:ext cx="8370000" cy="47052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빗면 7"/>
          <p:cNvSpPr/>
          <p:nvPr/>
        </p:nvSpPr>
        <p:spPr>
          <a:xfrm>
            <a:off x="2735796" y="1400796"/>
            <a:ext cx="3672408" cy="432000"/>
          </a:xfrm>
          <a:prstGeom prst="bevel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572114" y="1431794"/>
            <a:ext cx="1999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</a:rPr>
              <a:t>ROBOT SETTING</a:t>
            </a:r>
            <a:endParaRPr lang="ko-KR" altLang="en-US" b="1" dirty="0">
              <a:solidFill>
                <a:srgbClr val="FFFF66"/>
              </a:solidFill>
            </a:endParaRPr>
          </a:p>
        </p:txBody>
      </p:sp>
      <p:graphicFrame>
        <p:nvGraphicFramePr>
          <p:cNvPr id="12" name="개체 11"/>
          <p:cNvGraphicFramePr>
            <a:graphicFrameLocks noChangeAspect="1"/>
          </p:cNvGraphicFramePr>
          <p:nvPr/>
        </p:nvGraphicFramePr>
        <p:xfrm>
          <a:off x="6684042" y="1397205"/>
          <a:ext cx="664200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Image" r:id="rId3" imgW="1066320" imgH="711000" progId="Photoshop.Image.11">
                  <p:embed/>
                </p:oleObj>
              </mc:Choice>
              <mc:Fallback>
                <p:oleObj name="Image" r:id="rId3" imgW="1066320" imgH="711000" progId="Photoshop.Image.11">
                  <p:embed/>
                  <p:pic>
                    <p:nvPicPr>
                      <p:cNvPr id="12" name="개체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84042" y="1397205"/>
                        <a:ext cx="664200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개체 12"/>
          <p:cNvGraphicFramePr>
            <a:graphicFrameLocks noChangeAspect="1"/>
          </p:cNvGraphicFramePr>
          <p:nvPr/>
        </p:nvGraphicFramePr>
        <p:xfrm>
          <a:off x="7370606" y="1397205"/>
          <a:ext cx="656294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Image" r:id="rId5" imgW="1053720" imgH="711000" progId="Photoshop.Image.11">
                  <p:embed/>
                </p:oleObj>
              </mc:Choice>
              <mc:Fallback>
                <p:oleObj name="Image" r:id="rId5" imgW="1053720" imgH="711000" progId="Photoshop.Image.11">
                  <p:embed/>
                  <p:pic>
                    <p:nvPicPr>
                      <p:cNvPr id="13" name="개체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70606" y="1397205"/>
                        <a:ext cx="656294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개체 13"/>
          <p:cNvGraphicFramePr>
            <a:graphicFrameLocks noChangeAspect="1"/>
          </p:cNvGraphicFramePr>
          <p:nvPr/>
        </p:nvGraphicFramePr>
        <p:xfrm>
          <a:off x="8049264" y="1397205"/>
          <a:ext cx="648385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Image" r:id="rId7" imgW="1041120" imgH="711000" progId="Photoshop.Image.11">
                  <p:embed/>
                </p:oleObj>
              </mc:Choice>
              <mc:Fallback>
                <p:oleObj name="Image" r:id="rId7" imgW="1041120" imgH="711000" progId="Photoshop.Image.11">
                  <p:embed/>
                  <p:pic>
                    <p:nvPicPr>
                      <p:cNvPr id="14" name="개체 1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49264" y="1397205"/>
                        <a:ext cx="648385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82325" y="1470266"/>
            <a:ext cx="19141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 dirty="0">
                <a:solidFill>
                  <a:srgbClr val="FFFF66"/>
                </a:solidFill>
              </a:rPr>
              <a:t>3-AXIS ROBOT SPRAY</a:t>
            </a:r>
            <a:endParaRPr lang="ko-KR" altLang="en-US" sz="1300" b="1" dirty="0">
              <a:solidFill>
                <a:srgbClr val="FFFF66"/>
              </a:solidFill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1348150" y="2036426"/>
            <a:ext cx="0" cy="40564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7" name="그룹 1046"/>
          <p:cNvGrpSpPr/>
          <p:nvPr/>
        </p:nvGrpSpPr>
        <p:grpSpPr>
          <a:xfrm>
            <a:off x="399664" y="3838762"/>
            <a:ext cx="936000" cy="450000"/>
            <a:chOff x="395536" y="3731115"/>
            <a:chExt cx="936000" cy="468000"/>
          </a:xfrm>
        </p:grpSpPr>
        <p:sp>
          <p:nvSpPr>
            <p:cNvPr id="33" name="빗면 32"/>
            <p:cNvSpPr/>
            <p:nvPr/>
          </p:nvSpPr>
          <p:spPr>
            <a:xfrm>
              <a:off x="395536" y="3731115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7" name="그림 56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851" y="3839115"/>
              <a:ext cx="243765" cy="252000"/>
            </a:xfrm>
            <a:prstGeom prst="rect">
              <a:avLst/>
            </a:prstGeom>
          </p:spPr>
        </p:pic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3846400"/>
              <a:ext cx="275119" cy="252000"/>
            </a:xfrm>
            <a:prstGeom prst="rect">
              <a:avLst/>
            </a:prstGeom>
          </p:spPr>
        </p:pic>
      </p:grpSp>
      <p:grpSp>
        <p:nvGrpSpPr>
          <p:cNvPr id="1050" name="그룹 1049"/>
          <p:cNvGrpSpPr/>
          <p:nvPr/>
        </p:nvGrpSpPr>
        <p:grpSpPr>
          <a:xfrm>
            <a:off x="399664" y="5190424"/>
            <a:ext cx="936000" cy="450000"/>
            <a:chOff x="403799" y="5149683"/>
            <a:chExt cx="936000" cy="468000"/>
          </a:xfrm>
        </p:grpSpPr>
        <p:sp>
          <p:nvSpPr>
            <p:cNvPr id="78" name="빗면 77"/>
            <p:cNvSpPr/>
            <p:nvPr/>
          </p:nvSpPr>
          <p:spPr>
            <a:xfrm>
              <a:off x="403799" y="5149683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9" name="그림 78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771" y="5221683"/>
              <a:ext cx="334452" cy="324000"/>
            </a:xfrm>
            <a:prstGeom prst="rect">
              <a:avLst/>
            </a:prstGeom>
          </p:spPr>
        </p:pic>
      </p:grpSp>
      <p:grpSp>
        <p:nvGrpSpPr>
          <p:cNvPr id="1051" name="그룹 1050"/>
          <p:cNvGrpSpPr/>
          <p:nvPr/>
        </p:nvGrpSpPr>
        <p:grpSpPr>
          <a:xfrm>
            <a:off x="399664" y="5640976"/>
            <a:ext cx="936000" cy="450000"/>
            <a:chOff x="395536" y="5625295"/>
            <a:chExt cx="936000" cy="468000"/>
          </a:xfrm>
        </p:grpSpPr>
        <p:sp>
          <p:nvSpPr>
            <p:cNvPr id="37" name="빗면 36"/>
            <p:cNvSpPr/>
            <p:nvPr/>
          </p:nvSpPr>
          <p:spPr>
            <a:xfrm>
              <a:off x="395536" y="5625295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5" name="왼쪽 화살표 1034"/>
            <p:cNvSpPr/>
            <p:nvPr/>
          </p:nvSpPr>
          <p:spPr>
            <a:xfrm>
              <a:off x="721264" y="5739452"/>
              <a:ext cx="252000" cy="252000"/>
            </a:xfrm>
            <a:prstGeom prst="lef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43" name="그룹 1042"/>
          <p:cNvGrpSpPr/>
          <p:nvPr/>
        </p:nvGrpSpPr>
        <p:grpSpPr>
          <a:xfrm>
            <a:off x="399664" y="2036546"/>
            <a:ext cx="936000" cy="450000"/>
            <a:chOff x="395536" y="1844823"/>
            <a:chExt cx="936000" cy="468000"/>
          </a:xfrm>
        </p:grpSpPr>
        <p:sp>
          <p:nvSpPr>
            <p:cNvPr id="29" name="빗면 28"/>
            <p:cNvSpPr/>
            <p:nvPr/>
          </p:nvSpPr>
          <p:spPr>
            <a:xfrm>
              <a:off x="395536" y="1844823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6" name="그림 1035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21" y="1917458"/>
              <a:ext cx="258750" cy="324000"/>
            </a:xfrm>
            <a:prstGeom prst="rect">
              <a:avLst/>
            </a:prstGeom>
          </p:spPr>
        </p:pic>
      </p:grpSp>
      <p:grpSp>
        <p:nvGrpSpPr>
          <p:cNvPr id="1049" name="그룹 1048"/>
          <p:cNvGrpSpPr/>
          <p:nvPr/>
        </p:nvGrpSpPr>
        <p:grpSpPr>
          <a:xfrm>
            <a:off x="399664" y="4739870"/>
            <a:ext cx="936000" cy="450000"/>
            <a:chOff x="395536" y="4674261"/>
            <a:chExt cx="936000" cy="468000"/>
          </a:xfrm>
        </p:grpSpPr>
        <p:sp>
          <p:nvSpPr>
            <p:cNvPr id="35" name="빗면 34"/>
            <p:cNvSpPr/>
            <p:nvPr/>
          </p:nvSpPr>
          <p:spPr>
            <a:xfrm>
              <a:off x="395536" y="4674261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7" name="그림 1036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523" y="4737117"/>
              <a:ext cx="222552" cy="324000"/>
            </a:xfrm>
            <a:prstGeom prst="rect">
              <a:avLst/>
            </a:prstGeom>
          </p:spPr>
        </p:pic>
      </p:grpSp>
      <p:grpSp>
        <p:nvGrpSpPr>
          <p:cNvPr id="27" name="그룹 26"/>
          <p:cNvGrpSpPr/>
          <p:nvPr/>
        </p:nvGrpSpPr>
        <p:grpSpPr>
          <a:xfrm>
            <a:off x="399664" y="3388208"/>
            <a:ext cx="936000" cy="450000"/>
            <a:chOff x="410776" y="3498167"/>
            <a:chExt cx="936000" cy="432000"/>
          </a:xfrm>
        </p:grpSpPr>
        <p:sp>
          <p:nvSpPr>
            <p:cNvPr id="32" name="빗면 31"/>
            <p:cNvSpPr/>
            <p:nvPr/>
          </p:nvSpPr>
          <p:spPr>
            <a:xfrm>
              <a:off x="410776" y="3498167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76" y="3633167"/>
              <a:ext cx="324000" cy="162000"/>
            </a:xfrm>
            <a:prstGeom prst="rect">
              <a:avLst/>
            </a:prstGeom>
          </p:spPr>
        </p:pic>
      </p:grpSp>
      <p:grpSp>
        <p:nvGrpSpPr>
          <p:cNvPr id="25" name="그룹 24"/>
          <p:cNvGrpSpPr/>
          <p:nvPr/>
        </p:nvGrpSpPr>
        <p:grpSpPr>
          <a:xfrm>
            <a:off x="399664" y="2487100"/>
            <a:ext cx="936000" cy="450000"/>
            <a:chOff x="410776" y="2635965"/>
            <a:chExt cx="936000" cy="432000"/>
          </a:xfrm>
        </p:grpSpPr>
        <p:sp>
          <p:nvSpPr>
            <p:cNvPr id="30" name="빗면 29"/>
            <p:cNvSpPr/>
            <p:nvPr/>
          </p:nvSpPr>
          <p:spPr>
            <a:xfrm>
              <a:off x="410776" y="2635965"/>
              <a:ext cx="936000" cy="432000"/>
            </a:xfrm>
            <a:prstGeom prst="bevel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6648" y="2731027"/>
              <a:ext cx="205776" cy="234000"/>
            </a:xfrm>
            <a:prstGeom prst="rect">
              <a:avLst/>
            </a:prstGeom>
          </p:spPr>
        </p:pic>
      </p:grpSp>
      <p:grpSp>
        <p:nvGrpSpPr>
          <p:cNvPr id="26" name="그룹 25"/>
          <p:cNvGrpSpPr/>
          <p:nvPr/>
        </p:nvGrpSpPr>
        <p:grpSpPr>
          <a:xfrm>
            <a:off x="399664" y="2937654"/>
            <a:ext cx="936000" cy="450000"/>
            <a:chOff x="410776" y="3067066"/>
            <a:chExt cx="936000" cy="432000"/>
          </a:xfrm>
        </p:grpSpPr>
        <p:sp>
          <p:nvSpPr>
            <p:cNvPr id="31" name="빗면 30"/>
            <p:cNvSpPr/>
            <p:nvPr/>
          </p:nvSpPr>
          <p:spPr>
            <a:xfrm>
              <a:off x="410776" y="3067066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3" name="그림 52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6329" y="3159162"/>
              <a:ext cx="205776" cy="234000"/>
            </a:xfrm>
            <a:prstGeom prst="rect">
              <a:avLst/>
            </a:prstGeom>
          </p:spPr>
        </p:pic>
        <p:pic>
          <p:nvPicPr>
            <p:cNvPr id="54" name="그림 53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210" y="3159162"/>
              <a:ext cx="205776" cy="234000"/>
            </a:xfrm>
            <a:prstGeom prst="rect">
              <a:avLst/>
            </a:prstGeom>
          </p:spPr>
        </p:pic>
        <p:pic>
          <p:nvPicPr>
            <p:cNvPr id="55" name="그림 54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7832" y="3159162"/>
              <a:ext cx="205776" cy="234000"/>
            </a:xfrm>
            <a:prstGeom prst="rect">
              <a:avLst/>
            </a:prstGeom>
          </p:spPr>
        </p:pic>
      </p:grpSp>
      <p:grpSp>
        <p:nvGrpSpPr>
          <p:cNvPr id="28" name="그룹 27"/>
          <p:cNvGrpSpPr/>
          <p:nvPr/>
        </p:nvGrpSpPr>
        <p:grpSpPr>
          <a:xfrm>
            <a:off x="399664" y="4289316"/>
            <a:ext cx="936000" cy="450000"/>
            <a:chOff x="410776" y="4360369"/>
            <a:chExt cx="936000" cy="432000"/>
          </a:xfrm>
        </p:grpSpPr>
        <p:sp>
          <p:nvSpPr>
            <p:cNvPr id="34" name="빗면 33"/>
            <p:cNvSpPr/>
            <p:nvPr/>
          </p:nvSpPr>
          <p:spPr>
            <a:xfrm>
              <a:off x="410776" y="4360369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968" y="4438909"/>
              <a:ext cx="351529" cy="298800"/>
            </a:xfrm>
            <a:prstGeom prst="rect">
              <a:avLst/>
            </a:prstGeom>
          </p:spPr>
        </p:pic>
      </p:grpSp>
      <p:grpSp>
        <p:nvGrpSpPr>
          <p:cNvPr id="49" name="그룹 48"/>
          <p:cNvGrpSpPr/>
          <p:nvPr/>
        </p:nvGrpSpPr>
        <p:grpSpPr>
          <a:xfrm>
            <a:off x="399664" y="5640976"/>
            <a:ext cx="936000" cy="450000"/>
            <a:chOff x="399664" y="5640976"/>
            <a:chExt cx="936000" cy="450000"/>
          </a:xfrm>
        </p:grpSpPr>
        <p:sp>
          <p:nvSpPr>
            <p:cNvPr id="50" name="빗면 49"/>
            <p:cNvSpPr/>
            <p:nvPr/>
          </p:nvSpPr>
          <p:spPr>
            <a:xfrm>
              <a:off x="399664" y="5640976"/>
              <a:ext cx="936000" cy="450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1" name="그림 50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01" y="5740456"/>
              <a:ext cx="303927" cy="252000"/>
            </a:xfrm>
            <a:prstGeom prst="rect">
              <a:avLst/>
            </a:prstGeom>
          </p:spPr>
        </p:pic>
      </p:grpSp>
      <p:sp>
        <p:nvSpPr>
          <p:cNvPr id="58" name="직사각형 57"/>
          <p:cNvSpPr/>
          <p:nvPr/>
        </p:nvSpPr>
        <p:spPr>
          <a:xfrm>
            <a:off x="382325" y="1844824"/>
            <a:ext cx="720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/>
          <p:cNvSpPr/>
          <p:nvPr/>
        </p:nvSpPr>
        <p:spPr>
          <a:xfrm>
            <a:off x="382325" y="1844822"/>
            <a:ext cx="7200000" cy="9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0" name="직선 연결선 59"/>
          <p:cNvCxnSpPr/>
          <p:nvPr/>
        </p:nvCxnSpPr>
        <p:spPr>
          <a:xfrm>
            <a:off x="387000" y="1844824"/>
            <a:ext cx="837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382325" y="2029098"/>
            <a:ext cx="837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409005" y="1805594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schemeClr val="bg1"/>
                </a:solidFill>
              </a:rPr>
              <a:t>Last Alarm List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63" name="직선 연결선 62"/>
          <p:cNvCxnSpPr/>
          <p:nvPr/>
        </p:nvCxnSpPr>
        <p:spPr>
          <a:xfrm rot="5400000">
            <a:off x="7496812" y="1934824"/>
            <a:ext cx="18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536316" y="1819406"/>
            <a:ext cx="12666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/>
              <a:t>06/21/2024 17:48:50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1409600" y="2069092"/>
            <a:ext cx="1800000" cy="417454"/>
            <a:chOff x="1409600" y="2069092"/>
            <a:chExt cx="2160000" cy="417454"/>
          </a:xfrm>
        </p:grpSpPr>
        <p:sp>
          <p:nvSpPr>
            <p:cNvPr id="6" name="직사각형 5"/>
            <p:cNvSpPr/>
            <p:nvPr/>
          </p:nvSpPr>
          <p:spPr>
            <a:xfrm>
              <a:off x="1409600" y="2069092"/>
              <a:ext cx="2160000" cy="417454"/>
            </a:xfrm>
            <a:prstGeom prst="rect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469744" y="2123931"/>
              <a:ext cx="2039713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ko-KR" sz="1400" b="1" dirty="0"/>
                <a:t>Stand-by Position</a:t>
              </a:r>
              <a:endParaRPr lang="ko-KR" altLang="en-US" sz="1400" b="1" dirty="0"/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3325280" y="2636912"/>
            <a:ext cx="1260000" cy="417454"/>
            <a:chOff x="3325280" y="2069092"/>
            <a:chExt cx="1260000" cy="417454"/>
          </a:xfrm>
        </p:grpSpPr>
        <p:sp>
          <p:nvSpPr>
            <p:cNvPr id="75" name="직사각형 74"/>
            <p:cNvSpPr/>
            <p:nvPr/>
          </p:nvSpPr>
          <p:spPr>
            <a:xfrm>
              <a:off x="3325280" y="2069092"/>
              <a:ext cx="1260000" cy="41745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3359603" y="2130741"/>
              <a:ext cx="1191353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ko-KR" sz="1100" b="1" dirty="0"/>
                <a:t>ROBOT SELECT</a:t>
              </a:r>
              <a:endParaRPr lang="ko-KR" altLang="en-US" sz="1100" b="1" dirty="0"/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4283968" y="2069092"/>
            <a:ext cx="1260000" cy="417454"/>
            <a:chOff x="4700960" y="2069092"/>
            <a:chExt cx="1260000" cy="417454"/>
          </a:xfrm>
        </p:grpSpPr>
        <p:sp>
          <p:nvSpPr>
            <p:cNvPr id="80" name="직사각형 79"/>
            <p:cNvSpPr/>
            <p:nvPr/>
          </p:nvSpPr>
          <p:spPr>
            <a:xfrm>
              <a:off x="4700960" y="2069092"/>
              <a:ext cx="1260000" cy="417454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4934857" y="2147014"/>
              <a:ext cx="792205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ko-KR" sz="1100" b="1" dirty="0"/>
                <a:t>Stand-by</a:t>
              </a:r>
              <a:endParaRPr lang="ko-KR" altLang="en-US" sz="1100" b="1" dirty="0"/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7416456" y="2069092"/>
            <a:ext cx="1260000" cy="417454"/>
            <a:chOff x="7452320" y="2069092"/>
            <a:chExt cx="1260000" cy="417454"/>
          </a:xfrm>
        </p:grpSpPr>
        <p:sp>
          <p:nvSpPr>
            <p:cNvPr id="83" name="직사각형 82"/>
            <p:cNvSpPr/>
            <p:nvPr/>
          </p:nvSpPr>
          <p:spPr>
            <a:xfrm>
              <a:off x="7452320" y="2069092"/>
              <a:ext cx="1260000" cy="4174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7739566" y="2123931"/>
              <a:ext cx="685509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ko-KR" sz="1400" b="1" dirty="0"/>
                <a:t>Purge</a:t>
              </a:r>
              <a:endParaRPr lang="ko-KR" altLang="en-US" sz="1400" b="1" dirty="0"/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5850212" y="2069092"/>
            <a:ext cx="1260000" cy="417454"/>
            <a:chOff x="6076640" y="2069092"/>
            <a:chExt cx="1260000" cy="417454"/>
          </a:xfrm>
        </p:grpSpPr>
        <p:sp>
          <p:nvSpPr>
            <p:cNvPr id="86" name="직사각형 85"/>
            <p:cNvSpPr/>
            <p:nvPr/>
          </p:nvSpPr>
          <p:spPr>
            <a:xfrm>
              <a:off x="6076640" y="2069092"/>
              <a:ext cx="1260000" cy="4174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375460" y="2123931"/>
              <a:ext cx="662361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ko-KR" sz="1400" b="1" dirty="0"/>
                <a:t>Spray</a:t>
              </a:r>
              <a:endParaRPr lang="ko-KR" altLang="en-US" sz="1400" b="1" dirty="0"/>
            </a:p>
          </p:txBody>
        </p:sp>
      </p:grpSp>
      <p:sp>
        <p:nvSpPr>
          <p:cNvPr id="88" name="직사각형 87"/>
          <p:cNvSpPr/>
          <p:nvPr/>
        </p:nvSpPr>
        <p:spPr>
          <a:xfrm>
            <a:off x="3325280" y="3080021"/>
            <a:ext cx="1260000" cy="4174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12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855392"/>
              </p:ext>
            </p:extLst>
          </p:nvPr>
        </p:nvGraphicFramePr>
        <p:xfrm>
          <a:off x="1409600" y="3593580"/>
          <a:ext cx="3175680" cy="1713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3920">
                  <a:extLst>
                    <a:ext uri="{9D8B030D-6E8A-4147-A177-3AD203B41FA5}">
                      <a16:colId xmlns:a16="http://schemas.microsoft.com/office/drawing/2014/main" val="2214520152"/>
                    </a:ext>
                  </a:extLst>
                </a:gridCol>
                <a:gridCol w="793920">
                  <a:extLst>
                    <a:ext uri="{9D8B030D-6E8A-4147-A177-3AD203B41FA5}">
                      <a16:colId xmlns:a16="http://schemas.microsoft.com/office/drawing/2014/main" val="3900659641"/>
                    </a:ext>
                  </a:extLst>
                </a:gridCol>
                <a:gridCol w="793920">
                  <a:extLst>
                    <a:ext uri="{9D8B030D-6E8A-4147-A177-3AD203B41FA5}">
                      <a16:colId xmlns:a16="http://schemas.microsoft.com/office/drawing/2014/main" val="3636385385"/>
                    </a:ext>
                  </a:extLst>
                </a:gridCol>
                <a:gridCol w="793920">
                  <a:extLst>
                    <a:ext uri="{9D8B030D-6E8A-4147-A177-3AD203B41FA5}">
                      <a16:colId xmlns:a16="http://schemas.microsoft.com/office/drawing/2014/main" val="3958164421"/>
                    </a:ext>
                  </a:extLst>
                </a:gridCol>
              </a:tblGrid>
              <a:tr h="4283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SET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ACT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TARGET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7464851"/>
                  </a:ext>
                </a:extLst>
              </a:tr>
              <a:tr h="428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J1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151914"/>
                  </a:ext>
                </a:extLst>
              </a:tr>
              <a:tr h="428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J2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02105"/>
                  </a:ext>
                </a:extLst>
              </a:tr>
              <a:tr h="428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J3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94139"/>
                  </a:ext>
                </a:extLst>
              </a:tr>
            </a:tbl>
          </a:graphicData>
        </a:graphic>
      </p:graphicFrame>
      <p:sp>
        <p:nvSpPr>
          <p:cNvPr id="38" name="직사각형 37"/>
          <p:cNvSpPr/>
          <p:nvPr/>
        </p:nvSpPr>
        <p:spPr>
          <a:xfrm>
            <a:off x="4740868" y="3034090"/>
            <a:ext cx="1260000" cy="36327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ALL MOVE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95" name="직선 연결선 94"/>
          <p:cNvCxnSpPr/>
          <p:nvPr/>
        </p:nvCxnSpPr>
        <p:spPr>
          <a:xfrm>
            <a:off x="1358968" y="2554773"/>
            <a:ext cx="73933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직사각형 96"/>
          <p:cNvSpPr/>
          <p:nvPr/>
        </p:nvSpPr>
        <p:spPr>
          <a:xfrm>
            <a:off x="6058244" y="2624641"/>
            <a:ext cx="1260000" cy="36327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POSITION MOVE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7416456" y="2624641"/>
            <a:ext cx="1260000" cy="363270"/>
          </a:xfrm>
          <a:prstGeom prst="rect">
            <a:avLst/>
          </a:prstGeom>
          <a:solidFill>
            <a:srgbClr val="FF3300"/>
          </a:solidFill>
          <a:ln w="127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MOVE STOP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5B02B4D6-E0D2-4E63-B6D6-0F43FEDF503E}"/>
              </a:ext>
            </a:extLst>
          </p:cNvPr>
          <p:cNvGrpSpPr/>
          <p:nvPr/>
        </p:nvGrpSpPr>
        <p:grpSpPr>
          <a:xfrm>
            <a:off x="8000840" y="3661391"/>
            <a:ext cx="379420" cy="853529"/>
            <a:chOff x="6421064" y="3814330"/>
            <a:chExt cx="379420" cy="853529"/>
          </a:xfrm>
        </p:grpSpPr>
        <p:sp>
          <p:nvSpPr>
            <p:cNvPr id="98" name="직사각형 97"/>
            <p:cNvSpPr/>
            <p:nvPr/>
          </p:nvSpPr>
          <p:spPr>
            <a:xfrm>
              <a:off x="6421064" y="3814330"/>
              <a:ext cx="379420" cy="853529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15" name="오른쪽 화살표 114"/>
            <p:cNvSpPr>
              <a:spLocks/>
            </p:cNvSpPr>
            <p:nvPr/>
          </p:nvSpPr>
          <p:spPr>
            <a:xfrm>
              <a:off x="6503497" y="4109275"/>
              <a:ext cx="252000" cy="252000"/>
            </a:xfrm>
            <a:prstGeom prst="rightArrow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6" name="직사각형 95"/>
          <p:cNvSpPr/>
          <p:nvPr/>
        </p:nvSpPr>
        <p:spPr>
          <a:xfrm>
            <a:off x="1620032" y="5444256"/>
            <a:ext cx="3240000" cy="577032"/>
          </a:xfrm>
          <a:prstGeom prst="rect">
            <a:avLst/>
          </a:prstGeom>
          <a:solidFill>
            <a:srgbClr val="92D050"/>
          </a:solidFill>
          <a:ln w="1587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 ROBOT </a:t>
            </a:r>
          </a:p>
          <a:p>
            <a:pPr algn="ctr"/>
            <a:r>
              <a:rPr lang="en-US" altLang="ko-K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POSITION SAVE</a:t>
            </a:r>
            <a:endParaRPr lang="ko-KR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5220072" y="5444256"/>
            <a:ext cx="3240000" cy="577032"/>
          </a:xfrm>
          <a:prstGeom prst="rect">
            <a:avLst/>
          </a:prstGeom>
          <a:solidFill>
            <a:srgbClr val="FF3300"/>
          </a:solidFill>
          <a:ln w="1587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 ROBOT</a:t>
            </a:r>
          </a:p>
          <a:p>
            <a:pPr algn="ctr"/>
            <a:r>
              <a:rPr lang="en-US" altLang="ko-K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POSITION SAVE</a:t>
            </a:r>
            <a:endParaRPr lang="ko-KR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20" name="직선 연결선 119"/>
          <p:cNvCxnSpPr/>
          <p:nvPr/>
        </p:nvCxnSpPr>
        <p:spPr>
          <a:xfrm>
            <a:off x="1355107" y="5373216"/>
            <a:ext cx="73933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" name="그룹 120"/>
          <p:cNvGrpSpPr/>
          <p:nvPr/>
        </p:nvGrpSpPr>
        <p:grpSpPr>
          <a:xfrm>
            <a:off x="1409600" y="3080021"/>
            <a:ext cx="1800000" cy="417454"/>
            <a:chOff x="1409600" y="2069092"/>
            <a:chExt cx="2160000" cy="417454"/>
          </a:xfrm>
        </p:grpSpPr>
        <p:sp>
          <p:nvSpPr>
            <p:cNvPr id="122" name="직사각형 121"/>
            <p:cNvSpPr/>
            <p:nvPr/>
          </p:nvSpPr>
          <p:spPr>
            <a:xfrm>
              <a:off x="1409600" y="2069092"/>
              <a:ext cx="2160000" cy="41745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1514260" y="2123931"/>
              <a:ext cx="1950688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ROBOT NUMBER</a:t>
              </a:r>
              <a:endParaRPr lang="ko-KR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C6D9FD0A-A585-4599-B596-19726B68322E}"/>
              </a:ext>
            </a:extLst>
          </p:cNvPr>
          <p:cNvGrpSpPr/>
          <p:nvPr/>
        </p:nvGrpSpPr>
        <p:grpSpPr>
          <a:xfrm flipH="1">
            <a:off x="6866136" y="4700697"/>
            <a:ext cx="942653" cy="372072"/>
            <a:chOff x="6241982" y="4082741"/>
            <a:chExt cx="942653" cy="372072"/>
          </a:xfrm>
        </p:grpSpPr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D2428945-FE98-447B-83BD-B11243134526}"/>
                </a:ext>
              </a:extLst>
            </p:cNvPr>
            <p:cNvSpPr/>
            <p:nvPr/>
          </p:nvSpPr>
          <p:spPr>
            <a:xfrm>
              <a:off x="6241982" y="4082741"/>
              <a:ext cx="942653" cy="372072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24" name="오른쪽 화살표 114">
              <a:extLst>
                <a:ext uri="{FF2B5EF4-FFF2-40B4-BE49-F238E27FC236}">
                  <a16:creationId xmlns:a16="http://schemas.microsoft.com/office/drawing/2014/main" id="{08126BA9-9F0A-4649-AA0C-6B8F15DF46D7}"/>
                </a:ext>
              </a:extLst>
            </p:cNvPr>
            <p:cNvSpPr>
              <a:spLocks/>
            </p:cNvSpPr>
            <p:nvPr/>
          </p:nvSpPr>
          <p:spPr>
            <a:xfrm rot="5400000">
              <a:off x="6601079" y="4152977"/>
              <a:ext cx="252000" cy="252000"/>
            </a:xfrm>
            <a:prstGeom prst="rightArrow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12B69B00-270D-41C2-86C4-018DE41CF1AF}"/>
              </a:ext>
            </a:extLst>
          </p:cNvPr>
          <p:cNvSpPr/>
          <p:nvPr/>
        </p:nvSpPr>
        <p:spPr>
          <a:xfrm flipH="1">
            <a:off x="6866142" y="3177522"/>
            <a:ext cx="942647" cy="363270"/>
          </a:xfrm>
          <a:prstGeom prst="rect">
            <a:avLst/>
          </a:prstGeom>
          <a:solidFill>
            <a:srgbClr val="002060"/>
          </a:solidFill>
          <a:ln w="127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16" name="위쪽 화살표 115"/>
          <p:cNvSpPr>
            <a:spLocks/>
          </p:cNvSpPr>
          <p:nvPr/>
        </p:nvSpPr>
        <p:spPr>
          <a:xfrm>
            <a:off x="7197692" y="3227486"/>
            <a:ext cx="252000" cy="252000"/>
          </a:xfrm>
          <a:prstGeom prst="up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1FD076F0-E056-409F-BC1D-CF55B414862E}"/>
              </a:ext>
            </a:extLst>
          </p:cNvPr>
          <p:cNvGrpSpPr/>
          <p:nvPr/>
        </p:nvGrpSpPr>
        <p:grpSpPr>
          <a:xfrm>
            <a:off x="7436202" y="3689133"/>
            <a:ext cx="379420" cy="825792"/>
            <a:chOff x="7493083" y="3672429"/>
            <a:chExt cx="379420" cy="825792"/>
          </a:xfrm>
        </p:grpSpPr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07CA3CEA-D145-4EA1-B991-C9C6FAC32827}"/>
                </a:ext>
              </a:extLst>
            </p:cNvPr>
            <p:cNvSpPr/>
            <p:nvPr/>
          </p:nvSpPr>
          <p:spPr>
            <a:xfrm>
              <a:off x="7493083" y="3672429"/>
              <a:ext cx="379420" cy="825792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13" name="왼쪽으로 구부러진 화살표 112"/>
            <p:cNvSpPr>
              <a:spLocks/>
            </p:cNvSpPr>
            <p:nvPr/>
          </p:nvSpPr>
          <p:spPr>
            <a:xfrm>
              <a:off x="7572753" y="3791207"/>
              <a:ext cx="252000" cy="588235"/>
            </a:xfrm>
            <a:prstGeom prst="curvedLeftArrow">
              <a:avLst>
                <a:gd name="adj1" fmla="val 35161"/>
                <a:gd name="adj2" fmla="val 83125"/>
                <a:gd name="adj3" fmla="val 25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7AEF3795-5902-4DDF-9BFE-B9AFBD8FC700}"/>
              </a:ext>
            </a:extLst>
          </p:cNvPr>
          <p:cNvGrpSpPr/>
          <p:nvPr/>
        </p:nvGrpSpPr>
        <p:grpSpPr>
          <a:xfrm>
            <a:off x="6871565" y="3689133"/>
            <a:ext cx="379420" cy="825792"/>
            <a:chOff x="7493083" y="3672429"/>
            <a:chExt cx="379420" cy="825792"/>
          </a:xfrm>
        </p:grpSpPr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BB59DC54-D5C6-49A1-81BE-A8CA132528E0}"/>
                </a:ext>
              </a:extLst>
            </p:cNvPr>
            <p:cNvSpPr/>
            <p:nvPr/>
          </p:nvSpPr>
          <p:spPr>
            <a:xfrm>
              <a:off x="7493083" y="3672429"/>
              <a:ext cx="379420" cy="825792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35" name="왼쪽으로 구부러진 화살표 112">
              <a:extLst>
                <a:ext uri="{FF2B5EF4-FFF2-40B4-BE49-F238E27FC236}">
                  <a16:creationId xmlns:a16="http://schemas.microsoft.com/office/drawing/2014/main" id="{4A095898-07FD-457E-9900-B7F8979E4D01}"/>
                </a:ext>
              </a:extLst>
            </p:cNvPr>
            <p:cNvSpPr>
              <a:spLocks/>
            </p:cNvSpPr>
            <p:nvPr/>
          </p:nvSpPr>
          <p:spPr>
            <a:xfrm flipH="1" flipV="1">
              <a:off x="7572753" y="3791207"/>
              <a:ext cx="252000" cy="588235"/>
            </a:xfrm>
            <a:prstGeom prst="curvedLeftArrow">
              <a:avLst>
                <a:gd name="adj1" fmla="val 35161"/>
                <a:gd name="adj2" fmla="val 83125"/>
                <a:gd name="adj3" fmla="val 25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5EB29B3D-66DC-44C0-987B-F07C0E5C9A6D}"/>
              </a:ext>
            </a:extLst>
          </p:cNvPr>
          <p:cNvGrpSpPr/>
          <p:nvPr/>
        </p:nvGrpSpPr>
        <p:grpSpPr>
          <a:xfrm flipH="1">
            <a:off x="6306928" y="3689133"/>
            <a:ext cx="379420" cy="853529"/>
            <a:chOff x="6421064" y="3814330"/>
            <a:chExt cx="379420" cy="853529"/>
          </a:xfrm>
        </p:grpSpPr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1B191F46-58F5-43D2-B453-609941E4958A}"/>
                </a:ext>
              </a:extLst>
            </p:cNvPr>
            <p:cNvSpPr/>
            <p:nvPr/>
          </p:nvSpPr>
          <p:spPr>
            <a:xfrm>
              <a:off x="6421064" y="3814330"/>
              <a:ext cx="379420" cy="853529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38" name="오른쪽 화살표 114">
              <a:extLst>
                <a:ext uri="{FF2B5EF4-FFF2-40B4-BE49-F238E27FC236}">
                  <a16:creationId xmlns:a16="http://schemas.microsoft.com/office/drawing/2014/main" id="{B991AFD8-18B4-48C1-AC36-95B42EDB5A1F}"/>
                </a:ext>
              </a:extLst>
            </p:cNvPr>
            <p:cNvSpPr>
              <a:spLocks/>
            </p:cNvSpPr>
            <p:nvPr/>
          </p:nvSpPr>
          <p:spPr>
            <a:xfrm>
              <a:off x="6503497" y="4109275"/>
              <a:ext cx="252000" cy="252000"/>
            </a:xfrm>
            <a:prstGeom prst="rightArrow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48440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87000" y="1388096"/>
            <a:ext cx="8370000" cy="4567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ROBOT SETTING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700-419E-4133-B797-32B7314A54A9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87000" y="1388096"/>
            <a:ext cx="8370000" cy="47052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빗면 7"/>
          <p:cNvSpPr/>
          <p:nvPr/>
        </p:nvSpPr>
        <p:spPr>
          <a:xfrm>
            <a:off x="2735796" y="1400796"/>
            <a:ext cx="3672408" cy="432000"/>
          </a:xfrm>
          <a:prstGeom prst="bevel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572114" y="1431794"/>
            <a:ext cx="1999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</a:rPr>
              <a:t>ROBOT SETTING</a:t>
            </a:r>
            <a:endParaRPr lang="ko-KR" altLang="en-US" b="1" dirty="0">
              <a:solidFill>
                <a:srgbClr val="FFFF66"/>
              </a:solidFill>
            </a:endParaRPr>
          </a:p>
        </p:txBody>
      </p:sp>
      <p:graphicFrame>
        <p:nvGraphicFramePr>
          <p:cNvPr id="12" name="개체 11"/>
          <p:cNvGraphicFramePr>
            <a:graphicFrameLocks noChangeAspect="1"/>
          </p:cNvGraphicFramePr>
          <p:nvPr/>
        </p:nvGraphicFramePr>
        <p:xfrm>
          <a:off x="6684042" y="1397205"/>
          <a:ext cx="664200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Image" r:id="rId3" imgW="1066320" imgH="711000" progId="Photoshop.Image.11">
                  <p:embed/>
                </p:oleObj>
              </mc:Choice>
              <mc:Fallback>
                <p:oleObj name="Image" r:id="rId3" imgW="1066320" imgH="711000" progId="Photoshop.Image.11">
                  <p:embed/>
                  <p:pic>
                    <p:nvPicPr>
                      <p:cNvPr id="12" name="개체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84042" y="1397205"/>
                        <a:ext cx="664200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개체 12"/>
          <p:cNvGraphicFramePr>
            <a:graphicFrameLocks noChangeAspect="1"/>
          </p:cNvGraphicFramePr>
          <p:nvPr/>
        </p:nvGraphicFramePr>
        <p:xfrm>
          <a:off x="7370606" y="1397205"/>
          <a:ext cx="656294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Image" r:id="rId5" imgW="1053720" imgH="711000" progId="Photoshop.Image.11">
                  <p:embed/>
                </p:oleObj>
              </mc:Choice>
              <mc:Fallback>
                <p:oleObj name="Image" r:id="rId5" imgW="1053720" imgH="711000" progId="Photoshop.Image.11">
                  <p:embed/>
                  <p:pic>
                    <p:nvPicPr>
                      <p:cNvPr id="13" name="개체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70606" y="1397205"/>
                        <a:ext cx="656294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개체 13"/>
          <p:cNvGraphicFramePr>
            <a:graphicFrameLocks noChangeAspect="1"/>
          </p:cNvGraphicFramePr>
          <p:nvPr/>
        </p:nvGraphicFramePr>
        <p:xfrm>
          <a:off x="8049264" y="1397205"/>
          <a:ext cx="648385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Image" r:id="rId7" imgW="1041120" imgH="711000" progId="Photoshop.Image.11">
                  <p:embed/>
                </p:oleObj>
              </mc:Choice>
              <mc:Fallback>
                <p:oleObj name="Image" r:id="rId7" imgW="1041120" imgH="711000" progId="Photoshop.Image.11">
                  <p:embed/>
                  <p:pic>
                    <p:nvPicPr>
                      <p:cNvPr id="14" name="개체 1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49264" y="1397205"/>
                        <a:ext cx="648385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82325" y="1470266"/>
            <a:ext cx="19141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 dirty="0">
                <a:solidFill>
                  <a:srgbClr val="FFFF66"/>
                </a:solidFill>
              </a:rPr>
              <a:t>3-AXIS ROBOT SPRAY</a:t>
            </a:r>
            <a:endParaRPr lang="ko-KR" altLang="en-US" sz="1300" b="1" dirty="0">
              <a:solidFill>
                <a:srgbClr val="FFFF66"/>
              </a:solidFill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1348150" y="2036426"/>
            <a:ext cx="0" cy="40564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7" name="그룹 1046"/>
          <p:cNvGrpSpPr/>
          <p:nvPr/>
        </p:nvGrpSpPr>
        <p:grpSpPr>
          <a:xfrm>
            <a:off x="399664" y="3838762"/>
            <a:ext cx="936000" cy="450000"/>
            <a:chOff x="395536" y="3731115"/>
            <a:chExt cx="936000" cy="468000"/>
          </a:xfrm>
        </p:grpSpPr>
        <p:sp>
          <p:nvSpPr>
            <p:cNvPr id="33" name="빗면 32"/>
            <p:cNvSpPr/>
            <p:nvPr/>
          </p:nvSpPr>
          <p:spPr>
            <a:xfrm>
              <a:off x="395536" y="3731115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7" name="그림 56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851" y="3839115"/>
              <a:ext cx="243765" cy="252000"/>
            </a:xfrm>
            <a:prstGeom prst="rect">
              <a:avLst/>
            </a:prstGeom>
          </p:spPr>
        </p:pic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3846400"/>
              <a:ext cx="275119" cy="252000"/>
            </a:xfrm>
            <a:prstGeom prst="rect">
              <a:avLst/>
            </a:prstGeom>
          </p:spPr>
        </p:pic>
      </p:grpSp>
      <p:grpSp>
        <p:nvGrpSpPr>
          <p:cNvPr id="1050" name="그룹 1049"/>
          <p:cNvGrpSpPr/>
          <p:nvPr/>
        </p:nvGrpSpPr>
        <p:grpSpPr>
          <a:xfrm>
            <a:off x="399664" y="5190424"/>
            <a:ext cx="936000" cy="450000"/>
            <a:chOff x="403799" y="5149683"/>
            <a:chExt cx="936000" cy="468000"/>
          </a:xfrm>
        </p:grpSpPr>
        <p:sp>
          <p:nvSpPr>
            <p:cNvPr id="78" name="빗면 77"/>
            <p:cNvSpPr/>
            <p:nvPr/>
          </p:nvSpPr>
          <p:spPr>
            <a:xfrm>
              <a:off x="403799" y="5149683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9" name="그림 78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771" y="5221683"/>
              <a:ext cx="334452" cy="324000"/>
            </a:xfrm>
            <a:prstGeom prst="rect">
              <a:avLst/>
            </a:prstGeom>
          </p:spPr>
        </p:pic>
      </p:grpSp>
      <p:grpSp>
        <p:nvGrpSpPr>
          <p:cNvPr id="1051" name="그룹 1050"/>
          <p:cNvGrpSpPr/>
          <p:nvPr/>
        </p:nvGrpSpPr>
        <p:grpSpPr>
          <a:xfrm>
            <a:off x="399664" y="5640976"/>
            <a:ext cx="936000" cy="450000"/>
            <a:chOff x="395536" y="5625295"/>
            <a:chExt cx="936000" cy="468000"/>
          </a:xfrm>
        </p:grpSpPr>
        <p:sp>
          <p:nvSpPr>
            <p:cNvPr id="37" name="빗면 36"/>
            <p:cNvSpPr/>
            <p:nvPr/>
          </p:nvSpPr>
          <p:spPr>
            <a:xfrm>
              <a:off x="395536" y="5625295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5" name="왼쪽 화살표 1034"/>
            <p:cNvSpPr/>
            <p:nvPr/>
          </p:nvSpPr>
          <p:spPr>
            <a:xfrm>
              <a:off x="721264" y="5739452"/>
              <a:ext cx="252000" cy="252000"/>
            </a:xfrm>
            <a:prstGeom prst="lef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43" name="그룹 1042"/>
          <p:cNvGrpSpPr/>
          <p:nvPr/>
        </p:nvGrpSpPr>
        <p:grpSpPr>
          <a:xfrm>
            <a:off x="399664" y="2036546"/>
            <a:ext cx="936000" cy="450000"/>
            <a:chOff x="395536" y="1844823"/>
            <a:chExt cx="936000" cy="468000"/>
          </a:xfrm>
        </p:grpSpPr>
        <p:sp>
          <p:nvSpPr>
            <p:cNvPr id="29" name="빗면 28"/>
            <p:cNvSpPr/>
            <p:nvPr/>
          </p:nvSpPr>
          <p:spPr>
            <a:xfrm>
              <a:off x="395536" y="1844823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6" name="그림 1035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21" y="1917458"/>
              <a:ext cx="258750" cy="324000"/>
            </a:xfrm>
            <a:prstGeom prst="rect">
              <a:avLst/>
            </a:prstGeom>
          </p:spPr>
        </p:pic>
      </p:grpSp>
      <p:grpSp>
        <p:nvGrpSpPr>
          <p:cNvPr id="1049" name="그룹 1048"/>
          <p:cNvGrpSpPr/>
          <p:nvPr/>
        </p:nvGrpSpPr>
        <p:grpSpPr>
          <a:xfrm>
            <a:off x="399664" y="4739870"/>
            <a:ext cx="936000" cy="450000"/>
            <a:chOff x="395536" y="4674261"/>
            <a:chExt cx="936000" cy="468000"/>
          </a:xfrm>
        </p:grpSpPr>
        <p:sp>
          <p:nvSpPr>
            <p:cNvPr id="35" name="빗면 34"/>
            <p:cNvSpPr/>
            <p:nvPr/>
          </p:nvSpPr>
          <p:spPr>
            <a:xfrm>
              <a:off x="395536" y="4674261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7" name="그림 1036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523" y="4737117"/>
              <a:ext cx="222552" cy="324000"/>
            </a:xfrm>
            <a:prstGeom prst="rect">
              <a:avLst/>
            </a:prstGeom>
          </p:spPr>
        </p:pic>
      </p:grpSp>
      <p:grpSp>
        <p:nvGrpSpPr>
          <p:cNvPr id="27" name="그룹 26"/>
          <p:cNvGrpSpPr/>
          <p:nvPr/>
        </p:nvGrpSpPr>
        <p:grpSpPr>
          <a:xfrm>
            <a:off x="399664" y="3388208"/>
            <a:ext cx="936000" cy="450000"/>
            <a:chOff x="410776" y="3498167"/>
            <a:chExt cx="936000" cy="432000"/>
          </a:xfrm>
        </p:grpSpPr>
        <p:sp>
          <p:nvSpPr>
            <p:cNvPr id="32" name="빗면 31"/>
            <p:cNvSpPr/>
            <p:nvPr/>
          </p:nvSpPr>
          <p:spPr>
            <a:xfrm>
              <a:off x="410776" y="3498167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76" y="3633167"/>
              <a:ext cx="324000" cy="162000"/>
            </a:xfrm>
            <a:prstGeom prst="rect">
              <a:avLst/>
            </a:prstGeom>
          </p:spPr>
        </p:pic>
      </p:grpSp>
      <p:grpSp>
        <p:nvGrpSpPr>
          <p:cNvPr id="25" name="그룹 24"/>
          <p:cNvGrpSpPr/>
          <p:nvPr/>
        </p:nvGrpSpPr>
        <p:grpSpPr>
          <a:xfrm>
            <a:off x="399664" y="2487100"/>
            <a:ext cx="936000" cy="450000"/>
            <a:chOff x="410776" y="2635965"/>
            <a:chExt cx="936000" cy="432000"/>
          </a:xfrm>
        </p:grpSpPr>
        <p:sp>
          <p:nvSpPr>
            <p:cNvPr id="30" name="빗면 29"/>
            <p:cNvSpPr/>
            <p:nvPr/>
          </p:nvSpPr>
          <p:spPr>
            <a:xfrm>
              <a:off x="410776" y="2635965"/>
              <a:ext cx="936000" cy="432000"/>
            </a:xfrm>
            <a:prstGeom prst="bevel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6648" y="2731027"/>
              <a:ext cx="205776" cy="234000"/>
            </a:xfrm>
            <a:prstGeom prst="rect">
              <a:avLst/>
            </a:prstGeom>
          </p:spPr>
        </p:pic>
      </p:grpSp>
      <p:grpSp>
        <p:nvGrpSpPr>
          <p:cNvPr id="26" name="그룹 25"/>
          <p:cNvGrpSpPr/>
          <p:nvPr/>
        </p:nvGrpSpPr>
        <p:grpSpPr>
          <a:xfrm>
            <a:off x="399664" y="2937654"/>
            <a:ext cx="936000" cy="450000"/>
            <a:chOff x="410776" y="3067066"/>
            <a:chExt cx="936000" cy="432000"/>
          </a:xfrm>
        </p:grpSpPr>
        <p:sp>
          <p:nvSpPr>
            <p:cNvPr id="31" name="빗면 30"/>
            <p:cNvSpPr/>
            <p:nvPr/>
          </p:nvSpPr>
          <p:spPr>
            <a:xfrm>
              <a:off x="410776" y="3067066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3" name="그림 52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6329" y="3159162"/>
              <a:ext cx="205776" cy="234000"/>
            </a:xfrm>
            <a:prstGeom prst="rect">
              <a:avLst/>
            </a:prstGeom>
          </p:spPr>
        </p:pic>
        <p:pic>
          <p:nvPicPr>
            <p:cNvPr id="54" name="그림 53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210" y="3159162"/>
              <a:ext cx="205776" cy="234000"/>
            </a:xfrm>
            <a:prstGeom prst="rect">
              <a:avLst/>
            </a:prstGeom>
          </p:spPr>
        </p:pic>
        <p:pic>
          <p:nvPicPr>
            <p:cNvPr id="55" name="그림 54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7832" y="3159162"/>
              <a:ext cx="205776" cy="234000"/>
            </a:xfrm>
            <a:prstGeom prst="rect">
              <a:avLst/>
            </a:prstGeom>
          </p:spPr>
        </p:pic>
      </p:grpSp>
      <p:grpSp>
        <p:nvGrpSpPr>
          <p:cNvPr id="28" name="그룹 27"/>
          <p:cNvGrpSpPr/>
          <p:nvPr/>
        </p:nvGrpSpPr>
        <p:grpSpPr>
          <a:xfrm>
            <a:off x="399664" y="4289316"/>
            <a:ext cx="936000" cy="450000"/>
            <a:chOff x="410776" y="4360369"/>
            <a:chExt cx="936000" cy="432000"/>
          </a:xfrm>
        </p:grpSpPr>
        <p:sp>
          <p:nvSpPr>
            <p:cNvPr id="34" name="빗면 33"/>
            <p:cNvSpPr/>
            <p:nvPr/>
          </p:nvSpPr>
          <p:spPr>
            <a:xfrm>
              <a:off x="410776" y="4360369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968" y="4438909"/>
              <a:ext cx="351529" cy="298800"/>
            </a:xfrm>
            <a:prstGeom prst="rect">
              <a:avLst/>
            </a:prstGeom>
          </p:spPr>
        </p:pic>
      </p:grpSp>
      <p:grpSp>
        <p:nvGrpSpPr>
          <p:cNvPr id="49" name="그룹 48"/>
          <p:cNvGrpSpPr/>
          <p:nvPr/>
        </p:nvGrpSpPr>
        <p:grpSpPr>
          <a:xfrm>
            <a:off x="399664" y="5640976"/>
            <a:ext cx="936000" cy="450000"/>
            <a:chOff x="399664" y="5640976"/>
            <a:chExt cx="936000" cy="450000"/>
          </a:xfrm>
        </p:grpSpPr>
        <p:sp>
          <p:nvSpPr>
            <p:cNvPr id="50" name="빗면 49"/>
            <p:cNvSpPr/>
            <p:nvPr/>
          </p:nvSpPr>
          <p:spPr>
            <a:xfrm>
              <a:off x="399664" y="5640976"/>
              <a:ext cx="936000" cy="450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1" name="그림 50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01" y="5740456"/>
              <a:ext cx="303927" cy="252000"/>
            </a:xfrm>
            <a:prstGeom prst="rect">
              <a:avLst/>
            </a:prstGeom>
          </p:spPr>
        </p:pic>
      </p:grpSp>
      <p:sp>
        <p:nvSpPr>
          <p:cNvPr id="58" name="직사각형 57"/>
          <p:cNvSpPr/>
          <p:nvPr/>
        </p:nvSpPr>
        <p:spPr>
          <a:xfrm>
            <a:off x="382325" y="1844824"/>
            <a:ext cx="720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/>
          <p:cNvSpPr/>
          <p:nvPr/>
        </p:nvSpPr>
        <p:spPr>
          <a:xfrm>
            <a:off x="382325" y="1844822"/>
            <a:ext cx="7200000" cy="9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0" name="직선 연결선 59"/>
          <p:cNvCxnSpPr/>
          <p:nvPr/>
        </p:nvCxnSpPr>
        <p:spPr>
          <a:xfrm>
            <a:off x="387000" y="1844824"/>
            <a:ext cx="837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382325" y="2029098"/>
            <a:ext cx="837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409005" y="1805594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schemeClr val="bg1"/>
                </a:solidFill>
              </a:rPr>
              <a:t>Last Alarm List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63" name="직선 연결선 62"/>
          <p:cNvCxnSpPr/>
          <p:nvPr/>
        </p:nvCxnSpPr>
        <p:spPr>
          <a:xfrm rot="5400000">
            <a:off x="7496812" y="1934824"/>
            <a:ext cx="18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536316" y="1819406"/>
            <a:ext cx="12666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/>
              <a:t>06/21/2024 17:48:50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1409600" y="2069092"/>
            <a:ext cx="1800000" cy="417454"/>
            <a:chOff x="1409600" y="2069092"/>
            <a:chExt cx="2160000" cy="417454"/>
          </a:xfrm>
        </p:grpSpPr>
        <p:sp>
          <p:nvSpPr>
            <p:cNvPr id="6" name="직사각형 5"/>
            <p:cNvSpPr/>
            <p:nvPr/>
          </p:nvSpPr>
          <p:spPr>
            <a:xfrm>
              <a:off x="1409600" y="2069092"/>
              <a:ext cx="2160000" cy="417454"/>
            </a:xfrm>
            <a:prstGeom prst="rect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642753" y="2123931"/>
              <a:ext cx="1693696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ko-KR" sz="1400" b="1" dirty="0"/>
                <a:t>Spray Position</a:t>
              </a:r>
              <a:endParaRPr lang="ko-KR" altLang="en-US" sz="1400" b="1" dirty="0"/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3325280" y="2636912"/>
            <a:ext cx="1260000" cy="417454"/>
            <a:chOff x="3325280" y="2069092"/>
            <a:chExt cx="1260000" cy="417454"/>
          </a:xfrm>
        </p:grpSpPr>
        <p:sp>
          <p:nvSpPr>
            <p:cNvPr id="75" name="직사각형 74"/>
            <p:cNvSpPr/>
            <p:nvPr/>
          </p:nvSpPr>
          <p:spPr>
            <a:xfrm>
              <a:off x="3325280" y="2069092"/>
              <a:ext cx="1260000" cy="41745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3359603" y="2130741"/>
              <a:ext cx="1191353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ko-KR" sz="1100" b="1" dirty="0"/>
                <a:t>ROBOT SELECT</a:t>
              </a:r>
              <a:endParaRPr lang="ko-KR" altLang="en-US" sz="1100" b="1" dirty="0"/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4283968" y="2069092"/>
            <a:ext cx="1260000" cy="417454"/>
            <a:chOff x="4700960" y="2069092"/>
            <a:chExt cx="1260000" cy="417454"/>
          </a:xfrm>
        </p:grpSpPr>
        <p:sp>
          <p:nvSpPr>
            <p:cNvPr id="80" name="직사각형 79"/>
            <p:cNvSpPr/>
            <p:nvPr/>
          </p:nvSpPr>
          <p:spPr>
            <a:xfrm>
              <a:off x="4700960" y="2069092"/>
              <a:ext cx="1260000" cy="4174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4934857" y="2147014"/>
              <a:ext cx="792205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ko-KR" sz="1100" b="1" dirty="0"/>
                <a:t>Stand-by</a:t>
              </a:r>
              <a:endParaRPr lang="ko-KR" altLang="en-US" sz="1100" b="1" dirty="0"/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7416456" y="2069092"/>
            <a:ext cx="1260000" cy="417454"/>
            <a:chOff x="7452320" y="2069092"/>
            <a:chExt cx="1260000" cy="417454"/>
          </a:xfrm>
        </p:grpSpPr>
        <p:sp>
          <p:nvSpPr>
            <p:cNvPr id="83" name="직사각형 82"/>
            <p:cNvSpPr/>
            <p:nvPr/>
          </p:nvSpPr>
          <p:spPr>
            <a:xfrm>
              <a:off x="7452320" y="2069092"/>
              <a:ext cx="1260000" cy="4174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7739566" y="2123931"/>
              <a:ext cx="685509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ko-KR" sz="1400" b="1" dirty="0"/>
                <a:t>Purge</a:t>
              </a:r>
              <a:endParaRPr lang="ko-KR" altLang="en-US" sz="1400" b="1" dirty="0"/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5850212" y="2069092"/>
            <a:ext cx="1260000" cy="417454"/>
            <a:chOff x="6076640" y="2069092"/>
            <a:chExt cx="1260000" cy="417454"/>
          </a:xfrm>
        </p:grpSpPr>
        <p:sp>
          <p:nvSpPr>
            <p:cNvPr id="86" name="직사각형 85"/>
            <p:cNvSpPr/>
            <p:nvPr/>
          </p:nvSpPr>
          <p:spPr>
            <a:xfrm>
              <a:off x="6076640" y="2069092"/>
              <a:ext cx="1260000" cy="417454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375460" y="2123931"/>
              <a:ext cx="662361" cy="307777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prst="relaxedInset"/>
            </a:sp3d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ko-KR" sz="1400" b="1" dirty="0"/>
                <a:t>Spray</a:t>
              </a:r>
              <a:endParaRPr lang="ko-KR" altLang="en-US" sz="1400" b="1" dirty="0"/>
            </a:p>
          </p:txBody>
        </p:sp>
      </p:grpSp>
      <p:sp>
        <p:nvSpPr>
          <p:cNvPr id="88" name="직사각형 87"/>
          <p:cNvSpPr/>
          <p:nvPr/>
        </p:nvSpPr>
        <p:spPr>
          <a:xfrm>
            <a:off x="3325280" y="3080021"/>
            <a:ext cx="1260000" cy="4174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12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graphicFrame>
        <p:nvGraphicFramePr>
          <p:cNvPr id="36" name="표 35"/>
          <p:cNvGraphicFramePr>
            <a:graphicFrameLocks noGrp="1"/>
          </p:cNvGraphicFramePr>
          <p:nvPr/>
        </p:nvGraphicFramePr>
        <p:xfrm>
          <a:off x="1409600" y="3593580"/>
          <a:ext cx="3175680" cy="1713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3920">
                  <a:extLst>
                    <a:ext uri="{9D8B030D-6E8A-4147-A177-3AD203B41FA5}">
                      <a16:colId xmlns:a16="http://schemas.microsoft.com/office/drawing/2014/main" val="2214520152"/>
                    </a:ext>
                  </a:extLst>
                </a:gridCol>
                <a:gridCol w="793920">
                  <a:extLst>
                    <a:ext uri="{9D8B030D-6E8A-4147-A177-3AD203B41FA5}">
                      <a16:colId xmlns:a16="http://schemas.microsoft.com/office/drawing/2014/main" val="3900659641"/>
                    </a:ext>
                  </a:extLst>
                </a:gridCol>
                <a:gridCol w="793920">
                  <a:extLst>
                    <a:ext uri="{9D8B030D-6E8A-4147-A177-3AD203B41FA5}">
                      <a16:colId xmlns:a16="http://schemas.microsoft.com/office/drawing/2014/main" val="3636385385"/>
                    </a:ext>
                  </a:extLst>
                </a:gridCol>
                <a:gridCol w="793920">
                  <a:extLst>
                    <a:ext uri="{9D8B030D-6E8A-4147-A177-3AD203B41FA5}">
                      <a16:colId xmlns:a16="http://schemas.microsoft.com/office/drawing/2014/main" val="3958164421"/>
                    </a:ext>
                  </a:extLst>
                </a:gridCol>
              </a:tblGrid>
              <a:tr h="4283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SET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ACT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TARGET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7464851"/>
                  </a:ext>
                </a:extLst>
              </a:tr>
              <a:tr h="428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J1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151914"/>
                  </a:ext>
                </a:extLst>
              </a:tr>
              <a:tr h="428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J2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02105"/>
                  </a:ext>
                </a:extLst>
              </a:tr>
              <a:tr h="428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J3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94139"/>
                  </a:ext>
                </a:extLst>
              </a:tr>
            </a:tbl>
          </a:graphicData>
        </a:graphic>
      </p:graphicFrame>
      <p:sp>
        <p:nvSpPr>
          <p:cNvPr id="38" name="직사각형 37"/>
          <p:cNvSpPr/>
          <p:nvPr/>
        </p:nvSpPr>
        <p:spPr>
          <a:xfrm>
            <a:off x="4700960" y="3059309"/>
            <a:ext cx="1260000" cy="36327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ALL MOVE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95" name="직선 연결선 94"/>
          <p:cNvCxnSpPr/>
          <p:nvPr/>
        </p:nvCxnSpPr>
        <p:spPr>
          <a:xfrm>
            <a:off x="1358968" y="2554773"/>
            <a:ext cx="73933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직사각형 96"/>
          <p:cNvSpPr/>
          <p:nvPr/>
        </p:nvSpPr>
        <p:spPr>
          <a:xfrm>
            <a:off x="6042451" y="2670317"/>
            <a:ext cx="1260000" cy="36327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POSITION MOVE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7400663" y="2670317"/>
            <a:ext cx="1260000" cy="363270"/>
          </a:xfrm>
          <a:prstGeom prst="rect">
            <a:avLst/>
          </a:prstGeom>
          <a:solidFill>
            <a:srgbClr val="FF3300"/>
          </a:solidFill>
          <a:ln w="127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MOVE STOP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1620032" y="5444256"/>
            <a:ext cx="3240000" cy="577032"/>
          </a:xfrm>
          <a:prstGeom prst="rect">
            <a:avLst/>
          </a:prstGeom>
          <a:solidFill>
            <a:srgbClr val="92D050"/>
          </a:solidFill>
          <a:ln w="1587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 ROBOT </a:t>
            </a:r>
          </a:p>
          <a:p>
            <a:pPr algn="ctr"/>
            <a:r>
              <a:rPr lang="en-US" altLang="ko-K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POSITION SAVE</a:t>
            </a:r>
            <a:endParaRPr lang="ko-KR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5220072" y="5444256"/>
            <a:ext cx="3240000" cy="577032"/>
          </a:xfrm>
          <a:prstGeom prst="rect">
            <a:avLst/>
          </a:prstGeom>
          <a:solidFill>
            <a:srgbClr val="FF3300"/>
          </a:solidFill>
          <a:ln w="1587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 ROBOT</a:t>
            </a:r>
          </a:p>
          <a:p>
            <a:pPr algn="ctr"/>
            <a:r>
              <a:rPr lang="en-US" altLang="ko-K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POSITION SAVE</a:t>
            </a:r>
            <a:endParaRPr lang="ko-KR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20" name="직선 연결선 119"/>
          <p:cNvCxnSpPr/>
          <p:nvPr/>
        </p:nvCxnSpPr>
        <p:spPr>
          <a:xfrm>
            <a:off x="1355107" y="5373216"/>
            <a:ext cx="73933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그룹 104"/>
          <p:cNvGrpSpPr/>
          <p:nvPr/>
        </p:nvGrpSpPr>
        <p:grpSpPr>
          <a:xfrm>
            <a:off x="1409600" y="3080021"/>
            <a:ext cx="1800000" cy="417454"/>
            <a:chOff x="1409600" y="2069092"/>
            <a:chExt cx="2160000" cy="417454"/>
          </a:xfrm>
        </p:grpSpPr>
        <p:sp>
          <p:nvSpPr>
            <p:cNvPr id="106" name="직사각형 105"/>
            <p:cNvSpPr/>
            <p:nvPr/>
          </p:nvSpPr>
          <p:spPr>
            <a:xfrm>
              <a:off x="1409600" y="2069092"/>
              <a:ext cx="2160000" cy="41745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1514260" y="2123931"/>
              <a:ext cx="1950688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ROBOT NUMBER</a:t>
              </a:r>
              <a:endParaRPr lang="ko-KR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F0354D59-0824-4B85-B33F-557FECCC1354}"/>
              </a:ext>
            </a:extLst>
          </p:cNvPr>
          <p:cNvGrpSpPr/>
          <p:nvPr/>
        </p:nvGrpSpPr>
        <p:grpSpPr>
          <a:xfrm>
            <a:off x="8000840" y="3661391"/>
            <a:ext cx="379420" cy="853529"/>
            <a:chOff x="6421064" y="3814330"/>
            <a:chExt cx="379420" cy="853529"/>
          </a:xfrm>
        </p:grpSpPr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7D02B0A1-FA44-4523-8C34-447284DB44A6}"/>
                </a:ext>
              </a:extLst>
            </p:cNvPr>
            <p:cNvSpPr/>
            <p:nvPr/>
          </p:nvSpPr>
          <p:spPr>
            <a:xfrm>
              <a:off x="6421064" y="3814330"/>
              <a:ext cx="379420" cy="853529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10" name="오른쪽 화살표 114">
              <a:extLst>
                <a:ext uri="{FF2B5EF4-FFF2-40B4-BE49-F238E27FC236}">
                  <a16:creationId xmlns:a16="http://schemas.microsoft.com/office/drawing/2014/main" id="{8C94041E-D062-40FB-91F6-6E7D66FB587E}"/>
                </a:ext>
              </a:extLst>
            </p:cNvPr>
            <p:cNvSpPr>
              <a:spLocks/>
            </p:cNvSpPr>
            <p:nvPr/>
          </p:nvSpPr>
          <p:spPr>
            <a:xfrm>
              <a:off x="6503497" y="4109275"/>
              <a:ext cx="252000" cy="252000"/>
            </a:xfrm>
            <a:prstGeom prst="rightArrow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33B0A254-C1D6-4960-8F21-2F6562174524}"/>
              </a:ext>
            </a:extLst>
          </p:cNvPr>
          <p:cNvGrpSpPr/>
          <p:nvPr/>
        </p:nvGrpSpPr>
        <p:grpSpPr>
          <a:xfrm flipH="1">
            <a:off x="6866136" y="4700697"/>
            <a:ext cx="942653" cy="372072"/>
            <a:chOff x="6241982" y="4082741"/>
            <a:chExt cx="942653" cy="372072"/>
          </a:xfrm>
        </p:grpSpPr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919C9E75-DD30-4243-92E5-04EBED6233EC}"/>
                </a:ext>
              </a:extLst>
            </p:cNvPr>
            <p:cNvSpPr/>
            <p:nvPr/>
          </p:nvSpPr>
          <p:spPr>
            <a:xfrm>
              <a:off x="6241982" y="4082741"/>
              <a:ext cx="942653" cy="372072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21" name="오른쪽 화살표 114">
              <a:extLst>
                <a:ext uri="{FF2B5EF4-FFF2-40B4-BE49-F238E27FC236}">
                  <a16:creationId xmlns:a16="http://schemas.microsoft.com/office/drawing/2014/main" id="{0BCB7478-AAFE-4E89-B849-6F904276303B}"/>
                </a:ext>
              </a:extLst>
            </p:cNvPr>
            <p:cNvSpPr>
              <a:spLocks/>
            </p:cNvSpPr>
            <p:nvPr/>
          </p:nvSpPr>
          <p:spPr>
            <a:xfrm rot="5400000">
              <a:off x="6601079" y="4152977"/>
              <a:ext cx="252000" cy="252000"/>
            </a:xfrm>
            <a:prstGeom prst="rightArrow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A6F4781B-0917-4087-A432-B39984A3A6FD}"/>
              </a:ext>
            </a:extLst>
          </p:cNvPr>
          <p:cNvSpPr/>
          <p:nvPr/>
        </p:nvSpPr>
        <p:spPr>
          <a:xfrm flipH="1">
            <a:off x="6866142" y="3177522"/>
            <a:ext cx="942647" cy="363270"/>
          </a:xfrm>
          <a:prstGeom prst="rect">
            <a:avLst/>
          </a:prstGeom>
          <a:solidFill>
            <a:srgbClr val="002060"/>
          </a:solidFill>
          <a:ln w="127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23" name="위쪽 화살표 115">
            <a:extLst>
              <a:ext uri="{FF2B5EF4-FFF2-40B4-BE49-F238E27FC236}">
                <a16:creationId xmlns:a16="http://schemas.microsoft.com/office/drawing/2014/main" id="{3748AB9B-4198-4C16-A21B-BC03F6171FF9}"/>
              </a:ext>
            </a:extLst>
          </p:cNvPr>
          <p:cNvSpPr>
            <a:spLocks/>
          </p:cNvSpPr>
          <p:nvPr/>
        </p:nvSpPr>
        <p:spPr>
          <a:xfrm>
            <a:off x="7197692" y="3227486"/>
            <a:ext cx="252000" cy="252000"/>
          </a:xfrm>
          <a:prstGeom prst="up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060CED83-BC2D-437A-882A-385056341B22}"/>
              </a:ext>
            </a:extLst>
          </p:cNvPr>
          <p:cNvGrpSpPr/>
          <p:nvPr/>
        </p:nvGrpSpPr>
        <p:grpSpPr>
          <a:xfrm>
            <a:off x="7436202" y="3689133"/>
            <a:ext cx="379420" cy="825792"/>
            <a:chOff x="7493083" y="3672429"/>
            <a:chExt cx="379420" cy="825792"/>
          </a:xfrm>
        </p:grpSpPr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DA46A671-4D11-444A-9948-47F4A6A4157A}"/>
                </a:ext>
              </a:extLst>
            </p:cNvPr>
            <p:cNvSpPr/>
            <p:nvPr/>
          </p:nvSpPr>
          <p:spPr>
            <a:xfrm>
              <a:off x="7493083" y="3672429"/>
              <a:ext cx="379420" cy="825792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26" name="왼쪽으로 구부러진 화살표 112">
              <a:extLst>
                <a:ext uri="{FF2B5EF4-FFF2-40B4-BE49-F238E27FC236}">
                  <a16:creationId xmlns:a16="http://schemas.microsoft.com/office/drawing/2014/main" id="{D0BF2BF0-0FF3-40A6-AC32-16ACF358C37A}"/>
                </a:ext>
              </a:extLst>
            </p:cNvPr>
            <p:cNvSpPr>
              <a:spLocks/>
            </p:cNvSpPr>
            <p:nvPr/>
          </p:nvSpPr>
          <p:spPr>
            <a:xfrm>
              <a:off x="7572753" y="3791207"/>
              <a:ext cx="252000" cy="588235"/>
            </a:xfrm>
            <a:prstGeom prst="curvedLeftArrow">
              <a:avLst>
                <a:gd name="adj1" fmla="val 35161"/>
                <a:gd name="adj2" fmla="val 83125"/>
                <a:gd name="adj3" fmla="val 25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E12AC251-03FA-4D41-9CDB-D24EBF560D77}"/>
              </a:ext>
            </a:extLst>
          </p:cNvPr>
          <p:cNvGrpSpPr/>
          <p:nvPr/>
        </p:nvGrpSpPr>
        <p:grpSpPr>
          <a:xfrm>
            <a:off x="6871565" y="3689133"/>
            <a:ext cx="379420" cy="825792"/>
            <a:chOff x="7493083" y="3672429"/>
            <a:chExt cx="379420" cy="825792"/>
          </a:xfrm>
        </p:grpSpPr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1EC4DBDA-9F45-4AF1-989C-1521745E21EF}"/>
                </a:ext>
              </a:extLst>
            </p:cNvPr>
            <p:cNvSpPr/>
            <p:nvPr/>
          </p:nvSpPr>
          <p:spPr>
            <a:xfrm>
              <a:off x="7493083" y="3672429"/>
              <a:ext cx="379420" cy="825792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29" name="왼쪽으로 구부러진 화살표 112">
              <a:extLst>
                <a:ext uri="{FF2B5EF4-FFF2-40B4-BE49-F238E27FC236}">
                  <a16:creationId xmlns:a16="http://schemas.microsoft.com/office/drawing/2014/main" id="{4C0E9CBE-2585-4584-8539-41509D87CB62}"/>
                </a:ext>
              </a:extLst>
            </p:cNvPr>
            <p:cNvSpPr>
              <a:spLocks/>
            </p:cNvSpPr>
            <p:nvPr/>
          </p:nvSpPr>
          <p:spPr>
            <a:xfrm flipH="1" flipV="1">
              <a:off x="7572753" y="3791207"/>
              <a:ext cx="252000" cy="588235"/>
            </a:xfrm>
            <a:prstGeom prst="curvedLeftArrow">
              <a:avLst>
                <a:gd name="adj1" fmla="val 35161"/>
                <a:gd name="adj2" fmla="val 83125"/>
                <a:gd name="adj3" fmla="val 25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A2153305-3E23-4889-9DDE-4C5AD855CBA9}"/>
              </a:ext>
            </a:extLst>
          </p:cNvPr>
          <p:cNvGrpSpPr/>
          <p:nvPr/>
        </p:nvGrpSpPr>
        <p:grpSpPr>
          <a:xfrm flipH="1">
            <a:off x="6306928" y="3689133"/>
            <a:ext cx="379420" cy="853529"/>
            <a:chOff x="6421064" y="3814330"/>
            <a:chExt cx="379420" cy="853529"/>
          </a:xfrm>
        </p:grpSpPr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FA0D23F4-1D2F-4CAA-9952-7D9960F7B43A}"/>
                </a:ext>
              </a:extLst>
            </p:cNvPr>
            <p:cNvSpPr/>
            <p:nvPr/>
          </p:nvSpPr>
          <p:spPr>
            <a:xfrm>
              <a:off x="6421064" y="3814330"/>
              <a:ext cx="379420" cy="853529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32" name="오른쪽 화살표 114">
              <a:extLst>
                <a:ext uri="{FF2B5EF4-FFF2-40B4-BE49-F238E27FC236}">
                  <a16:creationId xmlns:a16="http://schemas.microsoft.com/office/drawing/2014/main" id="{D2DCFD3D-8FA3-48FE-AC5F-1547EA5F92FE}"/>
                </a:ext>
              </a:extLst>
            </p:cNvPr>
            <p:cNvSpPr>
              <a:spLocks/>
            </p:cNvSpPr>
            <p:nvPr/>
          </p:nvSpPr>
          <p:spPr>
            <a:xfrm>
              <a:off x="6503497" y="4109275"/>
              <a:ext cx="252000" cy="252000"/>
            </a:xfrm>
            <a:prstGeom prst="rightArrow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78230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87000" y="1388096"/>
            <a:ext cx="8370000" cy="4567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ROBOT SETTING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700-419E-4133-B797-32B7314A54A9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87000" y="1388096"/>
            <a:ext cx="8370000" cy="47052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빗면 7"/>
          <p:cNvSpPr/>
          <p:nvPr/>
        </p:nvSpPr>
        <p:spPr>
          <a:xfrm>
            <a:off x="2735796" y="1400796"/>
            <a:ext cx="3672408" cy="432000"/>
          </a:xfrm>
          <a:prstGeom prst="bevel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572114" y="1431794"/>
            <a:ext cx="1999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</a:rPr>
              <a:t>ROBOT SETTING</a:t>
            </a:r>
            <a:endParaRPr lang="ko-KR" altLang="en-US" b="1" dirty="0">
              <a:solidFill>
                <a:srgbClr val="FFFF66"/>
              </a:solidFill>
            </a:endParaRPr>
          </a:p>
        </p:txBody>
      </p:sp>
      <p:graphicFrame>
        <p:nvGraphicFramePr>
          <p:cNvPr id="12" name="개체 11"/>
          <p:cNvGraphicFramePr>
            <a:graphicFrameLocks noChangeAspect="1"/>
          </p:cNvGraphicFramePr>
          <p:nvPr/>
        </p:nvGraphicFramePr>
        <p:xfrm>
          <a:off x="6684042" y="1397205"/>
          <a:ext cx="664200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Image" r:id="rId3" imgW="1066320" imgH="711000" progId="Photoshop.Image.11">
                  <p:embed/>
                </p:oleObj>
              </mc:Choice>
              <mc:Fallback>
                <p:oleObj name="Image" r:id="rId3" imgW="1066320" imgH="711000" progId="Photoshop.Image.11">
                  <p:embed/>
                  <p:pic>
                    <p:nvPicPr>
                      <p:cNvPr id="12" name="개체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84042" y="1397205"/>
                        <a:ext cx="664200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개체 12"/>
          <p:cNvGraphicFramePr>
            <a:graphicFrameLocks noChangeAspect="1"/>
          </p:cNvGraphicFramePr>
          <p:nvPr/>
        </p:nvGraphicFramePr>
        <p:xfrm>
          <a:off x="7370606" y="1397205"/>
          <a:ext cx="656294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Image" r:id="rId5" imgW="1053720" imgH="711000" progId="Photoshop.Image.11">
                  <p:embed/>
                </p:oleObj>
              </mc:Choice>
              <mc:Fallback>
                <p:oleObj name="Image" r:id="rId5" imgW="1053720" imgH="711000" progId="Photoshop.Image.11">
                  <p:embed/>
                  <p:pic>
                    <p:nvPicPr>
                      <p:cNvPr id="13" name="개체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70606" y="1397205"/>
                        <a:ext cx="656294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개체 13"/>
          <p:cNvGraphicFramePr>
            <a:graphicFrameLocks noChangeAspect="1"/>
          </p:cNvGraphicFramePr>
          <p:nvPr/>
        </p:nvGraphicFramePr>
        <p:xfrm>
          <a:off x="8049264" y="1397205"/>
          <a:ext cx="648385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Image" r:id="rId7" imgW="1041120" imgH="711000" progId="Photoshop.Image.11">
                  <p:embed/>
                </p:oleObj>
              </mc:Choice>
              <mc:Fallback>
                <p:oleObj name="Image" r:id="rId7" imgW="1041120" imgH="711000" progId="Photoshop.Image.11">
                  <p:embed/>
                  <p:pic>
                    <p:nvPicPr>
                      <p:cNvPr id="14" name="개체 1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49264" y="1397205"/>
                        <a:ext cx="648385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82325" y="1470266"/>
            <a:ext cx="19141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 dirty="0">
                <a:solidFill>
                  <a:srgbClr val="FFFF66"/>
                </a:solidFill>
              </a:rPr>
              <a:t>3-AXIS ROBOT SPRAY</a:t>
            </a:r>
            <a:endParaRPr lang="ko-KR" altLang="en-US" sz="1300" b="1" dirty="0">
              <a:solidFill>
                <a:srgbClr val="FFFF66"/>
              </a:solidFill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1348150" y="2036426"/>
            <a:ext cx="0" cy="40564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7" name="그룹 1046"/>
          <p:cNvGrpSpPr/>
          <p:nvPr/>
        </p:nvGrpSpPr>
        <p:grpSpPr>
          <a:xfrm>
            <a:off x="399664" y="3838762"/>
            <a:ext cx="936000" cy="450000"/>
            <a:chOff x="395536" y="3731115"/>
            <a:chExt cx="936000" cy="468000"/>
          </a:xfrm>
        </p:grpSpPr>
        <p:sp>
          <p:nvSpPr>
            <p:cNvPr id="33" name="빗면 32"/>
            <p:cNvSpPr/>
            <p:nvPr/>
          </p:nvSpPr>
          <p:spPr>
            <a:xfrm>
              <a:off x="395536" y="3731115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7" name="그림 56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851" y="3839115"/>
              <a:ext cx="243765" cy="252000"/>
            </a:xfrm>
            <a:prstGeom prst="rect">
              <a:avLst/>
            </a:prstGeom>
          </p:spPr>
        </p:pic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3846400"/>
              <a:ext cx="275119" cy="252000"/>
            </a:xfrm>
            <a:prstGeom prst="rect">
              <a:avLst/>
            </a:prstGeom>
          </p:spPr>
        </p:pic>
      </p:grpSp>
      <p:grpSp>
        <p:nvGrpSpPr>
          <p:cNvPr id="1050" name="그룹 1049"/>
          <p:cNvGrpSpPr/>
          <p:nvPr/>
        </p:nvGrpSpPr>
        <p:grpSpPr>
          <a:xfrm>
            <a:off x="399664" y="5190424"/>
            <a:ext cx="936000" cy="450000"/>
            <a:chOff x="403799" y="5149683"/>
            <a:chExt cx="936000" cy="468000"/>
          </a:xfrm>
        </p:grpSpPr>
        <p:sp>
          <p:nvSpPr>
            <p:cNvPr id="78" name="빗면 77"/>
            <p:cNvSpPr/>
            <p:nvPr/>
          </p:nvSpPr>
          <p:spPr>
            <a:xfrm>
              <a:off x="403799" y="5149683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9" name="그림 78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771" y="5221683"/>
              <a:ext cx="334452" cy="324000"/>
            </a:xfrm>
            <a:prstGeom prst="rect">
              <a:avLst/>
            </a:prstGeom>
          </p:spPr>
        </p:pic>
      </p:grpSp>
      <p:grpSp>
        <p:nvGrpSpPr>
          <p:cNvPr id="1051" name="그룹 1050"/>
          <p:cNvGrpSpPr/>
          <p:nvPr/>
        </p:nvGrpSpPr>
        <p:grpSpPr>
          <a:xfrm>
            <a:off x="399664" y="5640976"/>
            <a:ext cx="936000" cy="450000"/>
            <a:chOff x="395536" y="5625295"/>
            <a:chExt cx="936000" cy="468000"/>
          </a:xfrm>
        </p:grpSpPr>
        <p:sp>
          <p:nvSpPr>
            <p:cNvPr id="37" name="빗면 36"/>
            <p:cNvSpPr/>
            <p:nvPr/>
          </p:nvSpPr>
          <p:spPr>
            <a:xfrm>
              <a:off x="395536" y="5625295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5" name="왼쪽 화살표 1034"/>
            <p:cNvSpPr/>
            <p:nvPr/>
          </p:nvSpPr>
          <p:spPr>
            <a:xfrm>
              <a:off x="721264" y="5739452"/>
              <a:ext cx="252000" cy="252000"/>
            </a:xfrm>
            <a:prstGeom prst="lef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43" name="그룹 1042"/>
          <p:cNvGrpSpPr/>
          <p:nvPr/>
        </p:nvGrpSpPr>
        <p:grpSpPr>
          <a:xfrm>
            <a:off x="399664" y="2036546"/>
            <a:ext cx="936000" cy="450000"/>
            <a:chOff x="395536" y="1844823"/>
            <a:chExt cx="936000" cy="468000"/>
          </a:xfrm>
        </p:grpSpPr>
        <p:sp>
          <p:nvSpPr>
            <p:cNvPr id="29" name="빗면 28"/>
            <p:cNvSpPr/>
            <p:nvPr/>
          </p:nvSpPr>
          <p:spPr>
            <a:xfrm>
              <a:off x="395536" y="1844823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6" name="그림 1035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21" y="1917458"/>
              <a:ext cx="258750" cy="324000"/>
            </a:xfrm>
            <a:prstGeom prst="rect">
              <a:avLst/>
            </a:prstGeom>
          </p:spPr>
        </p:pic>
      </p:grpSp>
      <p:grpSp>
        <p:nvGrpSpPr>
          <p:cNvPr id="1049" name="그룹 1048"/>
          <p:cNvGrpSpPr/>
          <p:nvPr/>
        </p:nvGrpSpPr>
        <p:grpSpPr>
          <a:xfrm>
            <a:off x="399664" y="4739870"/>
            <a:ext cx="936000" cy="450000"/>
            <a:chOff x="395536" y="4674261"/>
            <a:chExt cx="936000" cy="468000"/>
          </a:xfrm>
        </p:grpSpPr>
        <p:sp>
          <p:nvSpPr>
            <p:cNvPr id="35" name="빗면 34"/>
            <p:cNvSpPr/>
            <p:nvPr/>
          </p:nvSpPr>
          <p:spPr>
            <a:xfrm>
              <a:off x="395536" y="4674261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7" name="그림 1036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523" y="4737117"/>
              <a:ext cx="222552" cy="324000"/>
            </a:xfrm>
            <a:prstGeom prst="rect">
              <a:avLst/>
            </a:prstGeom>
          </p:spPr>
        </p:pic>
      </p:grpSp>
      <p:grpSp>
        <p:nvGrpSpPr>
          <p:cNvPr id="27" name="그룹 26"/>
          <p:cNvGrpSpPr/>
          <p:nvPr/>
        </p:nvGrpSpPr>
        <p:grpSpPr>
          <a:xfrm>
            <a:off x="399664" y="3388208"/>
            <a:ext cx="936000" cy="450000"/>
            <a:chOff x="410776" y="3498167"/>
            <a:chExt cx="936000" cy="432000"/>
          </a:xfrm>
        </p:grpSpPr>
        <p:sp>
          <p:nvSpPr>
            <p:cNvPr id="32" name="빗면 31"/>
            <p:cNvSpPr/>
            <p:nvPr/>
          </p:nvSpPr>
          <p:spPr>
            <a:xfrm>
              <a:off x="410776" y="3498167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76" y="3633167"/>
              <a:ext cx="324000" cy="162000"/>
            </a:xfrm>
            <a:prstGeom prst="rect">
              <a:avLst/>
            </a:prstGeom>
          </p:spPr>
        </p:pic>
      </p:grpSp>
      <p:grpSp>
        <p:nvGrpSpPr>
          <p:cNvPr id="25" name="그룹 24"/>
          <p:cNvGrpSpPr/>
          <p:nvPr/>
        </p:nvGrpSpPr>
        <p:grpSpPr>
          <a:xfrm>
            <a:off x="399664" y="2487100"/>
            <a:ext cx="936000" cy="450000"/>
            <a:chOff x="410776" y="2635965"/>
            <a:chExt cx="936000" cy="432000"/>
          </a:xfrm>
        </p:grpSpPr>
        <p:sp>
          <p:nvSpPr>
            <p:cNvPr id="30" name="빗면 29"/>
            <p:cNvSpPr/>
            <p:nvPr/>
          </p:nvSpPr>
          <p:spPr>
            <a:xfrm>
              <a:off x="410776" y="2635965"/>
              <a:ext cx="936000" cy="432000"/>
            </a:xfrm>
            <a:prstGeom prst="bevel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6648" y="2731027"/>
              <a:ext cx="205776" cy="234000"/>
            </a:xfrm>
            <a:prstGeom prst="rect">
              <a:avLst/>
            </a:prstGeom>
          </p:spPr>
        </p:pic>
      </p:grpSp>
      <p:grpSp>
        <p:nvGrpSpPr>
          <p:cNvPr id="26" name="그룹 25"/>
          <p:cNvGrpSpPr/>
          <p:nvPr/>
        </p:nvGrpSpPr>
        <p:grpSpPr>
          <a:xfrm>
            <a:off x="399664" y="2937654"/>
            <a:ext cx="936000" cy="450000"/>
            <a:chOff x="410776" y="3067066"/>
            <a:chExt cx="936000" cy="432000"/>
          </a:xfrm>
        </p:grpSpPr>
        <p:sp>
          <p:nvSpPr>
            <p:cNvPr id="31" name="빗면 30"/>
            <p:cNvSpPr/>
            <p:nvPr/>
          </p:nvSpPr>
          <p:spPr>
            <a:xfrm>
              <a:off x="410776" y="3067066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3" name="그림 52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6329" y="3159162"/>
              <a:ext cx="205776" cy="234000"/>
            </a:xfrm>
            <a:prstGeom prst="rect">
              <a:avLst/>
            </a:prstGeom>
          </p:spPr>
        </p:pic>
        <p:pic>
          <p:nvPicPr>
            <p:cNvPr id="54" name="그림 53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210" y="3159162"/>
              <a:ext cx="205776" cy="234000"/>
            </a:xfrm>
            <a:prstGeom prst="rect">
              <a:avLst/>
            </a:prstGeom>
          </p:spPr>
        </p:pic>
        <p:pic>
          <p:nvPicPr>
            <p:cNvPr id="55" name="그림 54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7832" y="3159162"/>
              <a:ext cx="205776" cy="234000"/>
            </a:xfrm>
            <a:prstGeom prst="rect">
              <a:avLst/>
            </a:prstGeom>
          </p:spPr>
        </p:pic>
      </p:grpSp>
      <p:grpSp>
        <p:nvGrpSpPr>
          <p:cNvPr id="28" name="그룹 27"/>
          <p:cNvGrpSpPr/>
          <p:nvPr/>
        </p:nvGrpSpPr>
        <p:grpSpPr>
          <a:xfrm>
            <a:off x="399664" y="4289316"/>
            <a:ext cx="936000" cy="450000"/>
            <a:chOff x="410776" y="4360369"/>
            <a:chExt cx="936000" cy="432000"/>
          </a:xfrm>
        </p:grpSpPr>
        <p:sp>
          <p:nvSpPr>
            <p:cNvPr id="34" name="빗면 33"/>
            <p:cNvSpPr/>
            <p:nvPr/>
          </p:nvSpPr>
          <p:spPr>
            <a:xfrm>
              <a:off x="410776" y="4360369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968" y="4438909"/>
              <a:ext cx="351529" cy="298800"/>
            </a:xfrm>
            <a:prstGeom prst="rect">
              <a:avLst/>
            </a:prstGeom>
          </p:spPr>
        </p:pic>
      </p:grpSp>
      <p:grpSp>
        <p:nvGrpSpPr>
          <p:cNvPr id="49" name="그룹 48"/>
          <p:cNvGrpSpPr/>
          <p:nvPr/>
        </p:nvGrpSpPr>
        <p:grpSpPr>
          <a:xfrm>
            <a:off x="399664" y="5640976"/>
            <a:ext cx="936000" cy="450000"/>
            <a:chOff x="399664" y="5640976"/>
            <a:chExt cx="936000" cy="450000"/>
          </a:xfrm>
        </p:grpSpPr>
        <p:sp>
          <p:nvSpPr>
            <p:cNvPr id="50" name="빗면 49"/>
            <p:cNvSpPr/>
            <p:nvPr/>
          </p:nvSpPr>
          <p:spPr>
            <a:xfrm>
              <a:off x="399664" y="5640976"/>
              <a:ext cx="936000" cy="450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1" name="그림 50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01" y="5740456"/>
              <a:ext cx="303927" cy="252000"/>
            </a:xfrm>
            <a:prstGeom prst="rect">
              <a:avLst/>
            </a:prstGeom>
          </p:spPr>
        </p:pic>
      </p:grpSp>
      <p:sp>
        <p:nvSpPr>
          <p:cNvPr id="58" name="직사각형 57"/>
          <p:cNvSpPr/>
          <p:nvPr/>
        </p:nvSpPr>
        <p:spPr>
          <a:xfrm>
            <a:off x="382325" y="1844824"/>
            <a:ext cx="720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/>
          <p:cNvSpPr/>
          <p:nvPr/>
        </p:nvSpPr>
        <p:spPr>
          <a:xfrm>
            <a:off x="382325" y="1844822"/>
            <a:ext cx="7200000" cy="9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0" name="직선 연결선 59"/>
          <p:cNvCxnSpPr/>
          <p:nvPr/>
        </p:nvCxnSpPr>
        <p:spPr>
          <a:xfrm>
            <a:off x="387000" y="1844824"/>
            <a:ext cx="837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382325" y="2029098"/>
            <a:ext cx="837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409005" y="1805594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schemeClr val="bg1"/>
                </a:solidFill>
              </a:rPr>
              <a:t>Last Alarm List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63" name="직선 연결선 62"/>
          <p:cNvCxnSpPr/>
          <p:nvPr/>
        </p:nvCxnSpPr>
        <p:spPr>
          <a:xfrm rot="5400000">
            <a:off x="7496812" y="1934824"/>
            <a:ext cx="18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536316" y="1819406"/>
            <a:ext cx="12666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/>
              <a:t>06/21/2024 17:48:50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1409600" y="2069092"/>
            <a:ext cx="1800000" cy="417454"/>
            <a:chOff x="1409600" y="2069092"/>
            <a:chExt cx="2160000" cy="417454"/>
          </a:xfrm>
        </p:grpSpPr>
        <p:sp>
          <p:nvSpPr>
            <p:cNvPr id="6" name="직사각형 5"/>
            <p:cNvSpPr/>
            <p:nvPr/>
          </p:nvSpPr>
          <p:spPr>
            <a:xfrm>
              <a:off x="1409600" y="2069092"/>
              <a:ext cx="2160000" cy="417454"/>
            </a:xfrm>
            <a:prstGeom prst="rect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628865" y="2123931"/>
              <a:ext cx="1721472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ko-KR" sz="1400" b="1" dirty="0"/>
                <a:t>Purge Position</a:t>
              </a:r>
              <a:endParaRPr lang="ko-KR" altLang="en-US" sz="1400" b="1" dirty="0"/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3325280" y="2636912"/>
            <a:ext cx="1260000" cy="417454"/>
            <a:chOff x="3325280" y="2069092"/>
            <a:chExt cx="1260000" cy="417454"/>
          </a:xfrm>
        </p:grpSpPr>
        <p:sp>
          <p:nvSpPr>
            <p:cNvPr id="75" name="직사각형 74"/>
            <p:cNvSpPr/>
            <p:nvPr/>
          </p:nvSpPr>
          <p:spPr>
            <a:xfrm>
              <a:off x="3325280" y="2069092"/>
              <a:ext cx="1260000" cy="41745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3359603" y="2130741"/>
              <a:ext cx="1191353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ko-KR" sz="1100" b="1" dirty="0"/>
                <a:t>ROBOT SELECT</a:t>
              </a:r>
              <a:endParaRPr lang="ko-KR" altLang="en-US" sz="1100" b="1" dirty="0"/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4283968" y="2069092"/>
            <a:ext cx="1260000" cy="417454"/>
            <a:chOff x="4700960" y="2069092"/>
            <a:chExt cx="1260000" cy="417454"/>
          </a:xfrm>
        </p:grpSpPr>
        <p:sp>
          <p:nvSpPr>
            <p:cNvPr id="80" name="직사각형 79"/>
            <p:cNvSpPr/>
            <p:nvPr/>
          </p:nvSpPr>
          <p:spPr>
            <a:xfrm>
              <a:off x="4700960" y="2069092"/>
              <a:ext cx="1260000" cy="4174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4934857" y="2147014"/>
              <a:ext cx="792205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ko-KR" sz="1100" b="1" dirty="0"/>
                <a:t>Stand-by</a:t>
              </a:r>
              <a:endParaRPr lang="ko-KR" altLang="en-US" sz="1100" b="1" dirty="0"/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7416456" y="2069092"/>
            <a:ext cx="1260000" cy="417454"/>
            <a:chOff x="7452320" y="2069092"/>
            <a:chExt cx="1260000" cy="417454"/>
          </a:xfrm>
        </p:grpSpPr>
        <p:sp>
          <p:nvSpPr>
            <p:cNvPr id="83" name="직사각형 82"/>
            <p:cNvSpPr/>
            <p:nvPr/>
          </p:nvSpPr>
          <p:spPr>
            <a:xfrm>
              <a:off x="7452320" y="2069092"/>
              <a:ext cx="1260000" cy="417454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7739566" y="2123931"/>
              <a:ext cx="685509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ko-KR" sz="1400" b="1" dirty="0"/>
                <a:t>Purge</a:t>
              </a:r>
              <a:endParaRPr lang="ko-KR" altLang="en-US" sz="1400" b="1" dirty="0"/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5850212" y="2069092"/>
            <a:ext cx="1260000" cy="417454"/>
            <a:chOff x="6076640" y="2069092"/>
            <a:chExt cx="1260000" cy="417454"/>
          </a:xfrm>
        </p:grpSpPr>
        <p:sp>
          <p:nvSpPr>
            <p:cNvPr id="86" name="직사각형 85"/>
            <p:cNvSpPr/>
            <p:nvPr/>
          </p:nvSpPr>
          <p:spPr>
            <a:xfrm>
              <a:off x="6076640" y="2069092"/>
              <a:ext cx="1260000" cy="4174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375460" y="2123931"/>
              <a:ext cx="662361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ko-KR" sz="1400" b="1" dirty="0"/>
                <a:t>Spray</a:t>
              </a:r>
              <a:endParaRPr lang="ko-KR" altLang="en-US" sz="1400" b="1" dirty="0"/>
            </a:p>
          </p:txBody>
        </p:sp>
      </p:grpSp>
      <p:sp>
        <p:nvSpPr>
          <p:cNvPr id="88" name="직사각형 87"/>
          <p:cNvSpPr/>
          <p:nvPr/>
        </p:nvSpPr>
        <p:spPr>
          <a:xfrm>
            <a:off x="3325280" y="3080021"/>
            <a:ext cx="1260000" cy="4174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12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grpSp>
        <p:nvGrpSpPr>
          <p:cNvPr id="89" name="그룹 88"/>
          <p:cNvGrpSpPr/>
          <p:nvPr/>
        </p:nvGrpSpPr>
        <p:grpSpPr>
          <a:xfrm>
            <a:off x="1409600" y="3080021"/>
            <a:ext cx="1800000" cy="417454"/>
            <a:chOff x="1409600" y="2069092"/>
            <a:chExt cx="2160000" cy="417454"/>
          </a:xfrm>
        </p:grpSpPr>
        <p:sp>
          <p:nvSpPr>
            <p:cNvPr id="90" name="직사각형 89"/>
            <p:cNvSpPr/>
            <p:nvPr/>
          </p:nvSpPr>
          <p:spPr>
            <a:xfrm>
              <a:off x="1409600" y="2069092"/>
              <a:ext cx="2160000" cy="41745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514260" y="2123931"/>
              <a:ext cx="1950688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ROBOT NUMBER</a:t>
              </a:r>
              <a:endParaRPr lang="ko-KR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aphicFrame>
        <p:nvGraphicFramePr>
          <p:cNvPr id="36" name="표 35"/>
          <p:cNvGraphicFramePr>
            <a:graphicFrameLocks noGrp="1"/>
          </p:cNvGraphicFramePr>
          <p:nvPr/>
        </p:nvGraphicFramePr>
        <p:xfrm>
          <a:off x="1409600" y="3593580"/>
          <a:ext cx="3175680" cy="1713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3920">
                  <a:extLst>
                    <a:ext uri="{9D8B030D-6E8A-4147-A177-3AD203B41FA5}">
                      <a16:colId xmlns:a16="http://schemas.microsoft.com/office/drawing/2014/main" val="2214520152"/>
                    </a:ext>
                  </a:extLst>
                </a:gridCol>
                <a:gridCol w="793920">
                  <a:extLst>
                    <a:ext uri="{9D8B030D-6E8A-4147-A177-3AD203B41FA5}">
                      <a16:colId xmlns:a16="http://schemas.microsoft.com/office/drawing/2014/main" val="3900659641"/>
                    </a:ext>
                  </a:extLst>
                </a:gridCol>
                <a:gridCol w="793920">
                  <a:extLst>
                    <a:ext uri="{9D8B030D-6E8A-4147-A177-3AD203B41FA5}">
                      <a16:colId xmlns:a16="http://schemas.microsoft.com/office/drawing/2014/main" val="3636385385"/>
                    </a:ext>
                  </a:extLst>
                </a:gridCol>
                <a:gridCol w="793920">
                  <a:extLst>
                    <a:ext uri="{9D8B030D-6E8A-4147-A177-3AD203B41FA5}">
                      <a16:colId xmlns:a16="http://schemas.microsoft.com/office/drawing/2014/main" val="3958164421"/>
                    </a:ext>
                  </a:extLst>
                </a:gridCol>
              </a:tblGrid>
              <a:tr h="4283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SET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ACT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TARGET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7464851"/>
                  </a:ext>
                </a:extLst>
              </a:tr>
              <a:tr h="428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J1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151914"/>
                  </a:ext>
                </a:extLst>
              </a:tr>
              <a:tr h="428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J2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02105"/>
                  </a:ext>
                </a:extLst>
              </a:tr>
              <a:tr h="428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J3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94139"/>
                  </a:ext>
                </a:extLst>
              </a:tr>
            </a:tbl>
          </a:graphicData>
        </a:graphic>
      </p:graphicFrame>
      <p:cxnSp>
        <p:nvCxnSpPr>
          <p:cNvPr id="95" name="직선 연결선 94"/>
          <p:cNvCxnSpPr/>
          <p:nvPr/>
        </p:nvCxnSpPr>
        <p:spPr>
          <a:xfrm>
            <a:off x="1362456" y="2554773"/>
            <a:ext cx="73898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/>
          <p:cNvSpPr/>
          <p:nvPr/>
        </p:nvSpPr>
        <p:spPr>
          <a:xfrm>
            <a:off x="1620032" y="5444256"/>
            <a:ext cx="3240000" cy="577032"/>
          </a:xfrm>
          <a:prstGeom prst="rect">
            <a:avLst/>
          </a:prstGeom>
          <a:solidFill>
            <a:srgbClr val="92D050"/>
          </a:solidFill>
          <a:ln w="1587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 ROBOT </a:t>
            </a:r>
          </a:p>
          <a:p>
            <a:pPr algn="ctr"/>
            <a:r>
              <a:rPr lang="en-US" altLang="ko-K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POSITION SAVE</a:t>
            </a:r>
            <a:endParaRPr lang="ko-KR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5220072" y="5444256"/>
            <a:ext cx="3240000" cy="577032"/>
          </a:xfrm>
          <a:prstGeom prst="rect">
            <a:avLst/>
          </a:prstGeom>
          <a:solidFill>
            <a:srgbClr val="FF3300"/>
          </a:solidFill>
          <a:ln w="1587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 ROBOT</a:t>
            </a:r>
          </a:p>
          <a:p>
            <a:pPr algn="ctr"/>
            <a:r>
              <a:rPr lang="en-US" altLang="ko-K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POSITION SAVE</a:t>
            </a:r>
            <a:endParaRPr lang="ko-KR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20" name="직선 연결선 119"/>
          <p:cNvCxnSpPr/>
          <p:nvPr/>
        </p:nvCxnSpPr>
        <p:spPr>
          <a:xfrm>
            <a:off x="1355107" y="5373216"/>
            <a:ext cx="73933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9325BB83-EC85-497C-A9F2-4A67B279C3E6}"/>
              </a:ext>
            </a:extLst>
          </p:cNvPr>
          <p:cNvSpPr/>
          <p:nvPr/>
        </p:nvSpPr>
        <p:spPr>
          <a:xfrm>
            <a:off x="4700960" y="3059309"/>
            <a:ext cx="1260000" cy="36327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ALL MOVE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4BD9C467-F25D-42AB-BFF4-48A25BDC7F3E}"/>
              </a:ext>
            </a:extLst>
          </p:cNvPr>
          <p:cNvSpPr/>
          <p:nvPr/>
        </p:nvSpPr>
        <p:spPr>
          <a:xfrm>
            <a:off x="6042451" y="2670317"/>
            <a:ext cx="1260000" cy="36327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POSITION MOVE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677B95DB-B384-4AE7-8422-5037B9DE35D7}"/>
              </a:ext>
            </a:extLst>
          </p:cNvPr>
          <p:cNvSpPr/>
          <p:nvPr/>
        </p:nvSpPr>
        <p:spPr>
          <a:xfrm>
            <a:off x="7400663" y="2670317"/>
            <a:ext cx="1260000" cy="363270"/>
          </a:xfrm>
          <a:prstGeom prst="rect">
            <a:avLst/>
          </a:prstGeom>
          <a:solidFill>
            <a:srgbClr val="FF3300"/>
          </a:solidFill>
          <a:ln w="127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MOVE STOP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5B4E977C-66CA-499C-B3FD-95D6038D251E}"/>
              </a:ext>
            </a:extLst>
          </p:cNvPr>
          <p:cNvGrpSpPr/>
          <p:nvPr/>
        </p:nvGrpSpPr>
        <p:grpSpPr>
          <a:xfrm>
            <a:off x="8000840" y="3661391"/>
            <a:ext cx="379420" cy="853529"/>
            <a:chOff x="6421064" y="3814330"/>
            <a:chExt cx="379420" cy="853529"/>
          </a:xfrm>
        </p:grpSpPr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A28C30DD-A030-4481-A37D-1FEBFA987868}"/>
                </a:ext>
              </a:extLst>
            </p:cNvPr>
            <p:cNvSpPr/>
            <p:nvPr/>
          </p:nvSpPr>
          <p:spPr>
            <a:xfrm>
              <a:off x="6421064" y="3814330"/>
              <a:ext cx="379420" cy="853529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10" name="오른쪽 화살표 114">
              <a:extLst>
                <a:ext uri="{FF2B5EF4-FFF2-40B4-BE49-F238E27FC236}">
                  <a16:creationId xmlns:a16="http://schemas.microsoft.com/office/drawing/2014/main" id="{2F3E0AC5-5F9E-4670-B077-CCC4007DB591}"/>
                </a:ext>
              </a:extLst>
            </p:cNvPr>
            <p:cNvSpPr>
              <a:spLocks/>
            </p:cNvSpPr>
            <p:nvPr/>
          </p:nvSpPr>
          <p:spPr>
            <a:xfrm>
              <a:off x="6503497" y="4109275"/>
              <a:ext cx="252000" cy="252000"/>
            </a:xfrm>
            <a:prstGeom prst="rightArrow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7B0DD371-5DFD-499A-B0AB-A70807482C8D}"/>
              </a:ext>
            </a:extLst>
          </p:cNvPr>
          <p:cNvGrpSpPr/>
          <p:nvPr/>
        </p:nvGrpSpPr>
        <p:grpSpPr>
          <a:xfrm flipH="1">
            <a:off x="6866136" y="4700697"/>
            <a:ext cx="942653" cy="372072"/>
            <a:chOff x="6241982" y="4082741"/>
            <a:chExt cx="942653" cy="372072"/>
          </a:xfrm>
        </p:grpSpPr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73192E7D-5640-4274-A258-4387D2776413}"/>
                </a:ext>
              </a:extLst>
            </p:cNvPr>
            <p:cNvSpPr/>
            <p:nvPr/>
          </p:nvSpPr>
          <p:spPr>
            <a:xfrm>
              <a:off x="6241982" y="4082741"/>
              <a:ext cx="942653" cy="372072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21" name="오른쪽 화살표 114">
              <a:extLst>
                <a:ext uri="{FF2B5EF4-FFF2-40B4-BE49-F238E27FC236}">
                  <a16:creationId xmlns:a16="http://schemas.microsoft.com/office/drawing/2014/main" id="{3A37107C-7235-4F7F-864B-30DA54441595}"/>
                </a:ext>
              </a:extLst>
            </p:cNvPr>
            <p:cNvSpPr>
              <a:spLocks/>
            </p:cNvSpPr>
            <p:nvPr/>
          </p:nvSpPr>
          <p:spPr>
            <a:xfrm rot="5400000">
              <a:off x="6601079" y="4152977"/>
              <a:ext cx="252000" cy="252000"/>
            </a:xfrm>
            <a:prstGeom prst="rightArrow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739C5A6B-E29D-4261-AA63-757EF567C3A5}"/>
              </a:ext>
            </a:extLst>
          </p:cNvPr>
          <p:cNvSpPr/>
          <p:nvPr/>
        </p:nvSpPr>
        <p:spPr>
          <a:xfrm flipH="1">
            <a:off x="6866142" y="3177522"/>
            <a:ext cx="942647" cy="363270"/>
          </a:xfrm>
          <a:prstGeom prst="rect">
            <a:avLst/>
          </a:prstGeom>
          <a:solidFill>
            <a:srgbClr val="002060"/>
          </a:solidFill>
          <a:ln w="127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23" name="위쪽 화살표 115">
            <a:extLst>
              <a:ext uri="{FF2B5EF4-FFF2-40B4-BE49-F238E27FC236}">
                <a16:creationId xmlns:a16="http://schemas.microsoft.com/office/drawing/2014/main" id="{B52419E4-1000-48A8-B4B9-9D122DEA0F3F}"/>
              </a:ext>
            </a:extLst>
          </p:cNvPr>
          <p:cNvSpPr>
            <a:spLocks/>
          </p:cNvSpPr>
          <p:nvPr/>
        </p:nvSpPr>
        <p:spPr>
          <a:xfrm>
            <a:off x="7197692" y="3227486"/>
            <a:ext cx="252000" cy="252000"/>
          </a:xfrm>
          <a:prstGeom prst="up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66B4E3E5-8C2E-4720-896E-A9A198CA50CF}"/>
              </a:ext>
            </a:extLst>
          </p:cNvPr>
          <p:cNvGrpSpPr/>
          <p:nvPr/>
        </p:nvGrpSpPr>
        <p:grpSpPr>
          <a:xfrm>
            <a:off x="7436202" y="3689133"/>
            <a:ext cx="379420" cy="825792"/>
            <a:chOff x="7493083" y="3672429"/>
            <a:chExt cx="379420" cy="825792"/>
          </a:xfrm>
        </p:grpSpPr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231D8E6B-0C68-4678-A8E6-07093BDAF7B0}"/>
                </a:ext>
              </a:extLst>
            </p:cNvPr>
            <p:cNvSpPr/>
            <p:nvPr/>
          </p:nvSpPr>
          <p:spPr>
            <a:xfrm>
              <a:off x="7493083" y="3672429"/>
              <a:ext cx="379420" cy="825792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26" name="왼쪽으로 구부러진 화살표 112">
              <a:extLst>
                <a:ext uri="{FF2B5EF4-FFF2-40B4-BE49-F238E27FC236}">
                  <a16:creationId xmlns:a16="http://schemas.microsoft.com/office/drawing/2014/main" id="{ADA2F596-89B7-437C-8905-39A1F6BB07D3}"/>
                </a:ext>
              </a:extLst>
            </p:cNvPr>
            <p:cNvSpPr>
              <a:spLocks/>
            </p:cNvSpPr>
            <p:nvPr/>
          </p:nvSpPr>
          <p:spPr>
            <a:xfrm>
              <a:off x="7572753" y="3791207"/>
              <a:ext cx="252000" cy="588235"/>
            </a:xfrm>
            <a:prstGeom prst="curvedLeftArrow">
              <a:avLst>
                <a:gd name="adj1" fmla="val 35161"/>
                <a:gd name="adj2" fmla="val 83125"/>
                <a:gd name="adj3" fmla="val 25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92B1C484-2D3D-4A08-BF28-D83E97F79606}"/>
              </a:ext>
            </a:extLst>
          </p:cNvPr>
          <p:cNvGrpSpPr/>
          <p:nvPr/>
        </p:nvGrpSpPr>
        <p:grpSpPr>
          <a:xfrm>
            <a:off x="6871565" y="3689133"/>
            <a:ext cx="379420" cy="825792"/>
            <a:chOff x="7493083" y="3672429"/>
            <a:chExt cx="379420" cy="825792"/>
          </a:xfrm>
        </p:grpSpPr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B79AE78B-24BB-4C0C-8123-E0ABA5230DFD}"/>
                </a:ext>
              </a:extLst>
            </p:cNvPr>
            <p:cNvSpPr/>
            <p:nvPr/>
          </p:nvSpPr>
          <p:spPr>
            <a:xfrm>
              <a:off x="7493083" y="3672429"/>
              <a:ext cx="379420" cy="825792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29" name="왼쪽으로 구부러진 화살표 112">
              <a:extLst>
                <a:ext uri="{FF2B5EF4-FFF2-40B4-BE49-F238E27FC236}">
                  <a16:creationId xmlns:a16="http://schemas.microsoft.com/office/drawing/2014/main" id="{8E845652-5D33-4003-9D22-681777BC8096}"/>
                </a:ext>
              </a:extLst>
            </p:cNvPr>
            <p:cNvSpPr>
              <a:spLocks/>
            </p:cNvSpPr>
            <p:nvPr/>
          </p:nvSpPr>
          <p:spPr>
            <a:xfrm flipH="1" flipV="1">
              <a:off x="7572753" y="3791207"/>
              <a:ext cx="252000" cy="588235"/>
            </a:xfrm>
            <a:prstGeom prst="curvedLeftArrow">
              <a:avLst>
                <a:gd name="adj1" fmla="val 35161"/>
                <a:gd name="adj2" fmla="val 83125"/>
                <a:gd name="adj3" fmla="val 25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A1E8FC92-4922-48BA-8D10-638640646298}"/>
              </a:ext>
            </a:extLst>
          </p:cNvPr>
          <p:cNvGrpSpPr/>
          <p:nvPr/>
        </p:nvGrpSpPr>
        <p:grpSpPr>
          <a:xfrm flipH="1">
            <a:off x="6306928" y="3689133"/>
            <a:ext cx="379420" cy="853529"/>
            <a:chOff x="6421064" y="3814330"/>
            <a:chExt cx="379420" cy="853529"/>
          </a:xfrm>
        </p:grpSpPr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0903F931-B5D8-4399-8D35-B2B985B30545}"/>
                </a:ext>
              </a:extLst>
            </p:cNvPr>
            <p:cNvSpPr/>
            <p:nvPr/>
          </p:nvSpPr>
          <p:spPr>
            <a:xfrm>
              <a:off x="6421064" y="3814330"/>
              <a:ext cx="379420" cy="853529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32" name="오른쪽 화살표 114">
              <a:extLst>
                <a:ext uri="{FF2B5EF4-FFF2-40B4-BE49-F238E27FC236}">
                  <a16:creationId xmlns:a16="http://schemas.microsoft.com/office/drawing/2014/main" id="{B14A8F60-F6CC-4488-B8D6-3A4A28A5D90F}"/>
                </a:ext>
              </a:extLst>
            </p:cNvPr>
            <p:cNvSpPr>
              <a:spLocks/>
            </p:cNvSpPr>
            <p:nvPr/>
          </p:nvSpPr>
          <p:spPr>
            <a:xfrm>
              <a:off x="6503497" y="4109275"/>
              <a:ext cx="252000" cy="252000"/>
            </a:xfrm>
            <a:prstGeom prst="rightArrow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4063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87000" y="1388096"/>
            <a:ext cx="8370000" cy="4567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ALL ROBOT SETTING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700-419E-4133-B797-32B7314A54A9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87000" y="1388096"/>
            <a:ext cx="8370000" cy="47052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빗면 7"/>
          <p:cNvSpPr/>
          <p:nvPr/>
        </p:nvSpPr>
        <p:spPr>
          <a:xfrm>
            <a:off x="2735796" y="1400796"/>
            <a:ext cx="3672408" cy="432000"/>
          </a:xfrm>
          <a:prstGeom prst="bevel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331663" y="1431794"/>
            <a:ext cx="2480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</a:rPr>
              <a:t>ALL ROBOT SETTING</a:t>
            </a:r>
            <a:endParaRPr lang="ko-KR" altLang="en-US" b="1" dirty="0">
              <a:solidFill>
                <a:srgbClr val="FFFF66"/>
              </a:solidFill>
            </a:endParaRPr>
          </a:p>
        </p:txBody>
      </p:sp>
      <p:graphicFrame>
        <p:nvGraphicFramePr>
          <p:cNvPr id="12" name="개체 11"/>
          <p:cNvGraphicFramePr>
            <a:graphicFrameLocks noChangeAspect="1"/>
          </p:cNvGraphicFramePr>
          <p:nvPr/>
        </p:nvGraphicFramePr>
        <p:xfrm>
          <a:off x="6684042" y="1397205"/>
          <a:ext cx="664200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Image" r:id="rId3" imgW="1066320" imgH="711000" progId="Photoshop.Image.11">
                  <p:embed/>
                </p:oleObj>
              </mc:Choice>
              <mc:Fallback>
                <p:oleObj name="Image" r:id="rId3" imgW="1066320" imgH="711000" progId="Photoshop.Image.11">
                  <p:embed/>
                  <p:pic>
                    <p:nvPicPr>
                      <p:cNvPr id="12" name="개체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84042" y="1397205"/>
                        <a:ext cx="664200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개체 12"/>
          <p:cNvGraphicFramePr>
            <a:graphicFrameLocks noChangeAspect="1"/>
          </p:cNvGraphicFramePr>
          <p:nvPr/>
        </p:nvGraphicFramePr>
        <p:xfrm>
          <a:off x="7370606" y="1397205"/>
          <a:ext cx="656294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Image" r:id="rId5" imgW="1053720" imgH="711000" progId="Photoshop.Image.11">
                  <p:embed/>
                </p:oleObj>
              </mc:Choice>
              <mc:Fallback>
                <p:oleObj name="Image" r:id="rId5" imgW="1053720" imgH="711000" progId="Photoshop.Image.11">
                  <p:embed/>
                  <p:pic>
                    <p:nvPicPr>
                      <p:cNvPr id="13" name="개체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70606" y="1397205"/>
                        <a:ext cx="656294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개체 13"/>
          <p:cNvGraphicFramePr>
            <a:graphicFrameLocks noChangeAspect="1"/>
          </p:cNvGraphicFramePr>
          <p:nvPr/>
        </p:nvGraphicFramePr>
        <p:xfrm>
          <a:off x="8049264" y="1397205"/>
          <a:ext cx="648385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Image" r:id="rId7" imgW="1041120" imgH="711000" progId="Photoshop.Image.11">
                  <p:embed/>
                </p:oleObj>
              </mc:Choice>
              <mc:Fallback>
                <p:oleObj name="Image" r:id="rId7" imgW="1041120" imgH="711000" progId="Photoshop.Image.11">
                  <p:embed/>
                  <p:pic>
                    <p:nvPicPr>
                      <p:cNvPr id="14" name="개체 1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49264" y="1397205"/>
                        <a:ext cx="648385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82325" y="1470266"/>
            <a:ext cx="19141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 dirty="0">
                <a:solidFill>
                  <a:srgbClr val="FFFF66"/>
                </a:solidFill>
              </a:rPr>
              <a:t>3-AXIS ROBOT SPRAY</a:t>
            </a:r>
            <a:endParaRPr lang="ko-KR" altLang="en-US" sz="1300" b="1" dirty="0">
              <a:solidFill>
                <a:srgbClr val="FFFF66"/>
              </a:solidFill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1348150" y="2036426"/>
            <a:ext cx="0" cy="40564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7" name="그룹 1046"/>
          <p:cNvGrpSpPr/>
          <p:nvPr/>
        </p:nvGrpSpPr>
        <p:grpSpPr>
          <a:xfrm>
            <a:off x="399664" y="3838762"/>
            <a:ext cx="936000" cy="450000"/>
            <a:chOff x="395536" y="3731115"/>
            <a:chExt cx="936000" cy="468000"/>
          </a:xfrm>
        </p:grpSpPr>
        <p:sp>
          <p:nvSpPr>
            <p:cNvPr id="33" name="빗면 32"/>
            <p:cNvSpPr/>
            <p:nvPr/>
          </p:nvSpPr>
          <p:spPr>
            <a:xfrm>
              <a:off x="395536" y="3731115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7" name="그림 56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851" y="3839115"/>
              <a:ext cx="243765" cy="252000"/>
            </a:xfrm>
            <a:prstGeom prst="rect">
              <a:avLst/>
            </a:prstGeom>
          </p:spPr>
        </p:pic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3846400"/>
              <a:ext cx="275119" cy="252000"/>
            </a:xfrm>
            <a:prstGeom prst="rect">
              <a:avLst/>
            </a:prstGeom>
          </p:spPr>
        </p:pic>
      </p:grpSp>
      <p:grpSp>
        <p:nvGrpSpPr>
          <p:cNvPr id="1050" name="그룹 1049"/>
          <p:cNvGrpSpPr/>
          <p:nvPr/>
        </p:nvGrpSpPr>
        <p:grpSpPr>
          <a:xfrm>
            <a:off x="399664" y="5190424"/>
            <a:ext cx="936000" cy="450000"/>
            <a:chOff x="403799" y="5149683"/>
            <a:chExt cx="936000" cy="468000"/>
          </a:xfrm>
        </p:grpSpPr>
        <p:sp>
          <p:nvSpPr>
            <p:cNvPr id="78" name="빗면 77"/>
            <p:cNvSpPr/>
            <p:nvPr/>
          </p:nvSpPr>
          <p:spPr>
            <a:xfrm>
              <a:off x="403799" y="5149683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9" name="그림 78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771" y="5221683"/>
              <a:ext cx="334452" cy="324000"/>
            </a:xfrm>
            <a:prstGeom prst="rect">
              <a:avLst/>
            </a:prstGeom>
          </p:spPr>
        </p:pic>
      </p:grpSp>
      <p:grpSp>
        <p:nvGrpSpPr>
          <p:cNvPr id="1051" name="그룹 1050"/>
          <p:cNvGrpSpPr/>
          <p:nvPr/>
        </p:nvGrpSpPr>
        <p:grpSpPr>
          <a:xfrm>
            <a:off x="399664" y="5640976"/>
            <a:ext cx="936000" cy="450000"/>
            <a:chOff x="395536" y="5625295"/>
            <a:chExt cx="936000" cy="468000"/>
          </a:xfrm>
        </p:grpSpPr>
        <p:sp>
          <p:nvSpPr>
            <p:cNvPr id="37" name="빗면 36"/>
            <p:cNvSpPr/>
            <p:nvPr/>
          </p:nvSpPr>
          <p:spPr>
            <a:xfrm>
              <a:off x="395536" y="5625295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5" name="왼쪽 화살표 1034"/>
            <p:cNvSpPr/>
            <p:nvPr/>
          </p:nvSpPr>
          <p:spPr>
            <a:xfrm>
              <a:off x="721264" y="5739452"/>
              <a:ext cx="252000" cy="252000"/>
            </a:xfrm>
            <a:prstGeom prst="lef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43" name="그룹 1042"/>
          <p:cNvGrpSpPr/>
          <p:nvPr/>
        </p:nvGrpSpPr>
        <p:grpSpPr>
          <a:xfrm>
            <a:off x="399664" y="2036546"/>
            <a:ext cx="936000" cy="450000"/>
            <a:chOff x="395536" y="1844823"/>
            <a:chExt cx="936000" cy="468000"/>
          </a:xfrm>
        </p:grpSpPr>
        <p:sp>
          <p:nvSpPr>
            <p:cNvPr id="29" name="빗면 28"/>
            <p:cNvSpPr/>
            <p:nvPr/>
          </p:nvSpPr>
          <p:spPr>
            <a:xfrm>
              <a:off x="395536" y="1844823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6" name="그림 1035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21" y="1917458"/>
              <a:ext cx="258750" cy="324000"/>
            </a:xfrm>
            <a:prstGeom prst="rect">
              <a:avLst/>
            </a:prstGeom>
          </p:spPr>
        </p:pic>
      </p:grpSp>
      <p:grpSp>
        <p:nvGrpSpPr>
          <p:cNvPr id="1049" name="그룹 1048"/>
          <p:cNvGrpSpPr/>
          <p:nvPr/>
        </p:nvGrpSpPr>
        <p:grpSpPr>
          <a:xfrm>
            <a:off x="399664" y="4739870"/>
            <a:ext cx="936000" cy="450000"/>
            <a:chOff x="395536" y="4674261"/>
            <a:chExt cx="936000" cy="468000"/>
          </a:xfrm>
        </p:grpSpPr>
        <p:sp>
          <p:nvSpPr>
            <p:cNvPr id="35" name="빗면 34"/>
            <p:cNvSpPr/>
            <p:nvPr/>
          </p:nvSpPr>
          <p:spPr>
            <a:xfrm>
              <a:off x="395536" y="4674261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7" name="그림 1036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523" y="4737117"/>
              <a:ext cx="222552" cy="324000"/>
            </a:xfrm>
            <a:prstGeom prst="rect">
              <a:avLst/>
            </a:prstGeom>
          </p:spPr>
        </p:pic>
      </p:grpSp>
      <p:grpSp>
        <p:nvGrpSpPr>
          <p:cNvPr id="27" name="그룹 26"/>
          <p:cNvGrpSpPr/>
          <p:nvPr/>
        </p:nvGrpSpPr>
        <p:grpSpPr>
          <a:xfrm>
            <a:off x="399664" y="3388208"/>
            <a:ext cx="936000" cy="450000"/>
            <a:chOff x="410776" y="3498167"/>
            <a:chExt cx="936000" cy="432000"/>
          </a:xfrm>
        </p:grpSpPr>
        <p:sp>
          <p:nvSpPr>
            <p:cNvPr id="32" name="빗면 31"/>
            <p:cNvSpPr/>
            <p:nvPr/>
          </p:nvSpPr>
          <p:spPr>
            <a:xfrm>
              <a:off x="410776" y="3498167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76" y="3633167"/>
              <a:ext cx="324000" cy="162000"/>
            </a:xfrm>
            <a:prstGeom prst="rect">
              <a:avLst/>
            </a:prstGeom>
          </p:spPr>
        </p:pic>
      </p:grpSp>
      <p:grpSp>
        <p:nvGrpSpPr>
          <p:cNvPr id="25" name="그룹 24"/>
          <p:cNvGrpSpPr/>
          <p:nvPr/>
        </p:nvGrpSpPr>
        <p:grpSpPr>
          <a:xfrm>
            <a:off x="399664" y="2487100"/>
            <a:ext cx="936000" cy="450000"/>
            <a:chOff x="410776" y="2635965"/>
            <a:chExt cx="936000" cy="432000"/>
          </a:xfrm>
        </p:grpSpPr>
        <p:sp>
          <p:nvSpPr>
            <p:cNvPr id="30" name="빗면 29"/>
            <p:cNvSpPr/>
            <p:nvPr/>
          </p:nvSpPr>
          <p:spPr>
            <a:xfrm>
              <a:off x="410776" y="2635965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6648" y="2731027"/>
              <a:ext cx="205776" cy="234000"/>
            </a:xfrm>
            <a:prstGeom prst="rect">
              <a:avLst/>
            </a:prstGeom>
          </p:spPr>
        </p:pic>
      </p:grpSp>
      <p:grpSp>
        <p:nvGrpSpPr>
          <p:cNvPr id="26" name="그룹 25"/>
          <p:cNvGrpSpPr/>
          <p:nvPr/>
        </p:nvGrpSpPr>
        <p:grpSpPr>
          <a:xfrm>
            <a:off x="399664" y="2937654"/>
            <a:ext cx="936000" cy="450000"/>
            <a:chOff x="410776" y="3067066"/>
            <a:chExt cx="936000" cy="432000"/>
          </a:xfrm>
        </p:grpSpPr>
        <p:sp>
          <p:nvSpPr>
            <p:cNvPr id="31" name="빗면 30"/>
            <p:cNvSpPr/>
            <p:nvPr/>
          </p:nvSpPr>
          <p:spPr>
            <a:xfrm>
              <a:off x="410776" y="3067066"/>
              <a:ext cx="936000" cy="432000"/>
            </a:xfrm>
            <a:prstGeom prst="bevel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3" name="그림 52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6329" y="3159162"/>
              <a:ext cx="205776" cy="234000"/>
            </a:xfrm>
            <a:prstGeom prst="rect">
              <a:avLst/>
            </a:prstGeom>
          </p:spPr>
        </p:pic>
        <p:pic>
          <p:nvPicPr>
            <p:cNvPr id="54" name="그림 53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210" y="3159162"/>
              <a:ext cx="205776" cy="234000"/>
            </a:xfrm>
            <a:prstGeom prst="rect">
              <a:avLst/>
            </a:prstGeom>
          </p:spPr>
        </p:pic>
        <p:pic>
          <p:nvPicPr>
            <p:cNvPr id="55" name="그림 54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7832" y="3159162"/>
              <a:ext cx="205776" cy="234000"/>
            </a:xfrm>
            <a:prstGeom prst="rect">
              <a:avLst/>
            </a:prstGeom>
          </p:spPr>
        </p:pic>
      </p:grpSp>
      <p:grpSp>
        <p:nvGrpSpPr>
          <p:cNvPr id="28" name="그룹 27"/>
          <p:cNvGrpSpPr/>
          <p:nvPr/>
        </p:nvGrpSpPr>
        <p:grpSpPr>
          <a:xfrm>
            <a:off x="399664" y="4289316"/>
            <a:ext cx="936000" cy="450000"/>
            <a:chOff x="410776" y="4360369"/>
            <a:chExt cx="936000" cy="432000"/>
          </a:xfrm>
        </p:grpSpPr>
        <p:sp>
          <p:nvSpPr>
            <p:cNvPr id="34" name="빗면 33"/>
            <p:cNvSpPr/>
            <p:nvPr/>
          </p:nvSpPr>
          <p:spPr>
            <a:xfrm>
              <a:off x="410776" y="4360369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968" y="4438909"/>
              <a:ext cx="351529" cy="298800"/>
            </a:xfrm>
            <a:prstGeom prst="rect">
              <a:avLst/>
            </a:prstGeom>
          </p:spPr>
        </p:pic>
      </p:grpSp>
      <p:grpSp>
        <p:nvGrpSpPr>
          <p:cNvPr id="49" name="그룹 48"/>
          <p:cNvGrpSpPr/>
          <p:nvPr/>
        </p:nvGrpSpPr>
        <p:grpSpPr>
          <a:xfrm>
            <a:off x="399664" y="5640976"/>
            <a:ext cx="936000" cy="450000"/>
            <a:chOff x="399664" y="5640976"/>
            <a:chExt cx="936000" cy="450000"/>
          </a:xfrm>
        </p:grpSpPr>
        <p:sp>
          <p:nvSpPr>
            <p:cNvPr id="50" name="빗면 49"/>
            <p:cNvSpPr/>
            <p:nvPr/>
          </p:nvSpPr>
          <p:spPr>
            <a:xfrm>
              <a:off x="399664" y="5640976"/>
              <a:ext cx="936000" cy="450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1" name="그림 50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01" y="5740456"/>
              <a:ext cx="303927" cy="252000"/>
            </a:xfrm>
            <a:prstGeom prst="rect">
              <a:avLst/>
            </a:prstGeom>
          </p:spPr>
        </p:pic>
      </p:grpSp>
      <p:sp>
        <p:nvSpPr>
          <p:cNvPr id="58" name="직사각형 57"/>
          <p:cNvSpPr/>
          <p:nvPr/>
        </p:nvSpPr>
        <p:spPr>
          <a:xfrm>
            <a:off x="382325" y="1844824"/>
            <a:ext cx="720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/>
          <p:cNvSpPr/>
          <p:nvPr/>
        </p:nvSpPr>
        <p:spPr>
          <a:xfrm>
            <a:off x="382325" y="1844822"/>
            <a:ext cx="7200000" cy="9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0" name="직선 연결선 59"/>
          <p:cNvCxnSpPr/>
          <p:nvPr/>
        </p:nvCxnSpPr>
        <p:spPr>
          <a:xfrm>
            <a:off x="387000" y="1844824"/>
            <a:ext cx="837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382325" y="2029098"/>
            <a:ext cx="837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409005" y="1805594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schemeClr val="bg1"/>
                </a:solidFill>
              </a:rPr>
              <a:t>Last Alarm List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63" name="직선 연결선 62"/>
          <p:cNvCxnSpPr/>
          <p:nvPr/>
        </p:nvCxnSpPr>
        <p:spPr>
          <a:xfrm rot="5400000">
            <a:off x="7496812" y="1934824"/>
            <a:ext cx="18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536316" y="1819406"/>
            <a:ext cx="12666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/>
              <a:t>06/21/2024 17:48:50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385405" y="2060848"/>
            <a:ext cx="720000" cy="360000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ROBOT SELECT</a:t>
            </a:r>
            <a:endParaRPr lang="ko-KR" altLang="en-US" b="1" dirty="0"/>
          </a:p>
        </p:txBody>
      </p:sp>
      <p:sp>
        <p:nvSpPr>
          <p:cNvPr id="65" name="직사각형 64"/>
          <p:cNvSpPr/>
          <p:nvPr/>
        </p:nvSpPr>
        <p:spPr>
          <a:xfrm>
            <a:off x="2188910" y="2077212"/>
            <a:ext cx="327273" cy="327273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직사각형 65"/>
          <p:cNvSpPr/>
          <p:nvPr/>
        </p:nvSpPr>
        <p:spPr>
          <a:xfrm>
            <a:off x="2588848" y="2077212"/>
            <a:ext cx="327273" cy="327273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67" name="직사각형 66"/>
          <p:cNvSpPr/>
          <p:nvPr/>
        </p:nvSpPr>
        <p:spPr>
          <a:xfrm>
            <a:off x="2988786" y="2077212"/>
            <a:ext cx="327273" cy="327273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68" name="직사각형 67"/>
          <p:cNvSpPr/>
          <p:nvPr/>
        </p:nvSpPr>
        <p:spPr>
          <a:xfrm>
            <a:off x="3388724" y="2077212"/>
            <a:ext cx="327273" cy="327273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69" name="직사각형 68"/>
          <p:cNvSpPr/>
          <p:nvPr/>
        </p:nvSpPr>
        <p:spPr>
          <a:xfrm>
            <a:off x="3788662" y="2077212"/>
            <a:ext cx="327273" cy="32727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70" name="직사각형 69"/>
          <p:cNvSpPr/>
          <p:nvPr/>
        </p:nvSpPr>
        <p:spPr>
          <a:xfrm>
            <a:off x="4188600" y="2077212"/>
            <a:ext cx="327273" cy="327273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sp>
        <p:nvSpPr>
          <p:cNvPr id="71" name="직사각형 70"/>
          <p:cNvSpPr/>
          <p:nvPr/>
        </p:nvSpPr>
        <p:spPr>
          <a:xfrm>
            <a:off x="4588538" y="2077212"/>
            <a:ext cx="327273" cy="32727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7</a:t>
            </a:r>
            <a:endParaRPr lang="ko-KR" altLang="en-US" sz="900" b="1" dirty="0"/>
          </a:p>
        </p:txBody>
      </p:sp>
      <p:sp>
        <p:nvSpPr>
          <p:cNvPr id="72" name="직사각형 71"/>
          <p:cNvSpPr/>
          <p:nvPr/>
        </p:nvSpPr>
        <p:spPr>
          <a:xfrm>
            <a:off x="4988476" y="2077212"/>
            <a:ext cx="327273" cy="327273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8</a:t>
            </a:r>
            <a:endParaRPr lang="ko-KR" altLang="en-US" sz="900" b="1" dirty="0"/>
          </a:p>
        </p:txBody>
      </p:sp>
      <p:sp>
        <p:nvSpPr>
          <p:cNvPr id="73" name="직사각형 72"/>
          <p:cNvSpPr/>
          <p:nvPr/>
        </p:nvSpPr>
        <p:spPr>
          <a:xfrm>
            <a:off x="5388414" y="2077212"/>
            <a:ext cx="327273" cy="327273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9</a:t>
            </a:r>
            <a:endParaRPr lang="ko-KR" altLang="en-US" sz="900" b="1" dirty="0"/>
          </a:p>
        </p:txBody>
      </p:sp>
      <p:sp>
        <p:nvSpPr>
          <p:cNvPr id="74" name="직사각형 73"/>
          <p:cNvSpPr/>
          <p:nvPr/>
        </p:nvSpPr>
        <p:spPr>
          <a:xfrm>
            <a:off x="5788352" y="2077212"/>
            <a:ext cx="327273" cy="327273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10</a:t>
            </a:r>
            <a:endParaRPr lang="ko-KR" altLang="en-US" sz="900" b="1" dirty="0"/>
          </a:p>
        </p:txBody>
      </p:sp>
      <p:sp>
        <p:nvSpPr>
          <p:cNvPr id="75" name="직사각형 74"/>
          <p:cNvSpPr/>
          <p:nvPr/>
        </p:nvSpPr>
        <p:spPr>
          <a:xfrm>
            <a:off x="6188290" y="2077212"/>
            <a:ext cx="327273" cy="327273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11</a:t>
            </a:r>
            <a:endParaRPr lang="ko-KR" altLang="en-US" sz="900" b="1" dirty="0"/>
          </a:p>
        </p:txBody>
      </p:sp>
      <p:sp>
        <p:nvSpPr>
          <p:cNvPr id="76" name="직사각형 75"/>
          <p:cNvSpPr/>
          <p:nvPr/>
        </p:nvSpPr>
        <p:spPr>
          <a:xfrm>
            <a:off x="6588224" y="2077212"/>
            <a:ext cx="327273" cy="32727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12</a:t>
            </a:r>
            <a:endParaRPr lang="ko-KR" altLang="en-US" sz="900" b="1" dirty="0"/>
          </a:p>
        </p:txBody>
      </p:sp>
      <p:sp>
        <p:nvSpPr>
          <p:cNvPr id="77" name="직사각형 76"/>
          <p:cNvSpPr/>
          <p:nvPr/>
        </p:nvSpPr>
        <p:spPr>
          <a:xfrm>
            <a:off x="7020272" y="2060848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SB</a:t>
            </a:r>
            <a:endParaRPr lang="ko-KR" altLang="en-US" sz="1000" b="1" dirty="0"/>
          </a:p>
        </p:txBody>
      </p:sp>
      <p:sp>
        <p:nvSpPr>
          <p:cNvPr id="80" name="직사각형 79"/>
          <p:cNvSpPr/>
          <p:nvPr/>
        </p:nvSpPr>
        <p:spPr>
          <a:xfrm>
            <a:off x="7678960" y="2060848"/>
            <a:ext cx="360000" cy="360000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SP</a:t>
            </a:r>
            <a:endParaRPr lang="ko-KR" altLang="en-US" sz="1000" b="1" dirty="0"/>
          </a:p>
        </p:txBody>
      </p:sp>
      <p:sp>
        <p:nvSpPr>
          <p:cNvPr id="81" name="직사각형 80"/>
          <p:cNvSpPr/>
          <p:nvPr/>
        </p:nvSpPr>
        <p:spPr>
          <a:xfrm>
            <a:off x="8337649" y="2060848"/>
            <a:ext cx="360000" cy="360000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PU</a:t>
            </a:r>
            <a:endParaRPr lang="ko-KR" altLang="en-US" sz="1000" b="1" dirty="0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557688"/>
              </p:ext>
            </p:extLst>
          </p:nvPr>
        </p:nvGraphicFramePr>
        <p:xfrm>
          <a:off x="1385405" y="2493152"/>
          <a:ext cx="5550784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170">
                  <a:extLst>
                    <a:ext uri="{9D8B030D-6E8A-4147-A177-3AD203B41FA5}">
                      <a16:colId xmlns:a16="http://schemas.microsoft.com/office/drawing/2014/main" val="3940323798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1772590869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338689193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3426671664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3832318129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415435994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1075177821"/>
                    </a:ext>
                  </a:extLst>
                </a:gridCol>
              </a:tblGrid>
              <a:tr h="20744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J1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J2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J3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382317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ACT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SET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ACT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SET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ACT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SET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713399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R1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8206334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R2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347144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R3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382280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R4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5920197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R5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7380616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R6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2967334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R7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964977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R8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2308486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R9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5703844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R10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8150595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R11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5082981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R12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9072099"/>
                  </a:ext>
                </a:extLst>
              </a:tr>
            </a:tbl>
          </a:graphicData>
        </a:graphic>
      </p:graphicFrame>
      <p:sp>
        <p:nvSpPr>
          <p:cNvPr id="103" name="직사각형 102"/>
          <p:cNvSpPr/>
          <p:nvPr/>
        </p:nvSpPr>
        <p:spPr>
          <a:xfrm>
            <a:off x="7011084" y="2492896"/>
            <a:ext cx="805830" cy="4791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 prstMaterial="matte">
            <a:bevelT w="88900" prst="cross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/>
              <a:t>ROBOT</a:t>
            </a:r>
          </a:p>
          <a:p>
            <a:pPr algn="ctr"/>
            <a:r>
              <a:rPr lang="en-US" altLang="ko-KR" sz="1050" b="1" dirty="0"/>
              <a:t>NUMBER</a:t>
            </a:r>
            <a:endParaRPr lang="ko-KR" altLang="en-US" sz="1050" b="1" dirty="0"/>
          </a:p>
        </p:txBody>
      </p:sp>
      <p:sp>
        <p:nvSpPr>
          <p:cNvPr id="104" name="직사각형 103"/>
          <p:cNvSpPr/>
          <p:nvPr/>
        </p:nvSpPr>
        <p:spPr>
          <a:xfrm>
            <a:off x="7891819" y="2494228"/>
            <a:ext cx="805830" cy="478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12</a:t>
            </a:r>
            <a:endParaRPr lang="ko-KR" altLang="en-US" sz="1400" b="1" dirty="0"/>
          </a:p>
        </p:txBody>
      </p:sp>
      <p:sp>
        <p:nvSpPr>
          <p:cNvPr id="105" name="직사각형 104"/>
          <p:cNvSpPr/>
          <p:nvPr/>
        </p:nvSpPr>
        <p:spPr>
          <a:xfrm>
            <a:off x="7011084" y="3171969"/>
            <a:ext cx="806400" cy="5400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MOVE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7891249" y="3172455"/>
            <a:ext cx="806400" cy="540000"/>
          </a:xfrm>
          <a:prstGeom prst="rect">
            <a:avLst/>
          </a:prstGeom>
          <a:solidFill>
            <a:srgbClr val="FF3300"/>
          </a:solidFill>
          <a:ln w="127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STOP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1953977" y="5552496"/>
            <a:ext cx="806400" cy="427013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ROBOT READY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4439845" y="5552496"/>
            <a:ext cx="806400" cy="421263"/>
          </a:xfrm>
          <a:prstGeom prst="rect">
            <a:avLst/>
          </a:prstGeom>
          <a:solidFill>
            <a:srgbClr val="FF330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/>
              <a:t>ROBOT</a:t>
            </a:r>
          </a:p>
          <a:p>
            <a:pPr algn="ctr"/>
            <a:r>
              <a:rPr lang="en-US" altLang="ko-KR" sz="800" b="1" dirty="0"/>
              <a:t>ALARM</a:t>
            </a:r>
            <a:endParaRPr lang="ko-KR" altLang="en-US" sz="800" b="1" dirty="0"/>
          </a:p>
        </p:txBody>
      </p:sp>
      <p:sp>
        <p:nvSpPr>
          <p:cNvPr id="109" name="직사각형 108"/>
          <p:cNvSpPr/>
          <p:nvPr/>
        </p:nvSpPr>
        <p:spPr>
          <a:xfrm>
            <a:off x="3196911" y="5552496"/>
            <a:ext cx="806400" cy="427013"/>
          </a:xfrm>
          <a:prstGeom prst="rect">
            <a:avLst/>
          </a:prstGeom>
          <a:solidFill>
            <a:srgbClr val="00FF0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ROBOT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OPERATION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5682779" y="5552496"/>
            <a:ext cx="806400" cy="44792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PLC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STOP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7011084" y="5517232"/>
            <a:ext cx="1686565" cy="538976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SAVE</a:t>
            </a:r>
            <a:endParaRPr lang="ko-KR" altLang="en-US" b="1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5846F06-A88C-474F-8496-90B03422F977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47496" y="3600216"/>
            <a:ext cx="2003572" cy="198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015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87000" y="1388096"/>
            <a:ext cx="8370000" cy="4567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ALL ROBOT SETTING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700-419E-4133-B797-32B7314A54A9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87000" y="1388096"/>
            <a:ext cx="8370000" cy="47052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빗면 7"/>
          <p:cNvSpPr/>
          <p:nvPr/>
        </p:nvSpPr>
        <p:spPr>
          <a:xfrm>
            <a:off x="2735796" y="1400796"/>
            <a:ext cx="3672408" cy="432000"/>
          </a:xfrm>
          <a:prstGeom prst="bevel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331663" y="1431794"/>
            <a:ext cx="2480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</a:rPr>
              <a:t>ALL ROBOT SETTING</a:t>
            </a:r>
            <a:endParaRPr lang="ko-KR" altLang="en-US" b="1" dirty="0">
              <a:solidFill>
                <a:srgbClr val="FFFF66"/>
              </a:solidFill>
            </a:endParaRPr>
          </a:p>
        </p:txBody>
      </p:sp>
      <p:graphicFrame>
        <p:nvGraphicFramePr>
          <p:cNvPr id="12" name="개체 11"/>
          <p:cNvGraphicFramePr>
            <a:graphicFrameLocks noChangeAspect="1"/>
          </p:cNvGraphicFramePr>
          <p:nvPr/>
        </p:nvGraphicFramePr>
        <p:xfrm>
          <a:off x="6684042" y="1397205"/>
          <a:ext cx="664200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Image" r:id="rId3" imgW="1066320" imgH="711000" progId="Photoshop.Image.11">
                  <p:embed/>
                </p:oleObj>
              </mc:Choice>
              <mc:Fallback>
                <p:oleObj name="Image" r:id="rId3" imgW="1066320" imgH="711000" progId="Photoshop.Image.11">
                  <p:embed/>
                  <p:pic>
                    <p:nvPicPr>
                      <p:cNvPr id="12" name="개체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84042" y="1397205"/>
                        <a:ext cx="664200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개체 12"/>
          <p:cNvGraphicFramePr>
            <a:graphicFrameLocks noChangeAspect="1"/>
          </p:cNvGraphicFramePr>
          <p:nvPr/>
        </p:nvGraphicFramePr>
        <p:xfrm>
          <a:off x="7370606" y="1397205"/>
          <a:ext cx="656294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Image" r:id="rId5" imgW="1053720" imgH="711000" progId="Photoshop.Image.11">
                  <p:embed/>
                </p:oleObj>
              </mc:Choice>
              <mc:Fallback>
                <p:oleObj name="Image" r:id="rId5" imgW="1053720" imgH="711000" progId="Photoshop.Image.11">
                  <p:embed/>
                  <p:pic>
                    <p:nvPicPr>
                      <p:cNvPr id="13" name="개체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70606" y="1397205"/>
                        <a:ext cx="656294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개체 13"/>
          <p:cNvGraphicFramePr>
            <a:graphicFrameLocks noChangeAspect="1"/>
          </p:cNvGraphicFramePr>
          <p:nvPr/>
        </p:nvGraphicFramePr>
        <p:xfrm>
          <a:off x="8049264" y="1397205"/>
          <a:ext cx="648385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Image" r:id="rId7" imgW="1041120" imgH="711000" progId="Photoshop.Image.11">
                  <p:embed/>
                </p:oleObj>
              </mc:Choice>
              <mc:Fallback>
                <p:oleObj name="Image" r:id="rId7" imgW="1041120" imgH="711000" progId="Photoshop.Image.11">
                  <p:embed/>
                  <p:pic>
                    <p:nvPicPr>
                      <p:cNvPr id="14" name="개체 1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49264" y="1397205"/>
                        <a:ext cx="648385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82325" y="1470266"/>
            <a:ext cx="19141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 dirty="0">
                <a:solidFill>
                  <a:srgbClr val="FFFF66"/>
                </a:solidFill>
              </a:rPr>
              <a:t>3-AXIS ROBOT SPRAY</a:t>
            </a:r>
            <a:endParaRPr lang="ko-KR" altLang="en-US" sz="1300" b="1" dirty="0">
              <a:solidFill>
                <a:srgbClr val="FFFF66"/>
              </a:solidFill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1348150" y="2036426"/>
            <a:ext cx="0" cy="40564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7" name="그룹 1046"/>
          <p:cNvGrpSpPr/>
          <p:nvPr/>
        </p:nvGrpSpPr>
        <p:grpSpPr>
          <a:xfrm>
            <a:off x="399664" y="3838762"/>
            <a:ext cx="936000" cy="450000"/>
            <a:chOff x="395536" y="3731115"/>
            <a:chExt cx="936000" cy="468000"/>
          </a:xfrm>
        </p:grpSpPr>
        <p:sp>
          <p:nvSpPr>
            <p:cNvPr id="33" name="빗면 32"/>
            <p:cNvSpPr/>
            <p:nvPr/>
          </p:nvSpPr>
          <p:spPr>
            <a:xfrm>
              <a:off x="395536" y="3731115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7" name="그림 56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851" y="3839115"/>
              <a:ext cx="243765" cy="252000"/>
            </a:xfrm>
            <a:prstGeom prst="rect">
              <a:avLst/>
            </a:prstGeom>
          </p:spPr>
        </p:pic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3846400"/>
              <a:ext cx="275119" cy="252000"/>
            </a:xfrm>
            <a:prstGeom prst="rect">
              <a:avLst/>
            </a:prstGeom>
          </p:spPr>
        </p:pic>
      </p:grpSp>
      <p:grpSp>
        <p:nvGrpSpPr>
          <p:cNvPr id="1050" name="그룹 1049"/>
          <p:cNvGrpSpPr/>
          <p:nvPr/>
        </p:nvGrpSpPr>
        <p:grpSpPr>
          <a:xfrm>
            <a:off x="399664" y="5190424"/>
            <a:ext cx="936000" cy="450000"/>
            <a:chOff x="403799" y="5149683"/>
            <a:chExt cx="936000" cy="468000"/>
          </a:xfrm>
        </p:grpSpPr>
        <p:sp>
          <p:nvSpPr>
            <p:cNvPr id="78" name="빗면 77"/>
            <p:cNvSpPr/>
            <p:nvPr/>
          </p:nvSpPr>
          <p:spPr>
            <a:xfrm>
              <a:off x="403799" y="5149683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9" name="그림 78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771" y="5221683"/>
              <a:ext cx="334452" cy="324000"/>
            </a:xfrm>
            <a:prstGeom prst="rect">
              <a:avLst/>
            </a:prstGeom>
          </p:spPr>
        </p:pic>
      </p:grpSp>
      <p:grpSp>
        <p:nvGrpSpPr>
          <p:cNvPr id="1051" name="그룹 1050"/>
          <p:cNvGrpSpPr/>
          <p:nvPr/>
        </p:nvGrpSpPr>
        <p:grpSpPr>
          <a:xfrm>
            <a:off x="399664" y="5640976"/>
            <a:ext cx="936000" cy="450000"/>
            <a:chOff x="395536" y="5625295"/>
            <a:chExt cx="936000" cy="468000"/>
          </a:xfrm>
        </p:grpSpPr>
        <p:sp>
          <p:nvSpPr>
            <p:cNvPr id="37" name="빗면 36"/>
            <p:cNvSpPr/>
            <p:nvPr/>
          </p:nvSpPr>
          <p:spPr>
            <a:xfrm>
              <a:off x="395536" y="5625295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5" name="왼쪽 화살표 1034"/>
            <p:cNvSpPr/>
            <p:nvPr/>
          </p:nvSpPr>
          <p:spPr>
            <a:xfrm>
              <a:off x="721264" y="5739452"/>
              <a:ext cx="252000" cy="252000"/>
            </a:xfrm>
            <a:prstGeom prst="lef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43" name="그룹 1042"/>
          <p:cNvGrpSpPr/>
          <p:nvPr/>
        </p:nvGrpSpPr>
        <p:grpSpPr>
          <a:xfrm>
            <a:off x="399664" y="2036546"/>
            <a:ext cx="936000" cy="450000"/>
            <a:chOff x="395536" y="1844823"/>
            <a:chExt cx="936000" cy="468000"/>
          </a:xfrm>
        </p:grpSpPr>
        <p:sp>
          <p:nvSpPr>
            <p:cNvPr id="29" name="빗면 28"/>
            <p:cNvSpPr/>
            <p:nvPr/>
          </p:nvSpPr>
          <p:spPr>
            <a:xfrm>
              <a:off x="395536" y="1844823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6" name="그림 1035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21" y="1917458"/>
              <a:ext cx="258750" cy="324000"/>
            </a:xfrm>
            <a:prstGeom prst="rect">
              <a:avLst/>
            </a:prstGeom>
          </p:spPr>
        </p:pic>
      </p:grpSp>
      <p:grpSp>
        <p:nvGrpSpPr>
          <p:cNvPr id="1049" name="그룹 1048"/>
          <p:cNvGrpSpPr/>
          <p:nvPr/>
        </p:nvGrpSpPr>
        <p:grpSpPr>
          <a:xfrm>
            <a:off x="399664" y="4739870"/>
            <a:ext cx="936000" cy="450000"/>
            <a:chOff x="395536" y="4674261"/>
            <a:chExt cx="936000" cy="468000"/>
          </a:xfrm>
        </p:grpSpPr>
        <p:sp>
          <p:nvSpPr>
            <p:cNvPr id="35" name="빗면 34"/>
            <p:cNvSpPr/>
            <p:nvPr/>
          </p:nvSpPr>
          <p:spPr>
            <a:xfrm>
              <a:off x="395536" y="4674261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7" name="그림 1036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523" y="4737117"/>
              <a:ext cx="222552" cy="324000"/>
            </a:xfrm>
            <a:prstGeom prst="rect">
              <a:avLst/>
            </a:prstGeom>
          </p:spPr>
        </p:pic>
      </p:grpSp>
      <p:grpSp>
        <p:nvGrpSpPr>
          <p:cNvPr id="27" name="그룹 26"/>
          <p:cNvGrpSpPr/>
          <p:nvPr/>
        </p:nvGrpSpPr>
        <p:grpSpPr>
          <a:xfrm>
            <a:off x="399664" y="3388208"/>
            <a:ext cx="936000" cy="450000"/>
            <a:chOff x="410776" y="3498167"/>
            <a:chExt cx="936000" cy="432000"/>
          </a:xfrm>
        </p:grpSpPr>
        <p:sp>
          <p:nvSpPr>
            <p:cNvPr id="32" name="빗면 31"/>
            <p:cNvSpPr/>
            <p:nvPr/>
          </p:nvSpPr>
          <p:spPr>
            <a:xfrm>
              <a:off x="410776" y="3498167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76" y="3633167"/>
              <a:ext cx="324000" cy="162000"/>
            </a:xfrm>
            <a:prstGeom prst="rect">
              <a:avLst/>
            </a:prstGeom>
          </p:spPr>
        </p:pic>
      </p:grpSp>
      <p:grpSp>
        <p:nvGrpSpPr>
          <p:cNvPr id="25" name="그룹 24"/>
          <p:cNvGrpSpPr/>
          <p:nvPr/>
        </p:nvGrpSpPr>
        <p:grpSpPr>
          <a:xfrm>
            <a:off x="399664" y="2487100"/>
            <a:ext cx="936000" cy="450000"/>
            <a:chOff x="410776" y="2635965"/>
            <a:chExt cx="936000" cy="432000"/>
          </a:xfrm>
        </p:grpSpPr>
        <p:sp>
          <p:nvSpPr>
            <p:cNvPr id="30" name="빗면 29"/>
            <p:cNvSpPr/>
            <p:nvPr/>
          </p:nvSpPr>
          <p:spPr>
            <a:xfrm>
              <a:off x="410776" y="2635965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6648" y="2731027"/>
              <a:ext cx="205776" cy="234000"/>
            </a:xfrm>
            <a:prstGeom prst="rect">
              <a:avLst/>
            </a:prstGeom>
          </p:spPr>
        </p:pic>
      </p:grpSp>
      <p:grpSp>
        <p:nvGrpSpPr>
          <p:cNvPr id="26" name="그룹 25"/>
          <p:cNvGrpSpPr/>
          <p:nvPr/>
        </p:nvGrpSpPr>
        <p:grpSpPr>
          <a:xfrm>
            <a:off x="399664" y="2937654"/>
            <a:ext cx="936000" cy="450000"/>
            <a:chOff x="410776" y="3067066"/>
            <a:chExt cx="936000" cy="432000"/>
          </a:xfrm>
        </p:grpSpPr>
        <p:sp>
          <p:nvSpPr>
            <p:cNvPr id="31" name="빗면 30"/>
            <p:cNvSpPr/>
            <p:nvPr/>
          </p:nvSpPr>
          <p:spPr>
            <a:xfrm>
              <a:off x="410776" y="3067066"/>
              <a:ext cx="936000" cy="432000"/>
            </a:xfrm>
            <a:prstGeom prst="bevel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3" name="그림 52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6329" y="3159162"/>
              <a:ext cx="205776" cy="234000"/>
            </a:xfrm>
            <a:prstGeom prst="rect">
              <a:avLst/>
            </a:prstGeom>
          </p:spPr>
        </p:pic>
        <p:pic>
          <p:nvPicPr>
            <p:cNvPr id="54" name="그림 53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210" y="3159162"/>
              <a:ext cx="205776" cy="234000"/>
            </a:xfrm>
            <a:prstGeom prst="rect">
              <a:avLst/>
            </a:prstGeom>
          </p:spPr>
        </p:pic>
        <p:pic>
          <p:nvPicPr>
            <p:cNvPr id="55" name="그림 54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7832" y="3159162"/>
              <a:ext cx="205776" cy="234000"/>
            </a:xfrm>
            <a:prstGeom prst="rect">
              <a:avLst/>
            </a:prstGeom>
          </p:spPr>
        </p:pic>
      </p:grpSp>
      <p:grpSp>
        <p:nvGrpSpPr>
          <p:cNvPr id="28" name="그룹 27"/>
          <p:cNvGrpSpPr/>
          <p:nvPr/>
        </p:nvGrpSpPr>
        <p:grpSpPr>
          <a:xfrm>
            <a:off x="399664" y="4289316"/>
            <a:ext cx="936000" cy="450000"/>
            <a:chOff x="410776" y="4360369"/>
            <a:chExt cx="936000" cy="432000"/>
          </a:xfrm>
        </p:grpSpPr>
        <p:sp>
          <p:nvSpPr>
            <p:cNvPr id="34" name="빗면 33"/>
            <p:cNvSpPr/>
            <p:nvPr/>
          </p:nvSpPr>
          <p:spPr>
            <a:xfrm>
              <a:off x="410776" y="4360369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968" y="4438909"/>
              <a:ext cx="351529" cy="298800"/>
            </a:xfrm>
            <a:prstGeom prst="rect">
              <a:avLst/>
            </a:prstGeom>
          </p:spPr>
        </p:pic>
      </p:grpSp>
      <p:grpSp>
        <p:nvGrpSpPr>
          <p:cNvPr id="49" name="그룹 48"/>
          <p:cNvGrpSpPr/>
          <p:nvPr/>
        </p:nvGrpSpPr>
        <p:grpSpPr>
          <a:xfrm>
            <a:off x="399664" y="5640976"/>
            <a:ext cx="936000" cy="450000"/>
            <a:chOff x="399664" y="5640976"/>
            <a:chExt cx="936000" cy="450000"/>
          </a:xfrm>
        </p:grpSpPr>
        <p:sp>
          <p:nvSpPr>
            <p:cNvPr id="50" name="빗면 49"/>
            <p:cNvSpPr/>
            <p:nvPr/>
          </p:nvSpPr>
          <p:spPr>
            <a:xfrm>
              <a:off x="399664" y="5640976"/>
              <a:ext cx="936000" cy="450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1" name="그림 50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01" y="5740456"/>
              <a:ext cx="303927" cy="252000"/>
            </a:xfrm>
            <a:prstGeom prst="rect">
              <a:avLst/>
            </a:prstGeom>
          </p:spPr>
        </p:pic>
      </p:grpSp>
      <p:sp>
        <p:nvSpPr>
          <p:cNvPr id="58" name="직사각형 57"/>
          <p:cNvSpPr/>
          <p:nvPr/>
        </p:nvSpPr>
        <p:spPr>
          <a:xfrm>
            <a:off x="382325" y="1844824"/>
            <a:ext cx="720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/>
          <p:cNvSpPr/>
          <p:nvPr/>
        </p:nvSpPr>
        <p:spPr>
          <a:xfrm>
            <a:off x="382325" y="1844822"/>
            <a:ext cx="7200000" cy="9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0" name="직선 연결선 59"/>
          <p:cNvCxnSpPr/>
          <p:nvPr/>
        </p:nvCxnSpPr>
        <p:spPr>
          <a:xfrm>
            <a:off x="387000" y="1844824"/>
            <a:ext cx="837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382325" y="2029098"/>
            <a:ext cx="837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409005" y="1805594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schemeClr val="bg1"/>
                </a:solidFill>
              </a:rPr>
              <a:t>Last Alarm List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536316" y="1819406"/>
            <a:ext cx="12666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/>
              <a:t>06/21/2024 17:48:50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385405" y="2060848"/>
            <a:ext cx="720000" cy="360000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ROBOT SELECT</a:t>
            </a:r>
            <a:endParaRPr lang="ko-KR" altLang="en-US" b="1" dirty="0"/>
          </a:p>
        </p:txBody>
      </p:sp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1385405" y="2493152"/>
          <a:ext cx="5550784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170">
                  <a:extLst>
                    <a:ext uri="{9D8B030D-6E8A-4147-A177-3AD203B41FA5}">
                      <a16:colId xmlns:a16="http://schemas.microsoft.com/office/drawing/2014/main" val="3940323798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1772590869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338689193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3426671664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3832318129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415435994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1075177821"/>
                    </a:ext>
                  </a:extLst>
                </a:gridCol>
              </a:tblGrid>
              <a:tr h="20744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J1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J2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J3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382317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ACT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SET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ACT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SET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ACT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SET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713399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R1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8206334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R2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347144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R3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382280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R4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5920197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R5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7380616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R6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2967334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R7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964977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R8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2308486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R9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5703844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R10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8150595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R11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5082981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R12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9072099"/>
                  </a:ext>
                </a:extLst>
              </a:tr>
            </a:tbl>
          </a:graphicData>
        </a:graphic>
      </p:graphicFrame>
      <p:sp>
        <p:nvSpPr>
          <p:cNvPr id="103" name="직사각형 102"/>
          <p:cNvSpPr/>
          <p:nvPr/>
        </p:nvSpPr>
        <p:spPr>
          <a:xfrm>
            <a:off x="7011084" y="2492896"/>
            <a:ext cx="805830" cy="4791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 prstMaterial="matte">
            <a:bevelT w="88900" prst="cross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/>
              <a:t>ROBOT</a:t>
            </a:r>
          </a:p>
          <a:p>
            <a:pPr algn="ctr"/>
            <a:r>
              <a:rPr lang="en-US" altLang="ko-KR" sz="1050" b="1" dirty="0"/>
              <a:t>NUMBER</a:t>
            </a:r>
            <a:endParaRPr lang="ko-KR" altLang="en-US" sz="1050" b="1" dirty="0"/>
          </a:p>
        </p:txBody>
      </p:sp>
      <p:sp>
        <p:nvSpPr>
          <p:cNvPr id="104" name="직사각형 103"/>
          <p:cNvSpPr/>
          <p:nvPr/>
        </p:nvSpPr>
        <p:spPr>
          <a:xfrm>
            <a:off x="7891819" y="2494228"/>
            <a:ext cx="805830" cy="478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12</a:t>
            </a:r>
            <a:endParaRPr lang="ko-KR" altLang="en-US" sz="1400" b="1" dirty="0"/>
          </a:p>
        </p:txBody>
      </p:sp>
      <p:sp>
        <p:nvSpPr>
          <p:cNvPr id="105" name="직사각형 104"/>
          <p:cNvSpPr/>
          <p:nvPr/>
        </p:nvSpPr>
        <p:spPr>
          <a:xfrm>
            <a:off x="7011084" y="3171969"/>
            <a:ext cx="806400" cy="5400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MOVE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7891249" y="3172455"/>
            <a:ext cx="806400" cy="540000"/>
          </a:xfrm>
          <a:prstGeom prst="rect">
            <a:avLst/>
          </a:prstGeom>
          <a:solidFill>
            <a:srgbClr val="FF3300"/>
          </a:solidFill>
          <a:ln w="127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STOP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7011084" y="5517232"/>
            <a:ext cx="1686565" cy="538976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SAVE</a:t>
            </a:r>
            <a:endParaRPr lang="ko-KR" altLang="en-US" b="1" dirty="0"/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5FC2A268-B6BE-4049-B3C2-1770B911884C}"/>
              </a:ext>
            </a:extLst>
          </p:cNvPr>
          <p:cNvCxnSpPr/>
          <p:nvPr/>
        </p:nvCxnSpPr>
        <p:spPr>
          <a:xfrm rot="5400000">
            <a:off x="7496812" y="1934824"/>
            <a:ext cx="18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08E2AAA4-3632-4596-88CD-6D0FBF4F2B9F}"/>
              </a:ext>
            </a:extLst>
          </p:cNvPr>
          <p:cNvSpPr/>
          <p:nvPr/>
        </p:nvSpPr>
        <p:spPr>
          <a:xfrm>
            <a:off x="2188910" y="2077212"/>
            <a:ext cx="327273" cy="327273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A6615688-B987-4962-BBFD-13744F93E2B3}"/>
              </a:ext>
            </a:extLst>
          </p:cNvPr>
          <p:cNvSpPr/>
          <p:nvPr/>
        </p:nvSpPr>
        <p:spPr>
          <a:xfrm>
            <a:off x="2588848" y="2077212"/>
            <a:ext cx="327273" cy="327273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B038F573-0FCD-4CAE-8C35-3D275F5F4B51}"/>
              </a:ext>
            </a:extLst>
          </p:cNvPr>
          <p:cNvSpPr/>
          <p:nvPr/>
        </p:nvSpPr>
        <p:spPr>
          <a:xfrm>
            <a:off x="2988786" y="2077212"/>
            <a:ext cx="327273" cy="327273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3B8C0FD4-4EBA-4D4A-A064-4372BCBDD8AC}"/>
              </a:ext>
            </a:extLst>
          </p:cNvPr>
          <p:cNvSpPr/>
          <p:nvPr/>
        </p:nvSpPr>
        <p:spPr>
          <a:xfrm>
            <a:off x="3388724" y="2077212"/>
            <a:ext cx="327273" cy="327273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2DDB915C-38CF-4A64-8FD5-90A6E2C339CA}"/>
              </a:ext>
            </a:extLst>
          </p:cNvPr>
          <p:cNvSpPr/>
          <p:nvPr/>
        </p:nvSpPr>
        <p:spPr>
          <a:xfrm>
            <a:off x="3788662" y="2077212"/>
            <a:ext cx="327273" cy="32727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CFA4DC3A-6D7C-4F11-8F97-EE5DB70DDA83}"/>
              </a:ext>
            </a:extLst>
          </p:cNvPr>
          <p:cNvSpPr/>
          <p:nvPr/>
        </p:nvSpPr>
        <p:spPr>
          <a:xfrm>
            <a:off x="4188600" y="2077212"/>
            <a:ext cx="327273" cy="327273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28134BE6-0082-4ECF-9EBE-6E62E6E5C829}"/>
              </a:ext>
            </a:extLst>
          </p:cNvPr>
          <p:cNvSpPr/>
          <p:nvPr/>
        </p:nvSpPr>
        <p:spPr>
          <a:xfrm>
            <a:off x="4588538" y="2077212"/>
            <a:ext cx="327273" cy="32727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7</a:t>
            </a:r>
            <a:endParaRPr lang="ko-KR" altLang="en-US" sz="900" b="1" dirty="0"/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A774D015-093A-4FFC-987C-274B7690F394}"/>
              </a:ext>
            </a:extLst>
          </p:cNvPr>
          <p:cNvSpPr/>
          <p:nvPr/>
        </p:nvSpPr>
        <p:spPr>
          <a:xfrm>
            <a:off x="4988476" y="2077212"/>
            <a:ext cx="327273" cy="327273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8</a:t>
            </a:r>
            <a:endParaRPr lang="ko-KR" altLang="en-US" sz="900" b="1" dirty="0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CA7B32B4-5181-4A77-BB54-63228CBB57AC}"/>
              </a:ext>
            </a:extLst>
          </p:cNvPr>
          <p:cNvSpPr/>
          <p:nvPr/>
        </p:nvSpPr>
        <p:spPr>
          <a:xfrm>
            <a:off x="5388414" y="2077212"/>
            <a:ext cx="327273" cy="327273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9</a:t>
            </a:r>
            <a:endParaRPr lang="ko-KR" altLang="en-US" sz="900" b="1" dirty="0"/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C3B54489-09F3-4547-8C4E-83FB22FE9507}"/>
              </a:ext>
            </a:extLst>
          </p:cNvPr>
          <p:cNvSpPr/>
          <p:nvPr/>
        </p:nvSpPr>
        <p:spPr>
          <a:xfrm>
            <a:off x="5788352" y="2077212"/>
            <a:ext cx="327273" cy="327273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10</a:t>
            </a:r>
            <a:endParaRPr lang="ko-KR" altLang="en-US" sz="900" b="1" dirty="0"/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8A634FAE-3BE8-4839-B566-2D8E7166C25D}"/>
              </a:ext>
            </a:extLst>
          </p:cNvPr>
          <p:cNvSpPr/>
          <p:nvPr/>
        </p:nvSpPr>
        <p:spPr>
          <a:xfrm>
            <a:off x="6188290" y="2077212"/>
            <a:ext cx="327273" cy="327273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11</a:t>
            </a:r>
            <a:endParaRPr lang="ko-KR" altLang="en-US" sz="900" b="1" dirty="0"/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6121599D-E7A1-491D-828A-82728276681C}"/>
              </a:ext>
            </a:extLst>
          </p:cNvPr>
          <p:cNvSpPr/>
          <p:nvPr/>
        </p:nvSpPr>
        <p:spPr>
          <a:xfrm>
            <a:off x="6588224" y="2077212"/>
            <a:ext cx="327273" cy="32727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12</a:t>
            </a:r>
            <a:endParaRPr lang="ko-KR" altLang="en-US" sz="900" b="1" dirty="0"/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534EAC31-8984-4EEB-85D4-E669B336E469}"/>
              </a:ext>
            </a:extLst>
          </p:cNvPr>
          <p:cNvSpPr/>
          <p:nvPr/>
        </p:nvSpPr>
        <p:spPr>
          <a:xfrm>
            <a:off x="7020272" y="2060848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SB</a:t>
            </a:r>
            <a:endParaRPr lang="ko-KR" altLang="en-US" sz="1000" b="1" dirty="0"/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787BB062-5CCC-4749-B33F-5A94B47E2B1C}"/>
              </a:ext>
            </a:extLst>
          </p:cNvPr>
          <p:cNvSpPr/>
          <p:nvPr/>
        </p:nvSpPr>
        <p:spPr>
          <a:xfrm>
            <a:off x="7678960" y="2060848"/>
            <a:ext cx="360000" cy="360000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SP</a:t>
            </a:r>
            <a:endParaRPr lang="ko-KR" altLang="en-US" sz="1000" b="1" dirty="0"/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7FA050DB-8A06-4B54-BF07-2929A571D233}"/>
              </a:ext>
            </a:extLst>
          </p:cNvPr>
          <p:cNvSpPr/>
          <p:nvPr/>
        </p:nvSpPr>
        <p:spPr>
          <a:xfrm>
            <a:off x="8337649" y="2060848"/>
            <a:ext cx="360000" cy="360000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PU</a:t>
            </a:r>
            <a:endParaRPr lang="ko-KR" altLang="en-US" sz="1000" b="1" dirty="0"/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D60358A9-F815-4DB2-A8BF-C09011AE1ECE}"/>
              </a:ext>
            </a:extLst>
          </p:cNvPr>
          <p:cNvSpPr/>
          <p:nvPr/>
        </p:nvSpPr>
        <p:spPr>
          <a:xfrm>
            <a:off x="1953977" y="5552496"/>
            <a:ext cx="806400" cy="427013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ROBOT READY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353A9115-8A3A-4CEE-A0BF-900A0E5910FC}"/>
              </a:ext>
            </a:extLst>
          </p:cNvPr>
          <p:cNvSpPr/>
          <p:nvPr/>
        </p:nvSpPr>
        <p:spPr>
          <a:xfrm>
            <a:off x="4439845" y="5552496"/>
            <a:ext cx="806400" cy="421263"/>
          </a:xfrm>
          <a:prstGeom prst="rect">
            <a:avLst/>
          </a:prstGeom>
          <a:solidFill>
            <a:srgbClr val="FF330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/>
              <a:t>ROBOT</a:t>
            </a:r>
          </a:p>
          <a:p>
            <a:pPr algn="ctr"/>
            <a:r>
              <a:rPr lang="en-US" altLang="ko-KR" sz="800" b="1" dirty="0"/>
              <a:t>ALARM</a:t>
            </a:r>
            <a:endParaRPr lang="ko-KR" altLang="en-US" sz="800" b="1" dirty="0"/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86F7ABA7-F6BC-4145-977D-589358BD1D52}"/>
              </a:ext>
            </a:extLst>
          </p:cNvPr>
          <p:cNvSpPr/>
          <p:nvPr/>
        </p:nvSpPr>
        <p:spPr>
          <a:xfrm>
            <a:off x="3196911" y="5552496"/>
            <a:ext cx="806400" cy="427013"/>
          </a:xfrm>
          <a:prstGeom prst="rect">
            <a:avLst/>
          </a:prstGeom>
          <a:solidFill>
            <a:srgbClr val="00FF0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ROBOT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OPERATION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58EE51D6-DC99-4073-B699-89F7F737408B}"/>
              </a:ext>
            </a:extLst>
          </p:cNvPr>
          <p:cNvSpPr/>
          <p:nvPr/>
        </p:nvSpPr>
        <p:spPr>
          <a:xfrm>
            <a:off x="5682779" y="5552496"/>
            <a:ext cx="806400" cy="44792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PLC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STOP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pic>
        <p:nvPicPr>
          <p:cNvPr id="130" name="그림 129">
            <a:extLst>
              <a:ext uri="{FF2B5EF4-FFF2-40B4-BE49-F238E27FC236}">
                <a16:creationId xmlns:a16="http://schemas.microsoft.com/office/drawing/2014/main" id="{98F4AF33-BBB3-4AFC-A661-2E63355F431C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47496" y="3600216"/>
            <a:ext cx="2003572" cy="198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426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87000" y="1388096"/>
            <a:ext cx="8370000" cy="4567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ALL ROBOT SETTING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700-419E-4133-B797-32B7314A54A9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87000" y="1388096"/>
            <a:ext cx="8370000" cy="47052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빗면 7"/>
          <p:cNvSpPr/>
          <p:nvPr/>
        </p:nvSpPr>
        <p:spPr>
          <a:xfrm>
            <a:off x="2735796" y="1400796"/>
            <a:ext cx="3672408" cy="432000"/>
          </a:xfrm>
          <a:prstGeom prst="bevel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331663" y="1431794"/>
            <a:ext cx="2480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</a:rPr>
              <a:t>ALL ROBOT SETTING</a:t>
            </a:r>
            <a:endParaRPr lang="ko-KR" altLang="en-US" b="1" dirty="0">
              <a:solidFill>
                <a:srgbClr val="FFFF66"/>
              </a:solidFill>
            </a:endParaRPr>
          </a:p>
        </p:txBody>
      </p:sp>
      <p:graphicFrame>
        <p:nvGraphicFramePr>
          <p:cNvPr id="12" name="개체 11"/>
          <p:cNvGraphicFramePr>
            <a:graphicFrameLocks noChangeAspect="1"/>
          </p:cNvGraphicFramePr>
          <p:nvPr/>
        </p:nvGraphicFramePr>
        <p:xfrm>
          <a:off x="6684042" y="1397205"/>
          <a:ext cx="664200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Image" r:id="rId3" imgW="1066320" imgH="711000" progId="Photoshop.Image.11">
                  <p:embed/>
                </p:oleObj>
              </mc:Choice>
              <mc:Fallback>
                <p:oleObj name="Image" r:id="rId3" imgW="1066320" imgH="711000" progId="Photoshop.Image.11">
                  <p:embed/>
                  <p:pic>
                    <p:nvPicPr>
                      <p:cNvPr id="12" name="개체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84042" y="1397205"/>
                        <a:ext cx="664200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개체 12"/>
          <p:cNvGraphicFramePr>
            <a:graphicFrameLocks noChangeAspect="1"/>
          </p:cNvGraphicFramePr>
          <p:nvPr/>
        </p:nvGraphicFramePr>
        <p:xfrm>
          <a:off x="7370606" y="1397205"/>
          <a:ext cx="656294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Image" r:id="rId5" imgW="1053720" imgH="711000" progId="Photoshop.Image.11">
                  <p:embed/>
                </p:oleObj>
              </mc:Choice>
              <mc:Fallback>
                <p:oleObj name="Image" r:id="rId5" imgW="1053720" imgH="711000" progId="Photoshop.Image.11">
                  <p:embed/>
                  <p:pic>
                    <p:nvPicPr>
                      <p:cNvPr id="13" name="개체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70606" y="1397205"/>
                        <a:ext cx="656294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개체 13"/>
          <p:cNvGraphicFramePr>
            <a:graphicFrameLocks noChangeAspect="1"/>
          </p:cNvGraphicFramePr>
          <p:nvPr/>
        </p:nvGraphicFramePr>
        <p:xfrm>
          <a:off x="8049264" y="1397205"/>
          <a:ext cx="648385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Image" r:id="rId7" imgW="1041120" imgH="711000" progId="Photoshop.Image.11">
                  <p:embed/>
                </p:oleObj>
              </mc:Choice>
              <mc:Fallback>
                <p:oleObj name="Image" r:id="rId7" imgW="1041120" imgH="711000" progId="Photoshop.Image.11">
                  <p:embed/>
                  <p:pic>
                    <p:nvPicPr>
                      <p:cNvPr id="14" name="개체 1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49264" y="1397205"/>
                        <a:ext cx="648385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82325" y="1470266"/>
            <a:ext cx="19141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 dirty="0">
                <a:solidFill>
                  <a:srgbClr val="FFFF66"/>
                </a:solidFill>
              </a:rPr>
              <a:t>3-AXIS ROBOT SPRAY</a:t>
            </a:r>
            <a:endParaRPr lang="ko-KR" altLang="en-US" sz="1300" b="1" dirty="0">
              <a:solidFill>
                <a:srgbClr val="FFFF66"/>
              </a:solidFill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1348150" y="2036426"/>
            <a:ext cx="0" cy="40564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7" name="그룹 1046"/>
          <p:cNvGrpSpPr/>
          <p:nvPr/>
        </p:nvGrpSpPr>
        <p:grpSpPr>
          <a:xfrm>
            <a:off x="399664" y="3838762"/>
            <a:ext cx="936000" cy="450000"/>
            <a:chOff x="395536" y="3731115"/>
            <a:chExt cx="936000" cy="468000"/>
          </a:xfrm>
        </p:grpSpPr>
        <p:sp>
          <p:nvSpPr>
            <p:cNvPr id="33" name="빗면 32"/>
            <p:cNvSpPr/>
            <p:nvPr/>
          </p:nvSpPr>
          <p:spPr>
            <a:xfrm>
              <a:off x="395536" y="3731115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7" name="그림 56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851" y="3839115"/>
              <a:ext cx="243765" cy="252000"/>
            </a:xfrm>
            <a:prstGeom prst="rect">
              <a:avLst/>
            </a:prstGeom>
          </p:spPr>
        </p:pic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3846400"/>
              <a:ext cx="275119" cy="252000"/>
            </a:xfrm>
            <a:prstGeom prst="rect">
              <a:avLst/>
            </a:prstGeom>
          </p:spPr>
        </p:pic>
      </p:grpSp>
      <p:grpSp>
        <p:nvGrpSpPr>
          <p:cNvPr id="1050" name="그룹 1049"/>
          <p:cNvGrpSpPr/>
          <p:nvPr/>
        </p:nvGrpSpPr>
        <p:grpSpPr>
          <a:xfrm>
            <a:off x="399664" y="5190424"/>
            <a:ext cx="936000" cy="450000"/>
            <a:chOff x="403799" y="5149683"/>
            <a:chExt cx="936000" cy="468000"/>
          </a:xfrm>
        </p:grpSpPr>
        <p:sp>
          <p:nvSpPr>
            <p:cNvPr id="78" name="빗면 77"/>
            <p:cNvSpPr/>
            <p:nvPr/>
          </p:nvSpPr>
          <p:spPr>
            <a:xfrm>
              <a:off x="403799" y="5149683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9" name="그림 78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771" y="5221683"/>
              <a:ext cx="334452" cy="324000"/>
            </a:xfrm>
            <a:prstGeom prst="rect">
              <a:avLst/>
            </a:prstGeom>
          </p:spPr>
        </p:pic>
      </p:grpSp>
      <p:grpSp>
        <p:nvGrpSpPr>
          <p:cNvPr id="1051" name="그룹 1050"/>
          <p:cNvGrpSpPr/>
          <p:nvPr/>
        </p:nvGrpSpPr>
        <p:grpSpPr>
          <a:xfrm>
            <a:off x="399664" y="5640976"/>
            <a:ext cx="936000" cy="450000"/>
            <a:chOff x="395536" y="5625295"/>
            <a:chExt cx="936000" cy="468000"/>
          </a:xfrm>
        </p:grpSpPr>
        <p:sp>
          <p:nvSpPr>
            <p:cNvPr id="37" name="빗면 36"/>
            <p:cNvSpPr/>
            <p:nvPr/>
          </p:nvSpPr>
          <p:spPr>
            <a:xfrm>
              <a:off x="395536" y="5625295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5" name="왼쪽 화살표 1034"/>
            <p:cNvSpPr/>
            <p:nvPr/>
          </p:nvSpPr>
          <p:spPr>
            <a:xfrm>
              <a:off x="721264" y="5739452"/>
              <a:ext cx="252000" cy="252000"/>
            </a:xfrm>
            <a:prstGeom prst="lef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43" name="그룹 1042"/>
          <p:cNvGrpSpPr/>
          <p:nvPr/>
        </p:nvGrpSpPr>
        <p:grpSpPr>
          <a:xfrm>
            <a:off x="399664" y="2036546"/>
            <a:ext cx="936000" cy="450000"/>
            <a:chOff x="395536" y="1844823"/>
            <a:chExt cx="936000" cy="468000"/>
          </a:xfrm>
        </p:grpSpPr>
        <p:sp>
          <p:nvSpPr>
            <p:cNvPr id="29" name="빗면 28"/>
            <p:cNvSpPr/>
            <p:nvPr/>
          </p:nvSpPr>
          <p:spPr>
            <a:xfrm>
              <a:off x="395536" y="1844823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6" name="그림 1035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21" y="1917458"/>
              <a:ext cx="258750" cy="324000"/>
            </a:xfrm>
            <a:prstGeom prst="rect">
              <a:avLst/>
            </a:prstGeom>
          </p:spPr>
        </p:pic>
      </p:grpSp>
      <p:grpSp>
        <p:nvGrpSpPr>
          <p:cNvPr id="1049" name="그룹 1048"/>
          <p:cNvGrpSpPr/>
          <p:nvPr/>
        </p:nvGrpSpPr>
        <p:grpSpPr>
          <a:xfrm>
            <a:off x="399664" y="4739870"/>
            <a:ext cx="936000" cy="450000"/>
            <a:chOff x="395536" y="4674261"/>
            <a:chExt cx="936000" cy="468000"/>
          </a:xfrm>
        </p:grpSpPr>
        <p:sp>
          <p:nvSpPr>
            <p:cNvPr id="35" name="빗면 34"/>
            <p:cNvSpPr/>
            <p:nvPr/>
          </p:nvSpPr>
          <p:spPr>
            <a:xfrm>
              <a:off x="395536" y="4674261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7" name="그림 1036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523" y="4737117"/>
              <a:ext cx="222552" cy="324000"/>
            </a:xfrm>
            <a:prstGeom prst="rect">
              <a:avLst/>
            </a:prstGeom>
          </p:spPr>
        </p:pic>
      </p:grpSp>
      <p:grpSp>
        <p:nvGrpSpPr>
          <p:cNvPr id="27" name="그룹 26"/>
          <p:cNvGrpSpPr/>
          <p:nvPr/>
        </p:nvGrpSpPr>
        <p:grpSpPr>
          <a:xfrm>
            <a:off x="399664" y="3388208"/>
            <a:ext cx="936000" cy="450000"/>
            <a:chOff x="410776" y="3498167"/>
            <a:chExt cx="936000" cy="432000"/>
          </a:xfrm>
        </p:grpSpPr>
        <p:sp>
          <p:nvSpPr>
            <p:cNvPr id="32" name="빗면 31"/>
            <p:cNvSpPr/>
            <p:nvPr/>
          </p:nvSpPr>
          <p:spPr>
            <a:xfrm>
              <a:off x="410776" y="3498167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76" y="3633167"/>
              <a:ext cx="324000" cy="162000"/>
            </a:xfrm>
            <a:prstGeom prst="rect">
              <a:avLst/>
            </a:prstGeom>
          </p:spPr>
        </p:pic>
      </p:grpSp>
      <p:grpSp>
        <p:nvGrpSpPr>
          <p:cNvPr id="25" name="그룹 24"/>
          <p:cNvGrpSpPr/>
          <p:nvPr/>
        </p:nvGrpSpPr>
        <p:grpSpPr>
          <a:xfrm>
            <a:off x="399664" y="2487100"/>
            <a:ext cx="936000" cy="450000"/>
            <a:chOff x="410776" y="2635965"/>
            <a:chExt cx="936000" cy="432000"/>
          </a:xfrm>
        </p:grpSpPr>
        <p:sp>
          <p:nvSpPr>
            <p:cNvPr id="30" name="빗면 29"/>
            <p:cNvSpPr/>
            <p:nvPr/>
          </p:nvSpPr>
          <p:spPr>
            <a:xfrm>
              <a:off x="410776" y="2635965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6648" y="2731027"/>
              <a:ext cx="205776" cy="234000"/>
            </a:xfrm>
            <a:prstGeom prst="rect">
              <a:avLst/>
            </a:prstGeom>
          </p:spPr>
        </p:pic>
      </p:grpSp>
      <p:grpSp>
        <p:nvGrpSpPr>
          <p:cNvPr id="26" name="그룹 25"/>
          <p:cNvGrpSpPr/>
          <p:nvPr/>
        </p:nvGrpSpPr>
        <p:grpSpPr>
          <a:xfrm>
            <a:off x="399664" y="2937654"/>
            <a:ext cx="936000" cy="450000"/>
            <a:chOff x="410776" y="3067066"/>
            <a:chExt cx="936000" cy="432000"/>
          </a:xfrm>
        </p:grpSpPr>
        <p:sp>
          <p:nvSpPr>
            <p:cNvPr id="31" name="빗면 30"/>
            <p:cNvSpPr/>
            <p:nvPr/>
          </p:nvSpPr>
          <p:spPr>
            <a:xfrm>
              <a:off x="410776" y="3067066"/>
              <a:ext cx="936000" cy="432000"/>
            </a:xfrm>
            <a:prstGeom prst="bevel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3" name="그림 52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6329" y="3159162"/>
              <a:ext cx="205776" cy="234000"/>
            </a:xfrm>
            <a:prstGeom prst="rect">
              <a:avLst/>
            </a:prstGeom>
          </p:spPr>
        </p:pic>
        <p:pic>
          <p:nvPicPr>
            <p:cNvPr id="54" name="그림 53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210" y="3159162"/>
              <a:ext cx="205776" cy="234000"/>
            </a:xfrm>
            <a:prstGeom prst="rect">
              <a:avLst/>
            </a:prstGeom>
          </p:spPr>
        </p:pic>
        <p:pic>
          <p:nvPicPr>
            <p:cNvPr id="55" name="그림 54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7832" y="3159162"/>
              <a:ext cx="205776" cy="234000"/>
            </a:xfrm>
            <a:prstGeom prst="rect">
              <a:avLst/>
            </a:prstGeom>
          </p:spPr>
        </p:pic>
      </p:grpSp>
      <p:grpSp>
        <p:nvGrpSpPr>
          <p:cNvPr id="28" name="그룹 27"/>
          <p:cNvGrpSpPr/>
          <p:nvPr/>
        </p:nvGrpSpPr>
        <p:grpSpPr>
          <a:xfrm>
            <a:off x="399664" y="4289316"/>
            <a:ext cx="936000" cy="450000"/>
            <a:chOff x="410776" y="4360369"/>
            <a:chExt cx="936000" cy="432000"/>
          </a:xfrm>
        </p:grpSpPr>
        <p:sp>
          <p:nvSpPr>
            <p:cNvPr id="34" name="빗면 33"/>
            <p:cNvSpPr/>
            <p:nvPr/>
          </p:nvSpPr>
          <p:spPr>
            <a:xfrm>
              <a:off x="410776" y="4360369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968" y="4438909"/>
              <a:ext cx="351529" cy="298800"/>
            </a:xfrm>
            <a:prstGeom prst="rect">
              <a:avLst/>
            </a:prstGeom>
          </p:spPr>
        </p:pic>
      </p:grpSp>
      <p:grpSp>
        <p:nvGrpSpPr>
          <p:cNvPr id="49" name="그룹 48"/>
          <p:cNvGrpSpPr/>
          <p:nvPr/>
        </p:nvGrpSpPr>
        <p:grpSpPr>
          <a:xfrm>
            <a:off x="399664" y="5640976"/>
            <a:ext cx="936000" cy="450000"/>
            <a:chOff x="399664" y="5640976"/>
            <a:chExt cx="936000" cy="450000"/>
          </a:xfrm>
        </p:grpSpPr>
        <p:sp>
          <p:nvSpPr>
            <p:cNvPr id="50" name="빗면 49"/>
            <p:cNvSpPr/>
            <p:nvPr/>
          </p:nvSpPr>
          <p:spPr>
            <a:xfrm>
              <a:off x="399664" y="5640976"/>
              <a:ext cx="936000" cy="450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1" name="그림 50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01" y="5740456"/>
              <a:ext cx="303927" cy="252000"/>
            </a:xfrm>
            <a:prstGeom prst="rect">
              <a:avLst/>
            </a:prstGeom>
          </p:spPr>
        </p:pic>
      </p:grpSp>
      <p:sp>
        <p:nvSpPr>
          <p:cNvPr id="58" name="직사각형 57"/>
          <p:cNvSpPr/>
          <p:nvPr/>
        </p:nvSpPr>
        <p:spPr>
          <a:xfrm>
            <a:off x="382325" y="1844824"/>
            <a:ext cx="720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/>
          <p:cNvSpPr/>
          <p:nvPr/>
        </p:nvSpPr>
        <p:spPr>
          <a:xfrm>
            <a:off x="382325" y="1844822"/>
            <a:ext cx="7200000" cy="9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0" name="직선 연결선 59"/>
          <p:cNvCxnSpPr/>
          <p:nvPr/>
        </p:nvCxnSpPr>
        <p:spPr>
          <a:xfrm>
            <a:off x="387000" y="1844824"/>
            <a:ext cx="837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382325" y="2029098"/>
            <a:ext cx="837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409005" y="1805594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schemeClr val="bg1"/>
                </a:solidFill>
              </a:rPr>
              <a:t>Last Alarm List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63" name="직선 연결선 62"/>
          <p:cNvCxnSpPr/>
          <p:nvPr/>
        </p:nvCxnSpPr>
        <p:spPr>
          <a:xfrm rot="5400000">
            <a:off x="7496812" y="1934824"/>
            <a:ext cx="18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536316" y="1819406"/>
            <a:ext cx="12666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/>
              <a:t>06/21/2024 17:48:50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385405" y="2060848"/>
            <a:ext cx="720000" cy="360000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ROBOT SELECT</a:t>
            </a:r>
            <a:endParaRPr lang="ko-KR" altLang="en-US" b="1" dirty="0"/>
          </a:p>
        </p:txBody>
      </p:sp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1385405" y="2493152"/>
          <a:ext cx="5550784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170">
                  <a:extLst>
                    <a:ext uri="{9D8B030D-6E8A-4147-A177-3AD203B41FA5}">
                      <a16:colId xmlns:a16="http://schemas.microsoft.com/office/drawing/2014/main" val="3940323798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1772590869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338689193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3426671664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3832318129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415435994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1075177821"/>
                    </a:ext>
                  </a:extLst>
                </a:gridCol>
              </a:tblGrid>
              <a:tr h="20744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J1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J2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J3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382317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ACT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SET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ACT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SET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ACT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SET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713399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R1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8206334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R2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347144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R3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382280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R4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5920197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R5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7380616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R6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2967334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R7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964977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R8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2308486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R9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5703844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R10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8150595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R11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5082981"/>
                  </a:ext>
                </a:extLst>
              </a:tr>
              <a:tr h="207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R12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9072099"/>
                  </a:ext>
                </a:extLst>
              </a:tr>
            </a:tbl>
          </a:graphicData>
        </a:graphic>
      </p:graphicFrame>
      <p:sp>
        <p:nvSpPr>
          <p:cNvPr id="103" name="직사각형 102"/>
          <p:cNvSpPr/>
          <p:nvPr/>
        </p:nvSpPr>
        <p:spPr>
          <a:xfrm>
            <a:off x="7011084" y="2492896"/>
            <a:ext cx="805830" cy="4791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 prstMaterial="matte">
            <a:bevelT w="88900" prst="cross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/>
              <a:t>ROBOT</a:t>
            </a:r>
          </a:p>
          <a:p>
            <a:pPr algn="ctr"/>
            <a:r>
              <a:rPr lang="en-US" altLang="ko-KR" sz="1050" b="1" dirty="0"/>
              <a:t>NUMBER</a:t>
            </a:r>
            <a:endParaRPr lang="ko-KR" altLang="en-US" sz="1050" b="1" dirty="0"/>
          </a:p>
        </p:txBody>
      </p:sp>
      <p:sp>
        <p:nvSpPr>
          <p:cNvPr id="104" name="직사각형 103"/>
          <p:cNvSpPr/>
          <p:nvPr/>
        </p:nvSpPr>
        <p:spPr>
          <a:xfrm>
            <a:off x="7891819" y="2494228"/>
            <a:ext cx="805830" cy="478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12</a:t>
            </a:r>
            <a:endParaRPr lang="ko-KR" altLang="en-US" sz="1400" b="1" dirty="0"/>
          </a:p>
        </p:txBody>
      </p:sp>
      <p:sp>
        <p:nvSpPr>
          <p:cNvPr id="105" name="직사각형 104"/>
          <p:cNvSpPr/>
          <p:nvPr/>
        </p:nvSpPr>
        <p:spPr>
          <a:xfrm>
            <a:off x="7011084" y="3171969"/>
            <a:ext cx="806400" cy="5400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MOVE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7891249" y="3172455"/>
            <a:ext cx="806400" cy="540000"/>
          </a:xfrm>
          <a:prstGeom prst="rect">
            <a:avLst/>
          </a:prstGeom>
          <a:solidFill>
            <a:srgbClr val="FF3300"/>
          </a:solidFill>
          <a:ln w="127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STOP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7011084" y="5517232"/>
            <a:ext cx="1686565" cy="538976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SAVE</a:t>
            </a:r>
            <a:endParaRPr lang="ko-KR" altLang="en-US" b="1" dirty="0"/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7B2F9F72-80DE-4F9D-8651-59D696A67FE3}"/>
              </a:ext>
            </a:extLst>
          </p:cNvPr>
          <p:cNvSpPr/>
          <p:nvPr/>
        </p:nvSpPr>
        <p:spPr>
          <a:xfrm>
            <a:off x="2188910" y="2077212"/>
            <a:ext cx="327273" cy="327273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9D2BAFE0-DF5D-4307-800F-93B4D16296D7}"/>
              </a:ext>
            </a:extLst>
          </p:cNvPr>
          <p:cNvSpPr/>
          <p:nvPr/>
        </p:nvSpPr>
        <p:spPr>
          <a:xfrm>
            <a:off x="2588848" y="2077212"/>
            <a:ext cx="327273" cy="327273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D6812D3B-C01E-4AEE-B8FC-E4D3B9130D86}"/>
              </a:ext>
            </a:extLst>
          </p:cNvPr>
          <p:cNvSpPr/>
          <p:nvPr/>
        </p:nvSpPr>
        <p:spPr>
          <a:xfrm>
            <a:off x="2988786" y="2077212"/>
            <a:ext cx="327273" cy="327273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E69CA849-AB0D-4246-915C-6C63FBB817AC}"/>
              </a:ext>
            </a:extLst>
          </p:cNvPr>
          <p:cNvSpPr/>
          <p:nvPr/>
        </p:nvSpPr>
        <p:spPr>
          <a:xfrm>
            <a:off x="3388724" y="2077212"/>
            <a:ext cx="327273" cy="327273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FB3C2719-D7D6-4711-B6E5-C09E1DFF2F82}"/>
              </a:ext>
            </a:extLst>
          </p:cNvPr>
          <p:cNvSpPr/>
          <p:nvPr/>
        </p:nvSpPr>
        <p:spPr>
          <a:xfrm>
            <a:off x="3788662" y="2077212"/>
            <a:ext cx="327273" cy="32727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A3B307D2-E474-4BC5-8387-AA194CBCFB02}"/>
              </a:ext>
            </a:extLst>
          </p:cNvPr>
          <p:cNvSpPr/>
          <p:nvPr/>
        </p:nvSpPr>
        <p:spPr>
          <a:xfrm>
            <a:off x="4188600" y="2077212"/>
            <a:ext cx="327273" cy="327273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7A8D45FE-9894-43AD-B220-E9AA0532F0E8}"/>
              </a:ext>
            </a:extLst>
          </p:cNvPr>
          <p:cNvSpPr/>
          <p:nvPr/>
        </p:nvSpPr>
        <p:spPr>
          <a:xfrm>
            <a:off x="4588538" y="2077212"/>
            <a:ext cx="327273" cy="32727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7</a:t>
            </a:r>
            <a:endParaRPr lang="ko-KR" altLang="en-US" sz="900" b="1" dirty="0"/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B03D7F9A-91E8-4C5D-9D83-D8FC9982EED0}"/>
              </a:ext>
            </a:extLst>
          </p:cNvPr>
          <p:cNvSpPr/>
          <p:nvPr/>
        </p:nvSpPr>
        <p:spPr>
          <a:xfrm>
            <a:off x="4988476" y="2077212"/>
            <a:ext cx="327273" cy="327273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8</a:t>
            </a:r>
            <a:endParaRPr lang="ko-KR" altLang="en-US" sz="900" b="1" dirty="0"/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B2673AF6-DCC9-4B59-9FB3-EC0C889C3C5F}"/>
              </a:ext>
            </a:extLst>
          </p:cNvPr>
          <p:cNvSpPr/>
          <p:nvPr/>
        </p:nvSpPr>
        <p:spPr>
          <a:xfrm>
            <a:off x="5388414" y="2077212"/>
            <a:ext cx="327273" cy="327273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9</a:t>
            </a:r>
            <a:endParaRPr lang="ko-KR" altLang="en-US" sz="900" b="1" dirty="0"/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5621706F-6E76-4222-96C9-04CFFC70284D}"/>
              </a:ext>
            </a:extLst>
          </p:cNvPr>
          <p:cNvSpPr/>
          <p:nvPr/>
        </p:nvSpPr>
        <p:spPr>
          <a:xfrm>
            <a:off x="5788352" y="2077212"/>
            <a:ext cx="327273" cy="327273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10</a:t>
            </a:r>
            <a:endParaRPr lang="ko-KR" altLang="en-US" sz="900" b="1" dirty="0"/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C6281D8E-1FF9-48F0-92EF-172E66D74082}"/>
              </a:ext>
            </a:extLst>
          </p:cNvPr>
          <p:cNvSpPr/>
          <p:nvPr/>
        </p:nvSpPr>
        <p:spPr>
          <a:xfrm>
            <a:off x="6188290" y="2077212"/>
            <a:ext cx="327273" cy="327273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11</a:t>
            </a:r>
            <a:endParaRPr lang="ko-KR" altLang="en-US" sz="900" b="1" dirty="0"/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F495DDB0-B14F-4BFE-BDA5-BDDD3F280345}"/>
              </a:ext>
            </a:extLst>
          </p:cNvPr>
          <p:cNvSpPr/>
          <p:nvPr/>
        </p:nvSpPr>
        <p:spPr>
          <a:xfrm>
            <a:off x="6588224" y="2077212"/>
            <a:ext cx="327273" cy="32727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12</a:t>
            </a:r>
            <a:endParaRPr lang="ko-KR" altLang="en-US" sz="900" b="1" dirty="0"/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1183B71C-2675-429C-9D46-EDDC749E4E54}"/>
              </a:ext>
            </a:extLst>
          </p:cNvPr>
          <p:cNvSpPr/>
          <p:nvPr/>
        </p:nvSpPr>
        <p:spPr>
          <a:xfrm>
            <a:off x="7020272" y="2060848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SB</a:t>
            </a:r>
            <a:endParaRPr lang="ko-KR" altLang="en-US" sz="1000" b="1" dirty="0"/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6A71446F-6AE2-4E5E-AE3A-9F546494F604}"/>
              </a:ext>
            </a:extLst>
          </p:cNvPr>
          <p:cNvSpPr/>
          <p:nvPr/>
        </p:nvSpPr>
        <p:spPr>
          <a:xfrm>
            <a:off x="7678960" y="2060848"/>
            <a:ext cx="360000" cy="360000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SP</a:t>
            </a:r>
            <a:endParaRPr lang="ko-KR" altLang="en-US" sz="1000" b="1" dirty="0"/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6EAC207D-4EC4-421B-9BED-805D9FF7F3B8}"/>
              </a:ext>
            </a:extLst>
          </p:cNvPr>
          <p:cNvSpPr/>
          <p:nvPr/>
        </p:nvSpPr>
        <p:spPr>
          <a:xfrm>
            <a:off x="8337649" y="2060848"/>
            <a:ext cx="360000" cy="360000"/>
          </a:xfrm>
          <a:prstGeom prst="rect">
            <a:avLst/>
          </a:prstGeom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PU</a:t>
            </a:r>
            <a:endParaRPr lang="ko-KR" altLang="en-US" sz="1000" b="1" dirty="0"/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5D200A35-0B56-4C02-A6C5-55D0B13D4E76}"/>
              </a:ext>
            </a:extLst>
          </p:cNvPr>
          <p:cNvSpPr/>
          <p:nvPr/>
        </p:nvSpPr>
        <p:spPr>
          <a:xfrm>
            <a:off x="1953977" y="5552496"/>
            <a:ext cx="806400" cy="427013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ROBOT READY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AB3A809C-789A-41F4-910B-FA527B596C71}"/>
              </a:ext>
            </a:extLst>
          </p:cNvPr>
          <p:cNvSpPr/>
          <p:nvPr/>
        </p:nvSpPr>
        <p:spPr>
          <a:xfrm>
            <a:off x="4439845" y="5552496"/>
            <a:ext cx="806400" cy="421263"/>
          </a:xfrm>
          <a:prstGeom prst="rect">
            <a:avLst/>
          </a:prstGeom>
          <a:solidFill>
            <a:srgbClr val="FF330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/>
              <a:t>ROBOT</a:t>
            </a:r>
          </a:p>
          <a:p>
            <a:pPr algn="ctr"/>
            <a:r>
              <a:rPr lang="en-US" altLang="ko-KR" sz="800" b="1" dirty="0"/>
              <a:t>ALARM</a:t>
            </a:r>
            <a:endParaRPr lang="ko-KR" altLang="en-US" sz="800" b="1" dirty="0"/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34E2ABD2-EFF4-4EC8-88AC-51DC391D5337}"/>
              </a:ext>
            </a:extLst>
          </p:cNvPr>
          <p:cNvSpPr/>
          <p:nvPr/>
        </p:nvSpPr>
        <p:spPr>
          <a:xfrm>
            <a:off x="3196911" y="5552496"/>
            <a:ext cx="806400" cy="427013"/>
          </a:xfrm>
          <a:prstGeom prst="rect">
            <a:avLst/>
          </a:prstGeom>
          <a:solidFill>
            <a:srgbClr val="00FF0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ROBOT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OPERATION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2D54B101-776F-40F9-AAFB-08830B712433}"/>
              </a:ext>
            </a:extLst>
          </p:cNvPr>
          <p:cNvSpPr/>
          <p:nvPr/>
        </p:nvSpPr>
        <p:spPr>
          <a:xfrm>
            <a:off x="5682779" y="5552496"/>
            <a:ext cx="806400" cy="44792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PLC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STOP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pic>
        <p:nvPicPr>
          <p:cNvPr id="162" name="그림 161">
            <a:extLst>
              <a:ext uri="{FF2B5EF4-FFF2-40B4-BE49-F238E27FC236}">
                <a16:creationId xmlns:a16="http://schemas.microsoft.com/office/drawing/2014/main" id="{A69C834C-5EB5-4CD2-9374-A7B2D4FD772C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47496" y="3600216"/>
            <a:ext cx="2003572" cy="198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30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87000" y="1388096"/>
            <a:ext cx="8370000" cy="4567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GUN SETTING-1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700-419E-4133-B797-32B7314A54A9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87000" y="1388096"/>
            <a:ext cx="8370000" cy="47052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빗면 7"/>
          <p:cNvSpPr/>
          <p:nvPr/>
        </p:nvSpPr>
        <p:spPr>
          <a:xfrm>
            <a:off x="2735796" y="1400796"/>
            <a:ext cx="3672408" cy="432000"/>
          </a:xfrm>
          <a:prstGeom prst="bevel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702090" y="1431794"/>
            <a:ext cx="1739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</a:rPr>
              <a:t>GUN SETTING</a:t>
            </a:r>
            <a:endParaRPr lang="ko-KR" altLang="en-US" b="1" dirty="0">
              <a:solidFill>
                <a:srgbClr val="FFFF66"/>
              </a:solidFill>
            </a:endParaRPr>
          </a:p>
        </p:txBody>
      </p:sp>
      <p:graphicFrame>
        <p:nvGraphicFramePr>
          <p:cNvPr id="12" name="개체 11"/>
          <p:cNvGraphicFramePr>
            <a:graphicFrameLocks noChangeAspect="1"/>
          </p:cNvGraphicFramePr>
          <p:nvPr/>
        </p:nvGraphicFramePr>
        <p:xfrm>
          <a:off x="6684042" y="1397205"/>
          <a:ext cx="664200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Image" r:id="rId3" imgW="1066320" imgH="711000" progId="Photoshop.Image.11">
                  <p:embed/>
                </p:oleObj>
              </mc:Choice>
              <mc:Fallback>
                <p:oleObj name="Image" r:id="rId3" imgW="1066320" imgH="711000" progId="Photoshop.Image.11">
                  <p:embed/>
                  <p:pic>
                    <p:nvPicPr>
                      <p:cNvPr id="12" name="개체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84042" y="1397205"/>
                        <a:ext cx="664200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개체 12"/>
          <p:cNvGraphicFramePr>
            <a:graphicFrameLocks noChangeAspect="1"/>
          </p:cNvGraphicFramePr>
          <p:nvPr/>
        </p:nvGraphicFramePr>
        <p:xfrm>
          <a:off x="7370606" y="1397205"/>
          <a:ext cx="656294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Image" r:id="rId5" imgW="1053720" imgH="711000" progId="Photoshop.Image.11">
                  <p:embed/>
                </p:oleObj>
              </mc:Choice>
              <mc:Fallback>
                <p:oleObj name="Image" r:id="rId5" imgW="1053720" imgH="711000" progId="Photoshop.Image.11">
                  <p:embed/>
                  <p:pic>
                    <p:nvPicPr>
                      <p:cNvPr id="13" name="개체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70606" y="1397205"/>
                        <a:ext cx="656294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개체 13"/>
          <p:cNvGraphicFramePr>
            <a:graphicFrameLocks noChangeAspect="1"/>
          </p:cNvGraphicFramePr>
          <p:nvPr/>
        </p:nvGraphicFramePr>
        <p:xfrm>
          <a:off x="8049264" y="1397205"/>
          <a:ext cx="648385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Image" r:id="rId7" imgW="1041120" imgH="711000" progId="Photoshop.Image.11">
                  <p:embed/>
                </p:oleObj>
              </mc:Choice>
              <mc:Fallback>
                <p:oleObj name="Image" r:id="rId7" imgW="1041120" imgH="711000" progId="Photoshop.Image.11">
                  <p:embed/>
                  <p:pic>
                    <p:nvPicPr>
                      <p:cNvPr id="14" name="개체 1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49264" y="1397205"/>
                        <a:ext cx="648385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82325" y="1470266"/>
            <a:ext cx="19141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 dirty="0">
                <a:solidFill>
                  <a:srgbClr val="FFFF66"/>
                </a:solidFill>
              </a:rPr>
              <a:t>3-AXIS ROBOT SPRAY</a:t>
            </a:r>
            <a:endParaRPr lang="ko-KR" altLang="en-US" sz="1300" b="1" dirty="0">
              <a:solidFill>
                <a:srgbClr val="FFFF66"/>
              </a:solidFill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1348150" y="2036426"/>
            <a:ext cx="0" cy="40564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7" name="그룹 1046"/>
          <p:cNvGrpSpPr/>
          <p:nvPr/>
        </p:nvGrpSpPr>
        <p:grpSpPr>
          <a:xfrm>
            <a:off x="399664" y="3838762"/>
            <a:ext cx="936000" cy="450000"/>
            <a:chOff x="395536" y="3731115"/>
            <a:chExt cx="936000" cy="468000"/>
          </a:xfrm>
        </p:grpSpPr>
        <p:sp>
          <p:nvSpPr>
            <p:cNvPr id="33" name="빗면 32"/>
            <p:cNvSpPr/>
            <p:nvPr/>
          </p:nvSpPr>
          <p:spPr>
            <a:xfrm>
              <a:off x="395536" y="3731115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7" name="그림 56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851" y="3839115"/>
              <a:ext cx="243765" cy="252000"/>
            </a:xfrm>
            <a:prstGeom prst="rect">
              <a:avLst/>
            </a:prstGeom>
          </p:spPr>
        </p:pic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3846400"/>
              <a:ext cx="275119" cy="252000"/>
            </a:xfrm>
            <a:prstGeom prst="rect">
              <a:avLst/>
            </a:prstGeom>
          </p:spPr>
        </p:pic>
      </p:grpSp>
      <p:grpSp>
        <p:nvGrpSpPr>
          <p:cNvPr id="1050" name="그룹 1049"/>
          <p:cNvGrpSpPr/>
          <p:nvPr/>
        </p:nvGrpSpPr>
        <p:grpSpPr>
          <a:xfrm>
            <a:off x="399664" y="5190424"/>
            <a:ext cx="936000" cy="450000"/>
            <a:chOff x="403799" y="5149683"/>
            <a:chExt cx="936000" cy="468000"/>
          </a:xfrm>
        </p:grpSpPr>
        <p:sp>
          <p:nvSpPr>
            <p:cNvPr id="78" name="빗면 77"/>
            <p:cNvSpPr/>
            <p:nvPr/>
          </p:nvSpPr>
          <p:spPr>
            <a:xfrm>
              <a:off x="403799" y="5149683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9" name="그림 78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771" y="5221683"/>
              <a:ext cx="334452" cy="324000"/>
            </a:xfrm>
            <a:prstGeom prst="rect">
              <a:avLst/>
            </a:prstGeom>
          </p:spPr>
        </p:pic>
      </p:grpSp>
      <p:grpSp>
        <p:nvGrpSpPr>
          <p:cNvPr id="1051" name="그룹 1050"/>
          <p:cNvGrpSpPr/>
          <p:nvPr/>
        </p:nvGrpSpPr>
        <p:grpSpPr>
          <a:xfrm>
            <a:off x="399664" y="5640976"/>
            <a:ext cx="936000" cy="450000"/>
            <a:chOff x="395536" y="5625295"/>
            <a:chExt cx="936000" cy="468000"/>
          </a:xfrm>
        </p:grpSpPr>
        <p:sp>
          <p:nvSpPr>
            <p:cNvPr id="37" name="빗면 36"/>
            <p:cNvSpPr/>
            <p:nvPr/>
          </p:nvSpPr>
          <p:spPr>
            <a:xfrm>
              <a:off x="395536" y="5625295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5" name="왼쪽 화살표 1034"/>
            <p:cNvSpPr/>
            <p:nvPr/>
          </p:nvSpPr>
          <p:spPr>
            <a:xfrm>
              <a:off x="721264" y="5739452"/>
              <a:ext cx="252000" cy="252000"/>
            </a:xfrm>
            <a:prstGeom prst="lef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43" name="그룹 1042"/>
          <p:cNvGrpSpPr/>
          <p:nvPr/>
        </p:nvGrpSpPr>
        <p:grpSpPr>
          <a:xfrm>
            <a:off x="399664" y="2036546"/>
            <a:ext cx="936000" cy="450000"/>
            <a:chOff x="395536" y="1844823"/>
            <a:chExt cx="936000" cy="468000"/>
          </a:xfrm>
        </p:grpSpPr>
        <p:sp>
          <p:nvSpPr>
            <p:cNvPr id="29" name="빗면 28"/>
            <p:cNvSpPr/>
            <p:nvPr/>
          </p:nvSpPr>
          <p:spPr>
            <a:xfrm>
              <a:off x="395536" y="1844823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6" name="그림 1035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21" y="1917458"/>
              <a:ext cx="258750" cy="324000"/>
            </a:xfrm>
            <a:prstGeom prst="rect">
              <a:avLst/>
            </a:prstGeom>
          </p:spPr>
        </p:pic>
      </p:grpSp>
      <p:grpSp>
        <p:nvGrpSpPr>
          <p:cNvPr id="1049" name="그룹 1048"/>
          <p:cNvGrpSpPr/>
          <p:nvPr/>
        </p:nvGrpSpPr>
        <p:grpSpPr>
          <a:xfrm>
            <a:off x="399664" y="4739870"/>
            <a:ext cx="936000" cy="450000"/>
            <a:chOff x="395536" y="4674261"/>
            <a:chExt cx="936000" cy="468000"/>
          </a:xfrm>
        </p:grpSpPr>
        <p:sp>
          <p:nvSpPr>
            <p:cNvPr id="35" name="빗면 34"/>
            <p:cNvSpPr/>
            <p:nvPr/>
          </p:nvSpPr>
          <p:spPr>
            <a:xfrm>
              <a:off x="395536" y="4674261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7" name="그림 1036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523" y="4737117"/>
              <a:ext cx="222552" cy="324000"/>
            </a:xfrm>
            <a:prstGeom prst="rect">
              <a:avLst/>
            </a:prstGeom>
          </p:spPr>
        </p:pic>
      </p:grpSp>
      <p:sp>
        <p:nvSpPr>
          <p:cNvPr id="16" name="TextBox 15"/>
          <p:cNvSpPr txBox="1"/>
          <p:nvPr/>
        </p:nvSpPr>
        <p:spPr>
          <a:xfrm>
            <a:off x="409005" y="1805594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schemeClr val="bg1"/>
                </a:solidFill>
              </a:rPr>
              <a:t>Last Alarm List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9664" y="3388208"/>
            <a:ext cx="936000" cy="450000"/>
            <a:chOff x="410776" y="3498167"/>
            <a:chExt cx="936000" cy="432000"/>
          </a:xfrm>
        </p:grpSpPr>
        <p:sp>
          <p:nvSpPr>
            <p:cNvPr id="32" name="빗면 31"/>
            <p:cNvSpPr/>
            <p:nvPr/>
          </p:nvSpPr>
          <p:spPr>
            <a:xfrm>
              <a:off x="410776" y="3498167"/>
              <a:ext cx="936000" cy="432000"/>
            </a:xfrm>
            <a:prstGeom prst="bevel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76" y="3633167"/>
              <a:ext cx="324000" cy="162000"/>
            </a:xfrm>
            <a:prstGeom prst="rect">
              <a:avLst/>
            </a:prstGeom>
          </p:spPr>
        </p:pic>
      </p:grpSp>
      <p:grpSp>
        <p:nvGrpSpPr>
          <p:cNvPr id="25" name="그룹 24"/>
          <p:cNvGrpSpPr/>
          <p:nvPr/>
        </p:nvGrpSpPr>
        <p:grpSpPr>
          <a:xfrm>
            <a:off x="399664" y="2487100"/>
            <a:ext cx="936000" cy="450000"/>
            <a:chOff x="410776" y="2635965"/>
            <a:chExt cx="936000" cy="432000"/>
          </a:xfrm>
        </p:grpSpPr>
        <p:sp>
          <p:nvSpPr>
            <p:cNvPr id="30" name="빗면 29"/>
            <p:cNvSpPr/>
            <p:nvPr/>
          </p:nvSpPr>
          <p:spPr>
            <a:xfrm>
              <a:off x="410776" y="2635965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6648" y="2731027"/>
              <a:ext cx="205776" cy="234000"/>
            </a:xfrm>
            <a:prstGeom prst="rect">
              <a:avLst/>
            </a:prstGeom>
          </p:spPr>
        </p:pic>
      </p:grpSp>
      <p:grpSp>
        <p:nvGrpSpPr>
          <p:cNvPr id="26" name="그룹 25"/>
          <p:cNvGrpSpPr/>
          <p:nvPr/>
        </p:nvGrpSpPr>
        <p:grpSpPr>
          <a:xfrm>
            <a:off x="399664" y="2937654"/>
            <a:ext cx="936000" cy="450000"/>
            <a:chOff x="410776" y="3067066"/>
            <a:chExt cx="936000" cy="432000"/>
          </a:xfrm>
        </p:grpSpPr>
        <p:sp>
          <p:nvSpPr>
            <p:cNvPr id="31" name="빗면 30"/>
            <p:cNvSpPr/>
            <p:nvPr/>
          </p:nvSpPr>
          <p:spPr>
            <a:xfrm>
              <a:off x="410776" y="3067066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3" name="그림 52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6329" y="3159162"/>
              <a:ext cx="205776" cy="234000"/>
            </a:xfrm>
            <a:prstGeom prst="rect">
              <a:avLst/>
            </a:prstGeom>
          </p:spPr>
        </p:pic>
        <p:pic>
          <p:nvPicPr>
            <p:cNvPr id="54" name="그림 53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210" y="3159162"/>
              <a:ext cx="205776" cy="234000"/>
            </a:xfrm>
            <a:prstGeom prst="rect">
              <a:avLst/>
            </a:prstGeom>
          </p:spPr>
        </p:pic>
        <p:pic>
          <p:nvPicPr>
            <p:cNvPr id="55" name="그림 54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7832" y="3159162"/>
              <a:ext cx="205776" cy="234000"/>
            </a:xfrm>
            <a:prstGeom prst="rect">
              <a:avLst/>
            </a:prstGeom>
          </p:spPr>
        </p:pic>
      </p:grpSp>
      <p:grpSp>
        <p:nvGrpSpPr>
          <p:cNvPr id="28" name="그룹 27"/>
          <p:cNvGrpSpPr/>
          <p:nvPr/>
        </p:nvGrpSpPr>
        <p:grpSpPr>
          <a:xfrm>
            <a:off x="399664" y="4289316"/>
            <a:ext cx="936000" cy="450000"/>
            <a:chOff x="410776" y="4360369"/>
            <a:chExt cx="936000" cy="432000"/>
          </a:xfrm>
        </p:grpSpPr>
        <p:sp>
          <p:nvSpPr>
            <p:cNvPr id="34" name="빗면 33"/>
            <p:cNvSpPr/>
            <p:nvPr/>
          </p:nvSpPr>
          <p:spPr>
            <a:xfrm>
              <a:off x="410776" y="4360369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968" y="4438909"/>
              <a:ext cx="351529" cy="298800"/>
            </a:xfrm>
            <a:prstGeom prst="rect">
              <a:avLst/>
            </a:prstGeom>
          </p:spPr>
        </p:pic>
      </p:grpSp>
      <p:grpSp>
        <p:nvGrpSpPr>
          <p:cNvPr id="49" name="그룹 48"/>
          <p:cNvGrpSpPr/>
          <p:nvPr/>
        </p:nvGrpSpPr>
        <p:grpSpPr>
          <a:xfrm>
            <a:off x="399664" y="5640976"/>
            <a:ext cx="936000" cy="450000"/>
            <a:chOff x="399664" y="5640976"/>
            <a:chExt cx="936000" cy="450000"/>
          </a:xfrm>
        </p:grpSpPr>
        <p:sp>
          <p:nvSpPr>
            <p:cNvPr id="50" name="빗면 49"/>
            <p:cNvSpPr/>
            <p:nvPr/>
          </p:nvSpPr>
          <p:spPr>
            <a:xfrm>
              <a:off x="399664" y="5640976"/>
              <a:ext cx="936000" cy="450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1" name="그림 50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01" y="5740456"/>
              <a:ext cx="303927" cy="252000"/>
            </a:xfrm>
            <a:prstGeom prst="rect">
              <a:avLst/>
            </a:prstGeom>
          </p:spPr>
        </p:pic>
      </p:grpSp>
      <p:sp>
        <p:nvSpPr>
          <p:cNvPr id="58" name="직사각형 57"/>
          <p:cNvSpPr/>
          <p:nvPr/>
        </p:nvSpPr>
        <p:spPr>
          <a:xfrm>
            <a:off x="382325" y="1844824"/>
            <a:ext cx="720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/>
          <p:cNvSpPr/>
          <p:nvPr/>
        </p:nvSpPr>
        <p:spPr>
          <a:xfrm>
            <a:off x="382325" y="1844822"/>
            <a:ext cx="7200000" cy="9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0" name="직선 연결선 59"/>
          <p:cNvCxnSpPr/>
          <p:nvPr/>
        </p:nvCxnSpPr>
        <p:spPr>
          <a:xfrm>
            <a:off x="387000" y="1844824"/>
            <a:ext cx="837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382325" y="2029098"/>
            <a:ext cx="837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409005" y="1805594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schemeClr val="bg1"/>
                </a:solidFill>
              </a:rPr>
              <a:t>Last Alarm List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63" name="직선 연결선 62"/>
          <p:cNvCxnSpPr/>
          <p:nvPr/>
        </p:nvCxnSpPr>
        <p:spPr>
          <a:xfrm rot="5400000">
            <a:off x="7496812" y="1934824"/>
            <a:ext cx="18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536316" y="1819406"/>
            <a:ext cx="12666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/>
              <a:t>06/21/2024 17:48:50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300059"/>
              </p:ext>
            </p:extLst>
          </p:nvPr>
        </p:nvGraphicFramePr>
        <p:xfrm>
          <a:off x="1392083" y="2996952"/>
          <a:ext cx="6694671" cy="30553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637">
                  <a:extLst>
                    <a:ext uri="{9D8B030D-6E8A-4147-A177-3AD203B41FA5}">
                      <a16:colId xmlns:a16="http://schemas.microsoft.com/office/drawing/2014/main" val="101822223"/>
                    </a:ext>
                  </a:extLst>
                </a:gridCol>
                <a:gridCol w="1005839">
                  <a:extLst>
                    <a:ext uri="{9D8B030D-6E8A-4147-A177-3AD203B41FA5}">
                      <a16:colId xmlns:a16="http://schemas.microsoft.com/office/drawing/2014/main" val="1640239151"/>
                    </a:ext>
                  </a:extLst>
                </a:gridCol>
                <a:gridCol w="1005839">
                  <a:extLst>
                    <a:ext uri="{9D8B030D-6E8A-4147-A177-3AD203B41FA5}">
                      <a16:colId xmlns:a16="http://schemas.microsoft.com/office/drawing/2014/main" val="3494310158"/>
                    </a:ext>
                  </a:extLst>
                </a:gridCol>
                <a:gridCol w="1005839">
                  <a:extLst>
                    <a:ext uri="{9D8B030D-6E8A-4147-A177-3AD203B41FA5}">
                      <a16:colId xmlns:a16="http://schemas.microsoft.com/office/drawing/2014/main" val="1305350254"/>
                    </a:ext>
                  </a:extLst>
                </a:gridCol>
                <a:gridCol w="1005839">
                  <a:extLst>
                    <a:ext uri="{9D8B030D-6E8A-4147-A177-3AD203B41FA5}">
                      <a16:colId xmlns:a16="http://schemas.microsoft.com/office/drawing/2014/main" val="994861279"/>
                    </a:ext>
                  </a:extLst>
                </a:gridCol>
                <a:gridCol w="1005839">
                  <a:extLst>
                    <a:ext uri="{9D8B030D-6E8A-4147-A177-3AD203B41FA5}">
                      <a16:colId xmlns:a16="http://schemas.microsoft.com/office/drawing/2014/main" val="3162048234"/>
                    </a:ext>
                  </a:extLst>
                </a:gridCol>
                <a:gridCol w="1005839">
                  <a:extLst>
                    <a:ext uri="{9D8B030D-6E8A-4147-A177-3AD203B41FA5}">
                      <a16:colId xmlns:a16="http://schemas.microsoft.com/office/drawing/2014/main" val="1137207802"/>
                    </a:ext>
                  </a:extLst>
                </a:gridCol>
              </a:tblGrid>
              <a:tr h="2350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GUN</a:t>
                      </a:r>
                      <a:r>
                        <a:rPr lang="en-US" altLang="ko-KR" sz="600" baseline="0" dirty="0"/>
                        <a:t> No.</a:t>
                      </a:r>
                      <a:endParaRPr lang="ko-KR" altLang="en-US" sz="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LEFT</a:t>
                      </a:r>
                      <a:r>
                        <a:rPr lang="en-US" altLang="ko-KR" sz="600" baseline="0" dirty="0"/>
                        <a:t> SPIN</a:t>
                      </a:r>
                      <a:endParaRPr lang="ko-KR" altLang="en-US" sz="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RIGHT</a:t>
                      </a:r>
                      <a:r>
                        <a:rPr lang="en-US" altLang="ko-KR" sz="600" baseline="0" dirty="0"/>
                        <a:t> SPIN</a:t>
                      </a:r>
                      <a:endParaRPr lang="ko-KR" altLang="en-US" sz="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LEFT</a:t>
                      </a:r>
                      <a:r>
                        <a:rPr lang="en-US" altLang="ko-KR" sz="600" baseline="0" dirty="0"/>
                        <a:t> SPIN SPEED</a:t>
                      </a:r>
                      <a:endParaRPr lang="ko-KR" altLang="en-US" sz="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RIGHT</a:t>
                      </a:r>
                      <a:r>
                        <a:rPr lang="en-US" altLang="ko-KR" sz="600" baseline="0" dirty="0"/>
                        <a:t> SPIN SPEED</a:t>
                      </a:r>
                      <a:endParaRPr lang="ko-KR" altLang="en-US" sz="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HIGH</a:t>
                      </a:r>
                      <a:r>
                        <a:rPr lang="en-US" altLang="ko-KR" sz="600" baseline="0" dirty="0"/>
                        <a:t> VOLTAGE</a:t>
                      </a:r>
                      <a:endParaRPr lang="ko-KR" altLang="en-US" sz="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PAINT AMOUNT</a:t>
                      </a:r>
                      <a:endParaRPr lang="ko-KR" altLang="en-US" sz="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114377"/>
                  </a:ext>
                </a:extLst>
              </a:tr>
              <a:tr h="23502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GUN 1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ON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1.23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346672"/>
                  </a:ext>
                </a:extLst>
              </a:tr>
              <a:tr h="2350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GUN 2</a:t>
                      </a:r>
                      <a:endParaRPr lang="ko-KR" altLang="en-US" sz="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OFF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1.23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721644"/>
                  </a:ext>
                </a:extLst>
              </a:tr>
              <a:tr h="2350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GUN 3</a:t>
                      </a:r>
                      <a:endParaRPr lang="ko-KR" altLang="en-US" sz="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ON/OFF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1.23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499895"/>
                  </a:ext>
                </a:extLst>
              </a:tr>
              <a:tr h="2350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GUN 4</a:t>
                      </a:r>
                      <a:endParaRPr lang="ko-KR" altLang="en-US" sz="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ON/OFF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1.23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000126"/>
                  </a:ext>
                </a:extLst>
              </a:tr>
              <a:tr h="2350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GUN 5</a:t>
                      </a:r>
                      <a:endParaRPr lang="ko-KR" altLang="en-US" sz="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ON/OFF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1.23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920682"/>
                  </a:ext>
                </a:extLst>
              </a:tr>
              <a:tr h="2350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GUN 6</a:t>
                      </a:r>
                      <a:endParaRPr lang="ko-KR" altLang="en-US" sz="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ON/OFF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1.23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218376"/>
                  </a:ext>
                </a:extLst>
              </a:tr>
              <a:tr h="2350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GUN 7</a:t>
                      </a:r>
                      <a:endParaRPr lang="ko-KR" altLang="en-US" sz="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ON/OFF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1.23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3086190"/>
                  </a:ext>
                </a:extLst>
              </a:tr>
              <a:tr h="2350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GUN 8</a:t>
                      </a:r>
                      <a:endParaRPr lang="ko-KR" altLang="en-US" sz="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ON/OFF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1.23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663373"/>
                  </a:ext>
                </a:extLst>
              </a:tr>
              <a:tr h="2350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GUN 9</a:t>
                      </a:r>
                      <a:endParaRPr lang="ko-KR" altLang="en-US" sz="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ON/OFF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1.23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0247412"/>
                  </a:ext>
                </a:extLst>
              </a:tr>
              <a:tr h="2350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GUN 10</a:t>
                      </a:r>
                      <a:endParaRPr lang="ko-KR" altLang="en-US" sz="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ON/OFF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1.23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394322"/>
                  </a:ext>
                </a:extLst>
              </a:tr>
              <a:tr h="2350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GUN 11</a:t>
                      </a:r>
                      <a:endParaRPr lang="ko-KR" altLang="en-US" sz="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ON/OFF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1.23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252359"/>
                  </a:ext>
                </a:extLst>
              </a:tr>
              <a:tr h="23502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GUN 12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ON/OFF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1.23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8798110"/>
                  </a:ext>
                </a:extLst>
              </a:tr>
            </a:tbl>
          </a:graphicData>
        </a:graphic>
      </p:graphicFrame>
      <p:grpSp>
        <p:nvGrpSpPr>
          <p:cNvPr id="65" name="그룹 64"/>
          <p:cNvGrpSpPr/>
          <p:nvPr/>
        </p:nvGrpSpPr>
        <p:grpSpPr>
          <a:xfrm>
            <a:off x="8159302" y="5586752"/>
            <a:ext cx="525147" cy="419420"/>
            <a:chOff x="8136069" y="2091328"/>
            <a:chExt cx="525147" cy="419420"/>
          </a:xfrm>
        </p:grpSpPr>
        <p:sp>
          <p:nvSpPr>
            <p:cNvPr id="66" name="빗면 65"/>
            <p:cNvSpPr/>
            <p:nvPr/>
          </p:nvSpPr>
          <p:spPr>
            <a:xfrm>
              <a:off x="8136069" y="2091328"/>
              <a:ext cx="525147" cy="419420"/>
            </a:xfrm>
            <a:prstGeom prst="bevel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7" name="그림 66"/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88529" y="2175038"/>
              <a:ext cx="220226" cy="252000"/>
            </a:xfrm>
            <a:prstGeom prst="rect">
              <a:avLst/>
            </a:prstGeom>
          </p:spPr>
        </p:pic>
      </p:grp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729087"/>
              </p:ext>
            </p:extLst>
          </p:nvPr>
        </p:nvGraphicFramePr>
        <p:xfrm>
          <a:off x="1392083" y="2475413"/>
          <a:ext cx="6694671" cy="4700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637">
                  <a:extLst>
                    <a:ext uri="{9D8B030D-6E8A-4147-A177-3AD203B41FA5}">
                      <a16:colId xmlns:a16="http://schemas.microsoft.com/office/drawing/2014/main" val="1567682601"/>
                    </a:ext>
                  </a:extLst>
                </a:gridCol>
                <a:gridCol w="1005839">
                  <a:extLst>
                    <a:ext uri="{9D8B030D-6E8A-4147-A177-3AD203B41FA5}">
                      <a16:colId xmlns:a16="http://schemas.microsoft.com/office/drawing/2014/main" val="1214161816"/>
                    </a:ext>
                  </a:extLst>
                </a:gridCol>
                <a:gridCol w="1005839">
                  <a:extLst>
                    <a:ext uri="{9D8B030D-6E8A-4147-A177-3AD203B41FA5}">
                      <a16:colId xmlns:a16="http://schemas.microsoft.com/office/drawing/2014/main" val="419049522"/>
                    </a:ext>
                  </a:extLst>
                </a:gridCol>
                <a:gridCol w="1005839">
                  <a:extLst>
                    <a:ext uri="{9D8B030D-6E8A-4147-A177-3AD203B41FA5}">
                      <a16:colId xmlns:a16="http://schemas.microsoft.com/office/drawing/2014/main" val="3927494985"/>
                    </a:ext>
                  </a:extLst>
                </a:gridCol>
                <a:gridCol w="1005839">
                  <a:extLst>
                    <a:ext uri="{9D8B030D-6E8A-4147-A177-3AD203B41FA5}">
                      <a16:colId xmlns:a16="http://schemas.microsoft.com/office/drawing/2014/main" val="2229910672"/>
                    </a:ext>
                  </a:extLst>
                </a:gridCol>
                <a:gridCol w="1005839">
                  <a:extLst>
                    <a:ext uri="{9D8B030D-6E8A-4147-A177-3AD203B41FA5}">
                      <a16:colId xmlns:a16="http://schemas.microsoft.com/office/drawing/2014/main" val="1435996695"/>
                    </a:ext>
                  </a:extLst>
                </a:gridCol>
                <a:gridCol w="1005839">
                  <a:extLst>
                    <a:ext uri="{9D8B030D-6E8A-4147-A177-3AD203B41FA5}">
                      <a16:colId xmlns:a16="http://schemas.microsoft.com/office/drawing/2014/main" val="2445575524"/>
                    </a:ext>
                  </a:extLst>
                </a:gridCol>
              </a:tblGrid>
              <a:tr h="2350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GUN</a:t>
                      </a:r>
                      <a:r>
                        <a:rPr lang="en-US" altLang="ko-KR" sz="700" baseline="0" dirty="0"/>
                        <a:t> No.</a:t>
                      </a:r>
                      <a:endParaRPr lang="ko-KR" alt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LEFT</a:t>
                      </a:r>
                      <a:r>
                        <a:rPr lang="en-US" altLang="ko-KR" sz="700" baseline="0" dirty="0"/>
                        <a:t> SPIN</a:t>
                      </a:r>
                      <a:endParaRPr lang="ko-KR" alt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RIGHT</a:t>
                      </a:r>
                      <a:r>
                        <a:rPr lang="en-US" altLang="ko-KR" sz="700" baseline="0" dirty="0"/>
                        <a:t> SPIN</a:t>
                      </a:r>
                      <a:endParaRPr lang="ko-KR" alt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LEFT </a:t>
                      </a:r>
                      <a:r>
                        <a:rPr lang="en-US" altLang="ko-KR" sz="700" baseline="0" dirty="0"/>
                        <a:t>SPIN SPEED</a:t>
                      </a:r>
                      <a:endParaRPr lang="ko-KR" alt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RIGHT</a:t>
                      </a:r>
                      <a:r>
                        <a:rPr lang="en-US" altLang="ko-KR" sz="700" baseline="0" dirty="0"/>
                        <a:t> SPIN SPEED</a:t>
                      </a:r>
                      <a:endParaRPr lang="ko-KR" alt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HIGH</a:t>
                      </a:r>
                      <a:r>
                        <a:rPr lang="en-US" altLang="ko-KR" sz="700" baseline="0" dirty="0"/>
                        <a:t> VOLTAGE</a:t>
                      </a:r>
                      <a:endParaRPr lang="ko-KR" alt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PAINT AMOUNT</a:t>
                      </a:r>
                      <a:endParaRPr lang="ko-KR" alt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964282"/>
                  </a:ext>
                </a:extLst>
              </a:tr>
              <a:tr h="2350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GUN 12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ON/OFF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1.23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3635773"/>
                  </a:ext>
                </a:extLst>
              </a:tr>
            </a:tbl>
          </a:graphicData>
        </a:graphic>
      </p:graphicFrame>
      <p:grpSp>
        <p:nvGrpSpPr>
          <p:cNvPr id="11" name="그룹 10"/>
          <p:cNvGrpSpPr/>
          <p:nvPr/>
        </p:nvGrpSpPr>
        <p:grpSpPr>
          <a:xfrm>
            <a:off x="8159302" y="5088075"/>
            <a:ext cx="525147" cy="419420"/>
            <a:chOff x="8172502" y="4822899"/>
            <a:chExt cx="525147" cy="419420"/>
          </a:xfrm>
        </p:grpSpPr>
        <p:sp>
          <p:nvSpPr>
            <p:cNvPr id="69" name="빗면 68"/>
            <p:cNvSpPr/>
            <p:nvPr/>
          </p:nvSpPr>
          <p:spPr>
            <a:xfrm>
              <a:off x="8172502" y="4822899"/>
              <a:ext cx="525147" cy="419420"/>
            </a:xfrm>
            <a:prstGeom prst="bevel">
              <a:avLst/>
            </a:prstGeom>
            <a:solidFill>
              <a:srgbClr val="00B0F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0" name="그림 69"/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6293" y="4906609"/>
              <a:ext cx="217565" cy="252000"/>
            </a:xfrm>
            <a:prstGeom prst="rect">
              <a:avLst/>
            </a:prstGeom>
          </p:spPr>
        </p:pic>
      </p:grpSp>
      <p:sp>
        <p:nvSpPr>
          <p:cNvPr id="71" name="빗면 70"/>
          <p:cNvSpPr>
            <a:spLocks/>
          </p:cNvSpPr>
          <p:nvPr/>
        </p:nvSpPr>
        <p:spPr>
          <a:xfrm>
            <a:off x="1377360" y="2064915"/>
            <a:ext cx="1800000" cy="360000"/>
          </a:xfrm>
          <a:prstGeom prst="bevel">
            <a:avLst/>
          </a:prstGeom>
          <a:solidFill>
            <a:srgbClr val="00FF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GUN SETTING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72" name="빗면 71"/>
          <p:cNvSpPr>
            <a:spLocks/>
          </p:cNvSpPr>
          <p:nvPr/>
        </p:nvSpPr>
        <p:spPr>
          <a:xfrm>
            <a:off x="3831256" y="2064915"/>
            <a:ext cx="1800000" cy="360000"/>
          </a:xfrm>
          <a:prstGeom prst="bevel">
            <a:avLst/>
          </a:prstGeom>
          <a:solidFill>
            <a:srgbClr val="FFFF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MANUAL OPERATION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73" name="빗면 72"/>
          <p:cNvSpPr>
            <a:spLocks/>
          </p:cNvSpPr>
          <p:nvPr/>
        </p:nvSpPr>
        <p:spPr>
          <a:xfrm>
            <a:off x="6285152" y="2064915"/>
            <a:ext cx="1800000" cy="360000"/>
          </a:xfrm>
          <a:prstGeom prst="bevel">
            <a:avLst/>
          </a:prstGeom>
          <a:solidFill>
            <a:srgbClr val="FFFF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USE/UNUSED SELECT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028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87000" y="1388096"/>
            <a:ext cx="8370000" cy="4567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GUN SETTING-2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700-419E-4133-B797-32B7314A54A9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87000" y="1388096"/>
            <a:ext cx="8370000" cy="47052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빗면 7"/>
          <p:cNvSpPr/>
          <p:nvPr/>
        </p:nvSpPr>
        <p:spPr>
          <a:xfrm>
            <a:off x="2735796" y="1400796"/>
            <a:ext cx="3672408" cy="432000"/>
          </a:xfrm>
          <a:prstGeom prst="bevel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702090" y="1431794"/>
            <a:ext cx="1739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</a:rPr>
              <a:t>GUN SETTING</a:t>
            </a:r>
            <a:endParaRPr lang="ko-KR" altLang="en-US" b="1" dirty="0">
              <a:solidFill>
                <a:srgbClr val="FFFF66"/>
              </a:solidFill>
            </a:endParaRPr>
          </a:p>
        </p:txBody>
      </p:sp>
      <p:graphicFrame>
        <p:nvGraphicFramePr>
          <p:cNvPr id="12" name="개체 11"/>
          <p:cNvGraphicFramePr>
            <a:graphicFrameLocks noChangeAspect="1"/>
          </p:cNvGraphicFramePr>
          <p:nvPr/>
        </p:nvGraphicFramePr>
        <p:xfrm>
          <a:off x="6684042" y="1397205"/>
          <a:ext cx="664200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Image" r:id="rId3" imgW="1066320" imgH="711000" progId="Photoshop.Image.11">
                  <p:embed/>
                </p:oleObj>
              </mc:Choice>
              <mc:Fallback>
                <p:oleObj name="Image" r:id="rId3" imgW="1066320" imgH="711000" progId="Photoshop.Image.11">
                  <p:embed/>
                  <p:pic>
                    <p:nvPicPr>
                      <p:cNvPr id="12" name="개체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84042" y="1397205"/>
                        <a:ext cx="664200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개체 12"/>
          <p:cNvGraphicFramePr>
            <a:graphicFrameLocks noChangeAspect="1"/>
          </p:cNvGraphicFramePr>
          <p:nvPr/>
        </p:nvGraphicFramePr>
        <p:xfrm>
          <a:off x="7370606" y="1397205"/>
          <a:ext cx="656294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Image" r:id="rId5" imgW="1053720" imgH="711000" progId="Photoshop.Image.11">
                  <p:embed/>
                </p:oleObj>
              </mc:Choice>
              <mc:Fallback>
                <p:oleObj name="Image" r:id="rId5" imgW="1053720" imgH="711000" progId="Photoshop.Image.11">
                  <p:embed/>
                  <p:pic>
                    <p:nvPicPr>
                      <p:cNvPr id="13" name="개체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70606" y="1397205"/>
                        <a:ext cx="656294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개체 13"/>
          <p:cNvGraphicFramePr>
            <a:graphicFrameLocks noChangeAspect="1"/>
          </p:cNvGraphicFramePr>
          <p:nvPr/>
        </p:nvGraphicFramePr>
        <p:xfrm>
          <a:off x="8049264" y="1397205"/>
          <a:ext cx="648385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Image" r:id="rId7" imgW="1041120" imgH="711000" progId="Photoshop.Image.11">
                  <p:embed/>
                </p:oleObj>
              </mc:Choice>
              <mc:Fallback>
                <p:oleObj name="Image" r:id="rId7" imgW="1041120" imgH="711000" progId="Photoshop.Image.11">
                  <p:embed/>
                  <p:pic>
                    <p:nvPicPr>
                      <p:cNvPr id="14" name="개체 1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49264" y="1397205"/>
                        <a:ext cx="648385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82325" y="1470266"/>
            <a:ext cx="19141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 dirty="0">
                <a:solidFill>
                  <a:srgbClr val="FFFF66"/>
                </a:solidFill>
              </a:rPr>
              <a:t>3-AXIS ROBOT SPRAY</a:t>
            </a:r>
            <a:endParaRPr lang="ko-KR" altLang="en-US" sz="1300" b="1" dirty="0">
              <a:solidFill>
                <a:srgbClr val="FFFF66"/>
              </a:solidFill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1348150" y="2036426"/>
            <a:ext cx="0" cy="40564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7" name="그룹 1046"/>
          <p:cNvGrpSpPr/>
          <p:nvPr/>
        </p:nvGrpSpPr>
        <p:grpSpPr>
          <a:xfrm>
            <a:off x="399664" y="3838762"/>
            <a:ext cx="936000" cy="450000"/>
            <a:chOff x="395536" y="3731115"/>
            <a:chExt cx="936000" cy="468000"/>
          </a:xfrm>
        </p:grpSpPr>
        <p:sp>
          <p:nvSpPr>
            <p:cNvPr id="33" name="빗면 32"/>
            <p:cNvSpPr/>
            <p:nvPr/>
          </p:nvSpPr>
          <p:spPr>
            <a:xfrm>
              <a:off x="395536" y="3731115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7" name="그림 56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851" y="3839115"/>
              <a:ext cx="243765" cy="252000"/>
            </a:xfrm>
            <a:prstGeom prst="rect">
              <a:avLst/>
            </a:prstGeom>
          </p:spPr>
        </p:pic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3846400"/>
              <a:ext cx="275119" cy="252000"/>
            </a:xfrm>
            <a:prstGeom prst="rect">
              <a:avLst/>
            </a:prstGeom>
          </p:spPr>
        </p:pic>
      </p:grpSp>
      <p:grpSp>
        <p:nvGrpSpPr>
          <p:cNvPr id="1050" name="그룹 1049"/>
          <p:cNvGrpSpPr/>
          <p:nvPr/>
        </p:nvGrpSpPr>
        <p:grpSpPr>
          <a:xfrm>
            <a:off x="399664" y="5190424"/>
            <a:ext cx="936000" cy="450000"/>
            <a:chOff x="403799" y="5149683"/>
            <a:chExt cx="936000" cy="468000"/>
          </a:xfrm>
        </p:grpSpPr>
        <p:sp>
          <p:nvSpPr>
            <p:cNvPr id="78" name="빗면 77"/>
            <p:cNvSpPr/>
            <p:nvPr/>
          </p:nvSpPr>
          <p:spPr>
            <a:xfrm>
              <a:off x="403799" y="5149683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9" name="그림 78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771" y="5221683"/>
              <a:ext cx="334452" cy="324000"/>
            </a:xfrm>
            <a:prstGeom prst="rect">
              <a:avLst/>
            </a:prstGeom>
          </p:spPr>
        </p:pic>
      </p:grpSp>
      <p:grpSp>
        <p:nvGrpSpPr>
          <p:cNvPr id="1051" name="그룹 1050"/>
          <p:cNvGrpSpPr/>
          <p:nvPr/>
        </p:nvGrpSpPr>
        <p:grpSpPr>
          <a:xfrm>
            <a:off x="399664" y="5640976"/>
            <a:ext cx="936000" cy="450000"/>
            <a:chOff x="395536" y="5625295"/>
            <a:chExt cx="936000" cy="468000"/>
          </a:xfrm>
        </p:grpSpPr>
        <p:sp>
          <p:nvSpPr>
            <p:cNvPr id="37" name="빗면 36"/>
            <p:cNvSpPr/>
            <p:nvPr/>
          </p:nvSpPr>
          <p:spPr>
            <a:xfrm>
              <a:off x="395536" y="5625295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5" name="왼쪽 화살표 1034"/>
            <p:cNvSpPr/>
            <p:nvPr/>
          </p:nvSpPr>
          <p:spPr>
            <a:xfrm>
              <a:off x="721264" y="5739452"/>
              <a:ext cx="252000" cy="252000"/>
            </a:xfrm>
            <a:prstGeom prst="lef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43" name="그룹 1042"/>
          <p:cNvGrpSpPr/>
          <p:nvPr/>
        </p:nvGrpSpPr>
        <p:grpSpPr>
          <a:xfrm>
            <a:off x="399664" y="2036546"/>
            <a:ext cx="936000" cy="450000"/>
            <a:chOff x="395536" y="1844823"/>
            <a:chExt cx="936000" cy="468000"/>
          </a:xfrm>
        </p:grpSpPr>
        <p:sp>
          <p:nvSpPr>
            <p:cNvPr id="29" name="빗면 28"/>
            <p:cNvSpPr/>
            <p:nvPr/>
          </p:nvSpPr>
          <p:spPr>
            <a:xfrm>
              <a:off x="395536" y="1844823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6" name="그림 1035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21" y="1917458"/>
              <a:ext cx="258750" cy="324000"/>
            </a:xfrm>
            <a:prstGeom prst="rect">
              <a:avLst/>
            </a:prstGeom>
          </p:spPr>
        </p:pic>
      </p:grpSp>
      <p:grpSp>
        <p:nvGrpSpPr>
          <p:cNvPr id="1049" name="그룹 1048"/>
          <p:cNvGrpSpPr/>
          <p:nvPr/>
        </p:nvGrpSpPr>
        <p:grpSpPr>
          <a:xfrm>
            <a:off x="399664" y="4739870"/>
            <a:ext cx="936000" cy="450000"/>
            <a:chOff x="395536" y="4674261"/>
            <a:chExt cx="936000" cy="468000"/>
          </a:xfrm>
        </p:grpSpPr>
        <p:sp>
          <p:nvSpPr>
            <p:cNvPr id="35" name="빗면 34"/>
            <p:cNvSpPr/>
            <p:nvPr/>
          </p:nvSpPr>
          <p:spPr>
            <a:xfrm>
              <a:off x="395536" y="4674261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7" name="그림 1036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523" y="4737117"/>
              <a:ext cx="222552" cy="324000"/>
            </a:xfrm>
            <a:prstGeom prst="rect">
              <a:avLst/>
            </a:prstGeom>
          </p:spPr>
        </p:pic>
      </p:grpSp>
      <p:sp>
        <p:nvSpPr>
          <p:cNvPr id="16" name="TextBox 15"/>
          <p:cNvSpPr txBox="1"/>
          <p:nvPr/>
        </p:nvSpPr>
        <p:spPr>
          <a:xfrm>
            <a:off x="409005" y="1805594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schemeClr val="bg1"/>
                </a:solidFill>
              </a:rPr>
              <a:t>Last Alarm List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9664" y="3388208"/>
            <a:ext cx="936000" cy="450000"/>
            <a:chOff x="410776" y="3498167"/>
            <a:chExt cx="936000" cy="432000"/>
          </a:xfrm>
        </p:grpSpPr>
        <p:sp>
          <p:nvSpPr>
            <p:cNvPr id="32" name="빗면 31"/>
            <p:cNvSpPr/>
            <p:nvPr/>
          </p:nvSpPr>
          <p:spPr>
            <a:xfrm>
              <a:off x="410776" y="3498167"/>
              <a:ext cx="936000" cy="432000"/>
            </a:xfrm>
            <a:prstGeom prst="bevel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76" y="3633167"/>
              <a:ext cx="324000" cy="162000"/>
            </a:xfrm>
            <a:prstGeom prst="rect">
              <a:avLst/>
            </a:prstGeom>
          </p:spPr>
        </p:pic>
      </p:grpSp>
      <p:grpSp>
        <p:nvGrpSpPr>
          <p:cNvPr id="25" name="그룹 24"/>
          <p:cNvGrpSpPr/>
          <p:nvPr/>
        </p:nvGrpSpPr>
        <p:grpSpPr>
          <a:xfrm>
            <a:off x="399664" y="2487100"/>
            <a:ext cx="936000" cy="450000"/>
            <a:chOff x="410776" y="2635965"/>
            <a:chExt cx="936000" cy="432000"/>
          </a:xfrm>
        </p:grpSpPr>
        <p:sp>
          <p:nvSpPr>
            <p:cNvPr id="30" name="빗면 29"/>
            <p:cNvSpPr/>
            <p:nvPr/>
          </p:nvSpPr>
          <p:spPr>
            <a:xfrm>
              <a:off x="410776" y="2635965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6648" y="2731027"/>
              <a:ext cx="205776" cy="234000"/>
            </a:xfrm>
            <a:prstGeom prst="rect">
              <a:avLst/>
            </a:prstGeom>
          </p:spPr>
        </p:pic>
      </p:grpSp>
      <p:grpSp>
        <p:nvGrpSpPr>
          <p:cNvPr id="26" name="그룹 25"/>
          <p:cNvGrpSpPr/>
          <p:nvPr/>
        </p:nvGrpSpPr>
        <p:grpSpPr>
          <a:xfrm>
            <a:off x="399664" y="2937654"/>
            <a:ext cx="936000" cy="450000"/>
            <a:chOff x="410776" y="3067066"/>
            <a:chExt cx="936000" cy="432000"/>
          </a:xfrm>
        </p:grpSpPr>
        <p:sp>
          <p:nvSpPr>
            <p:cNvPr id="31" name="빗면 30"/>
            <p:cNvSpPr/>
            <p:nvPr/>
          </p:nvSpPr>
          <p:spPr>
            <a:xfrm>
              <a:off x="410776" y="3067066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3" name="그림 52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6329" y="3159162"/>
              <a:ext cx="205776" cy="234000"/>
            </a:xfrm>
            <a:prstGeom prst="rect">
              <a:avLst/>
            </a:prstGeom>
          </p:spPr>
        </p:pic>
        <p:pic>
          <p:nvPicPr>
            <p:cNvPr id="54" name="그림 53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210" y="3159162"/>
              <a:ext cx="205776" cy="234000"/>
            </a:xfrm>
            <a:prstGeom prst="rect">
              <a:avLst/>
            </a:prstGeom>
          </p:spPr>
        </p:pic>
        <p:pic>
          <p:nvPicPr>
            <p:cNvPr id="55" name="그림 54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7832" y="3159162"/>
              <a:ext cx="205776" cy="234000"/>
            </a:xfrm>
            <a:prstGeom prst="rect">
              <a:avLst/>
            </a:prstGeom>
          </p:spPr>
        </p:pic>
      </p:grpSp>
      <p:grpSp>
        <p:nvGrpSpPr>
          <p:cNvPr id="28" name="그룹 27"/>
          <p:cNvGrpSpPr/>
          <p:nvPr/>
        </p:nvGrpSpPr>
        <p:grpSpPr>
          <a:xfrm>
            <a:off x="399664" y="4289316"/>
            <a:ext cx="936000" cy="450000"/>
            <a:chOff x="410776" y="4360369"/>
            <a:chExt cx="936000" cy="432000"/>
          </a:xfrm>
        </p:grpSpPr>
        <p:sp>
          <p:nvSpPr>
            <p:cNvPr id="34" name="빗면 33"/>
            <p:cNvSpPr/>
            <p:nvPr/>
          </p:nvSpPr>
          <p:spPr>
            <a:xfrm>
              <a:off x="410776" y="4360369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968" y="4438909"/>
              <a:ext cx="351529" cy="298800"/>
            </a:xfrm>
            <a:prstGeom prst="rect">
              <a:avLst/>
            </a:prstGeom>
          </p:spPr>
        </p:pic>
      </p:grpSp>
      <p:grpSp>
        <p:nvGrpSpPr>
          <p:cNvPr id="49" name="그룹 48"/>
          <p:cNvGrpSpPr/>
          <p:nvPr/>
        </p:nvGrpSpPr>
        <p:grpSpPr>
          <a:xfrm>
            <a:off x="399664" y="5640976"/>
            <a:ext cx="936000" cy="450000"/>
            <a:chOff x="399664" y="5640976"/>
            <a:chExt cx="936000" cy="450000"/>
          </a:xfrm>
        </p:grpSpPr>
        <p:sp>
          <p:nvSpPr>
            <p:cNvPr id="50" name="빗면 49"/>
            <p:cNvSpPr/>
            <p:nvPr/>
          </p:nvSpPr>
          <p:spPr>
            <a:xfrm>
              <a:off x="399664" y="5640976"/>
              <a:ext cx="936000" cy="450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1" name="그림 50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01" y="5740456"/>
              <a:ext cx="303927" cy="252000"/>
            </a:xfrm>
            <a:prstGeom prst="rect">
              <a:avLst/>
            </a:prstGeom>
          </p:spPr>
        </p:pic>
      </p:grpSp>
      <p:sp>
        <p:nvSpPr>
          <p:cNvPr id="58" name="직사각형 57"/>
          <p:cNvSpPr/>
          <p:nvPr/>
        </p:nvSpPr>
        <p:spPr>
          <a:xfrm>
            <a:off x="382325" y="1844824"/>
            <a:ext cx="720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/>
          <p:cNvSpPr/>
          <p:nvPr/>
        </p:nvSpPr>
        <p:spPr>
          <a:xfrm>
            <a:off x="382325" y="1844822"/>
            <a:ext cx="7200000" cy="9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0" name="직선 연결선 59"/>
          <p:cNvCxnSpPr/>
          <p:nvPr/>
        </p:nvCxnSpPr>
        <p:spPr>
          <a:xfrm>
            <a:off x="387000" y="1844824"/>
            <a:ext cx="837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382325" y="2029098"/>
            <a:ext cx="837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409005" y="1805594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schemeClr val="bg1"/>
                </a:solidFill>
              </a:rPr>
              <a:t>Last Alarm List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63" name="직선 연결선 62"/>
          <p:cNvCxnSpPr/>
          <p:nvPr/>
        </p:nvCxnSpPr>
        <p:spPr>
          <a:xfrm rot="5400000">
            <a:off x="7496812" y="1934824"/>
            <a:ext cx="18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536316" y="1819406"/>
            <a:ext cx="12666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/>
              <a:t>06/21/2024 17:48:50</a:t>
            </a:r>
          </a:p>
        </p:txBody>
      </p:sp>
      <p:grpSp>
        <p:nvGrpSpPr>
          <p:cNvPr id="71" name="그룹 70"/>
          <p:cNvGrpSpPr/>
          <p:nvPr/>
        </p:nvGrpSpPr>
        <p:grpSpPr>
          <a:xfrm>
            <a:off x="1388662" y="2980372"/>
            <a:ext cx="540000" cy="372196"/>
            <a:chOff x="1388662" y="2522555"/>
            <a:chExt cx="540000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72" name="빗면 71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402822" y="2526979"/>
              <a:ext cx="511679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1</a:t>
              </a:r>
            </a:p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OFF</a:t>
              </a:r>
            </a:p>
          </p:txBody>
        </p:sp>
      </p:grpSp>
      <p:grpSp>
        <p:nvGrpSpPr>
          <p:cNvPr id="74" name="그룹 73"/>
          <p:cNvGrpSpPr/>
          <p:nvPr/>
        </p:nvGrpSpPr>
        <p:grpSpPr>
          <a:xfrm>
            <a:off x="3206436" y="3416844"/>
            <a:ext cx="570989" cy="372196"/>
            <a:chOff x="1373167" y="2522555"/>
            <a:chExt cx="570989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75" name="빗면 74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373167" y="2526979"/>
              <a:ext cx="570989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10</a:t>
              </a:r>
            </a:p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OFF</a:t>
              </a:r>
            </a:p>
          </p:txBody>
        </p:sp>
      </p:grpSp>
      <p:grpSp>
        <p:nvGrpSpPr>
          <p:cNvPr id="77" name="그룹 76"/>
          <p:cNvGrpSpPr/>
          <p:nvPr/>
        </p:nvGrpSpPr>
        <p:grpSpPr>
          <a:xfrm>
            <a:off x="3815628" y="3416844"/>
            <a:ext cx="570989" cy="372196"/>
            <a:chOff x="1373167" y="2522555"/>
            <a:chExt cx="570989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80" name="빗면 79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373167" y="2526979"/>
              <a:ext cx="570989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11</a:t>
              </a:r>
            </a:p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OFF</a:t>
              </a:r>
            </a:p>
          </p:txBody>
        </p:sp>
      </p:grpSp>
      <p:grpSp>
        <p:nvGrpSpPr>
          <p:cNvPr id="82" name="그룹 81"/>
          <p:cNvGrpSpPr/>
          <p:nvPr/>
        </p:nvGrpSpPr>
        <p:grpSpPr>
          <a:xfrm>
            <a:off x="4433438" y="3416844"/>
            <a:ext cx="570990" cy="372196"/>
            <a:chOff x="1373167" y="2522555"/>
            <a:chExt cx="570990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83" name="빗면 82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1373167" y="2600931"/>
              <a:ext cx="570990" cy="21544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12</a:t>
              </a:r>
            </a:p>
          </p:txBody>
        </p:sp>
      </p:grpSp>
      <p:grpSp>
        <p:nvGrpSpPr>
          <p:cNvPr id="85" name="그룹 84"/>
          <p:cNvGrpSpPr/>
          <p:nvPr/>
        </p:nvGrpSpPr>
        <p:grpSpPr>
          <a:xfrm>
            <a:off x="2002613" y="2980372"/>
            <a:ext cx="540000" cy="372196"/>
            <a:chOff x="1388662" y="2522555"/>
            <a:chExt cx="540000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86" name="빗면 85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402822" y="2599567"/>
              <a:ext cx="511679" cy="21544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2</a:t>
              </a:r>
            </a:p>
          </p:txBody>
        </p:sp>
      </p:grpSp>
      <p:grpSp>
        <p:nvGrpSpPr>
          <p:cNvPr id="88" name="그룹 87"/>
          <p:cNvGrpSpPr/>
          <p:nvPr/>
        </p:nvGrpSpPr>
        <p:grpSpPr>
          <a:xfrm>
            <a:off x="2614184" y="2980372"/>
            <a:ext cx="540000" cy="372196"/>
            <a:chOff x="1388662" y="2522555"/>
            <a:chExt cx="540000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89" name="빗면 88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402822" y="2526979"/>
              <a:ext cx="511679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3</a:t>
              </a:r>
            </a:p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OFF</a:t>
              </a:r>
            </a:p>
          </p:txBody>
        </p:sp>
      </p:grpSp>
      <p:grpSp>
        <p:nvGrpSpPr>
          <p:cNvPr id="91" name="그룹 90"/>
          <p:cNvGrpSpPr/>
          <p:nvPr/>
        </p:nvGrpSpPr>
        <p:grpSpPr>
          <a:xfrm>
            <a:off x="3221930" y="2980372"/>
            <a:ext cx="540000" cy="372196"/>
            <a:chOff x="1388662" y="2522555"/>
            <a:chExt cx="540000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92" name="빗면 91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1402822" y="2526979"/>
              <a:ext cx="511679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4</a:t>
              </a:r>
            </a:p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OFF</a:t>
              </a:r>
            </a:p>
          </p:txBody>
        </p:sp>
      </p:grpSp>
      <p:grpSp>
        <p:nvGrpSpPr>
          <p:cNvPr id="94" name="그룹 93"/>
          <p:cNvGrpSpPr/>
          <p:nvPr/>
        </p:nvGrpSpPr>
        <p:grpSpPr>
          <a:xfrm>
            <a:off x="3831122" y="2980372"/>
            <a:ext cx="540000" cy="372196"/>
            <a:chOff x="1388662" y="2522555"/>
            <a:chExt cx="540000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95" name="빗면 94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1402822" y="2526979"/>
              <a:ext cx="511679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5</a:t>
              </a:r>
            </a:p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OFF</a:t>
              </a:r>
            </a:p>
          </p:txBody>
        </p:sp>
      </p:grpSp>
      <p:grpSp>
        <p:nvGrpSpPr>
          <p:cNvPr id="97" name="그룹 96"/>
          <p:cNvGrpSpPr/>
          <p:nvPr/>
        </p:nvGrpSpPr>
        <p:grpSpPr>
          <a:xfrm>
            <a:off x="4448933" y="2980372"/>
            <a:ext cx="540000" cy="372196"/>
            <a:chOff x="1388662" y="2522555"/>
            <a:chExt cx="540000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98" name="빗면 97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402822" y="2526979"/>
              <a:ext cx="511679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6</a:t>
              </a:r>
            </a:p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OFF</a:t>
              </a:r>
            </a:p>
          </p:txBody>
        </p:sp>
      </p:grpSp>
      <p:grpSp>
        <p:nvGrpSpPr>
          <p:cNvPr id="100" name="그룹 99"/>
          <p:cNvGrpSpPr/>
          <p:nvPr/>
        </p:nvGrpSpPr>
        <p:grpSpPr>
          <a:xfrm>
            <a:off x="1388662" y="3416844"/>
            <a:ext cx="540000" cy="372196"/>
            <a:chOff x="1388662" y="2522555"/>
            <a:chExt cx="540000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101" name="빗면 100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1402821" y="2526979"/>
              <a:ext cx="511679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7</a:t>
              </a:r>
            </a:p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OFF</a:t>
              </a:r>
            </a:p>
          </p:txBody>
        </p:sp>
      </p:grpSp>
      <p:grpSp>
        <p:nvGrpSpPr>
          <p:cNvPr id="103" name="그룹 102"/>
          <p:cNvGrpSpPr/>
          <p:nvPr/>
        </p:nvGrpSpPr>
        <p:grpSpPr>
          <a:xfrm>
            <a:off x="2002613" y="3416844"/>
            <a:ext cx="540000" cy="372196"/>
            <a:chOff x="1388662" y="2522555"/>
            <a:chExt cx="540000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104" name="빗면 103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1402821" y="2526979"/>
              <a:ext cx="511679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8</a:t>
              </a:r>
            </a:p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OFF</a:t>
              </a:r>
            </a:p>
          </p:txBody>
        </p:sp>
      </p:grpSp>
      <p:grpSp>
        <p:nvGrpSpPr>
          <p:cNvPr id="106" name="그룹 105"/>
          <p:cNvGrpSpPr/>
          <p:nvPr/>
        </p:nvGrpSpPr>
        <p:grpSpPr>
          <a:xfrm>
            <a:off x="2614184" y="3416844"/>
            <a:ext cx="540000" cy="372196"/>
            <a:chOff x="1388662" y="2522555"/>
            <a:chExt cx="540000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107" name="빗면 106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1402821" y="2526979"/>
              <a:ext cx="511679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9</a:t>
              </a:r>
            </a:p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OFF</a:t>
              </a:r>
            </a:p>
          </p:txBody>
        </p:sp>
      </p:grpSp>
      <p:sp>
        <p:nvSpPr>
          <p:cNvPr id="112" name="빗면 111"/>
          <p:cNvSpPr>
            <a:spLocks/>
          </p:cNvSpPr>
          <p:nvPr/>
        </p:nvSpPr>
        <p:spPr>
          <a:xfrm>
            <a:off x="3851920" y="2556815"/>
            <a:ext cx="540000" cy="360000"/>
          </a:xfrm>
          <a:prstGeom prst="bevel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ALL ON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13" name="빗면 112"/>
          <p:cNvSpPr>
            <a:spLocks/>
          </p:cNvSpPr>
          <p:nvPr/>
        </p:nvSpPr>
        <p:spPr>
          <a:xfrm>
            <a:off x="4464048" y="2556815"/>
            <a:ext cx="540000" cy="360000"/>
          </a:xfrm>
          <a:prstGeom prst="bevel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ALL OFF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grpSp>
        <p:nvGrpSpPr>
          <p:cNvPr id="115" name="그룹 114"/>
          <p:cNvGrpSpPr/>
          <p:nvPr/>
        </p:nvGrpSpPr>
        <p:grpSpPr>
          <a:xfrm>
            <a:off x="1349928" y="5000644"/>
            <a:ext cx="606256" cy="372196"/>
            <a:chOff x="1355534" y="2522555"/>
            <a:chExt cx="606256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116" name="빗면 115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1355534" y="2526979"/>
              <a:ext cx="606256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1</a:t>
              </a:r>
            </a:p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UNUSED</a:t>
              </a:r>
            </a:p>
          </p:txBody>
        </p:sp>
      </p:grpSp>
      <p:grpSp>
        <p:nvGrpSpPr>
          <p:cNvPr id="118" name="그룹 117"/>
          <p:cNvGrpSpPr/>
          <p:nvPr/>
        </p:nvGrpSpPr>
        <p:grpSpPr>
          <a:xfrm>
            <a:off x="3181999" y="5433068"/>
            <a:ext cx="606256" cy="372196"/>
            <a:chOff x="1355534" y="2522555"/>
            <a:chExt cx="606256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119" name="빗면 118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1355534" y="2526979"/>
              <a:ext cx="606256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10</a:t>
              </a:r>
            </a:p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UNUSED</a:t>
              </a:r>
            </a:p>
          </p:txBody>
        </p:sp>
      </p:grpSp>
      <p:grpSp>
        <p:nvGrpSpPr>
          <p:cNvPr id="121" name="그룹 120"/>
          <p:cNvGrpSpPr/>
          <p:nvPr/>
        </p:nvGrpSpPr>
        <p:grpSpPr>
          <a:xfrm>
            <a:off x="3794649" y="5433068"/>
            <a:ext cx="606256" cy="372196"/>
            <a:chOff x="1355534" y="2522555"/>
            <a:chExt cx="606256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122" name="빗면 121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1355534" y="2526979"/>
              <a:ext cx="606256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11</a:t>
              </a:r>
            </a:p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UNUSED</a:t>
              </a:r>
            </a:p>
          </p:txBody>
        </p:sp>
      </p:grpSp>
      <p:grpSp>
        <p:nvGrpSpPr>
          <p:cNvPr id="124" name="그룹 123"/>
          <p:cNvGrpSpPr/>
          <p:nvPr/>
        </p:nvGrpSpPr>
        <p:grpSpPr>
          <a:xfrm>
            <a:off x="4433058" y="5433068"/>
            <a:ext cx="570990" cy="372196"/>
            <a:chOff x="1373167" y="2522555"/>
            <a:chExt cx="570990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125" name="빗면 124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1373167" y="2534711"/>
              <a:ext cx="570990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12</a:t>
              </a:r>
            </a:p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USE</a:t>
              </a:r>
            </a:p>
          </p:txBody>
        </p:sp>
      </p:grpSp>
      <p:grpSp>
        <p:nvGrpSpPr>
          <p:cNvPr id="127" name="그룹 126"/>
          <p:cNvGrpSpPr/>
          <p:nvPr/>
        </p:nvGrpSpPr>
        <p:grpSpPr>
          <a:xfrm>
            <a:off x="1996280" y="5000644"/>
            <a:ext cx="540000" cy="372196"/>
            <a:chOff x="1388662" y="2522555"/>
            <a:chExt cx="540000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128" name="빗면 127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1402822" y="2534711"/>
              <a:ext cx="511679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2</a:t>
              </a:r>
            </a:p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USE</a:t>
              </a:r>
            </a:p>
          </p:txBody>
        </p:sp>
      </p:grpSp>
      <p:grpSp>
        <p:nvGrpSpPr>
          <p:cNvPr id="130" name="그룹 129"/>
          <p:cNvGrpSpPr/>
          <p:nvPr/>
        </p:nvGrpSpPr>
        <p:grpSpPr>
          <a:xfrm>
            <a:off x="2576376" y="5000644"/>
            <a:ext cx="606256" cy="372196"/>
            <a:chOff x="1355534" y="2522555"/>
            <a:chExt cx="606256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131" name="빗면 130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1355534" y="2526979"/>
              <a:ext cx="606256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3</a:t>
              </a:r>
            </a:p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UNUSED</a:t>
              </a: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3184624" y="5000644"/>
            <a:ext cx="606256" cy="372196"/>
            <a:chOff x="1355534" y="2522555"/>
            <a:chExt cx="606256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134" name="빗면 133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1355534" y="2526979"/>
              <a:ext cx="606256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4</a:t>
              </a:r>
            </a:p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UNUSED</a:t>
              </a:r>
            </a:p>
          </p:txBody>
        </p:sp>
      </p:grpSp>
      <p:grpSp>
        <p:nvGrpSpPr>
          <p:cNvPr id="136" name="그룹 135"/>
          <p:cNvGrpSpPr/>
          <p:nvPr/>
        </p:nvGrpSpPr>
        <p:grpSpPr>
          <a:xfrm>
            <a:off x="3798964" y="5000644"/>
            <a:ext cx="606256" cy="372196"/>
            <a:chOff x="1355534" y="2522555"/>
            <a:chExt cx="606256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137" name="빗면 136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1355534" y="2526979"/>
              <a:ext cx="606256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5</a:t>
              </a:r>
            </a:p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UNUSED</a:t>
              </a:r>
            </a:p>
          </p:txBody>
        </p:sp>
      </p:grpSp>
      <p:grpSp>
        <p:nvGrpSpPr>
          <p:cNvPr id="139" name="그룹 138"/>
          <p:cNvGrpSpPr/>
          <p:nvPr/>
        </p:nvGrpSpPr>
        <p:grpSpPr>
          <a:xfrm>
            <a:off x="4420170" y="5000644"/>
            <a:ext cx="606256" cy="372196"/>
            <a:chOff x="1355534" y="2522555"/>
            <a:chExt cx="606256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140" name="빗면 139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1355534" y="2526979"/>
              <a:ext cx="606256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6</a:t>
              </a:r>
            </a:p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UNUSED</a:t>
              </a:r>
            </a:p>
          </p:txBody>
        </p:sp>
      </p:grpSp>
      <p:grpSp>
        <p:nvGrpSpPr>
          <p:cNvPr id="142" name="그룹 141"/>
          <p:cNvGrpSpPr/>
          <p:nvPr/>
        </p:nvGrpSpPr>
        <p:grpSpPr>
          <a:xfrm>
            <a:off x="1349928" y="5433068"/>
            <a:ext cx="606256" cy="372196"/>
            <a:chOff x="1355533" y="2522555"/>
            <a:chExt cx="606256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143" name="빗면 142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1355533" y="2526979"/>
              <a:ext cx="606256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7</a:t>
              </a:r>
            </a:p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UNUSED</a:t>
              </a:r>
            </a:p>
          </p:txBody>
        </p:sp>
      </p:grpSp>
      <p:grpSp>
        <p:nvGrpSpPr>
          <p:cNvPr id="145" name="그룹 144"/>
          <p:cNvGrpSpPr/>
          <p:nvPr/>
        </p:nvGrpSpPr>
        <p:grpSpPr>
          <a:xfrm>
            <a:off x="1960316" y="5433068"/>
            <a:ext cx="606256" cy="372196"/>
            <a:chOff x="1355533" y="2522555"/>
            <a:chExt cx="606256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146" name="빗면 145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1355533" y="2526979"/>
              <a:ext cx="606256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8</a:t>
              </a:r>
            </a:p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UNUSED</a:t>
              </a:r>
            </a:p>
          </p:txBody>
        </p:sp>
      </p:grpSp>
      <p:grpSp>
        <p:nvGrpSpPr>
          <p:cNvPr id="148" name="그룹 147"/>
          <p:cNvGrpSpPr/>
          <p:nvPr/>
        </p:nvGrpSpPr>
        <p:grpSpPr>
          <a:xfrm>
            <a:off x="2573777" y="5433068"/>
            <a:ext cx="606256" cy="372196"/>
            <a:chOff x="1355533" y="2522555"/>
            <a:chExt cx="606256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149" name="빗면 148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1355533" y="2526979"/>
              <a:ext cx="606256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9</a:t>
              </a:r>
            </a:p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UNUSED</a:t>
              </a:r>
            </a:p>
          </p:txBody>
        </p:sp>
      </p:grpSp>
      <p:sp>
        <p:nvSpPr>
          <p:cNvPr id="151" name="빗면 150"/>
          <p:cNvSpPr>
            <a:spLocks/>
          </p:cNvSpPr>
          <p:nvPr/>
        </p:nvSpPr>
        <p:spPr>
          <a:xfrm>
            <a:off x="3851920" y="4577087"/>
            <a:ext cx="540000" cy="360000"/>
          </a:xfrm>
          <a:prstGeom prst="bevel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ALL USE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grpSp>
        <p:nvGrpSpPr>
          <p:cNvPr id="39" name="그룹 38"/>
          <p:cNvGrpSpPr/>
          <p:nvPr/>
        </p:nvGrpSpPr>
        <p:grpSpPr>
          <a:xfrm>
            <a:off x="4427984" y="4577087"/>
            <a:ext cx="606256" cy="360000"/>
            <a:chOff x="7615386" y="3861048"/>
            <a:chExt cx="606256" cy="360000"/>
          </a:xfrm>
        </p:grpSpPr>
        <p:sp>
          <p:nvSpPr>
            <p:cNvPr id="152" name="빗면 151"/>
            <p:cNvSpPr>
              <a:spLocks/>
            </p:cNvSpPr>
            <p:nvPr/>
          </p:nvSpPr>
          <p:spPr>
            <a:xfrm>
              <a:off x="7648639" y="3861048"/>
              <a:ext cx="540000" cy="360000"/>
            </a:xfrm>
            <a:prstGeom prst="bevel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615386" y="3871771"/>
              <a:ext cx="6062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/>
                <a:t>ALL</a:t>
              </a:r>
            </a:p>
            <a:p>
              <a:pPr algn="ctr"/>
              <a:r>
                <a:rPr lang="en-US" altLang="ko-KR" sz="800" b="1" dirty="0"/>
                <a:t>UNUSED</a:t>
              </a:r>
              <a:endParaRPr lang="ko-KR" altLang="en-US" sz="800" b="1" dirty="0"/>
            </a:p>
          </p:txBody>
        </p:sp>
      </p:grpSp>
      <p:sp>
        <p:nvSpPr>
          <p:cNvPr id="158" name="빗면 157"/>
          <p:cNvSpPr>
            <a:spLocks/>
          </p:cNvSpPr>
          <p:nvPr/>
        </p:nvSpPr>
        <p:spPr>
          <a:xfrm>
            <a:off x="1377360" y="2064915"/>
            <a:ext cx="1800000" cy="360000"/>
          </a:xfrm>
          <a:prstGeom prst="bevel">
            <a:avLst/>
          </a:prstGeom>
          <a:solidFill>
            <a:srgbClr val="FFFF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GUN SETTING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59" name="빗면 158"/>
          <p:cNvSpPr>
            <a:spLocks/>
          </p:cNvSpPr>
          <p:nvPr/>
        </p:nvSpPr>
        <p:spPr>
          <a:xfrm>
            <a:off x="3831256" y="2064915"/>
            <a:ext cx="1800000" cy="360000"/>
          </a:xfrm>
          <a:prstGeom prst="bevel">
            <a:avLst/>
          </a:prstGeom>
          <a:solidFill>
            <a:srgbClr val="00FF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MANUAL OPERATION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60" name="빗면 159"/>
          <p:cNvSpPr>
            <a:spLocks/>
          </p:cNvSpPr>
          <p:nvPr/>
        </p:nvSpPr>
        <p:spPr>
          <a:xfrm>
            <a:off x="6285152" y="2064915"/>
            <a:ext cx="1800000" cy="360000"/>
          </a:xfrm>
          <a:prstGeom prst="bevel">
            <a:avLst/>
          </a:prstGeom>
          <a:solidFill>
            <a:srgbClr val="FFFF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USE/UNUSED SELECT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64" name="빗면 163"/>
          <p:cNvSpPr>
            <a:spLocks/>
          </p:cNvSpPr>
          <p:nvPr/>
        </p:nvSpPr>
        <p:spPr>
          <a:xfrm>
            <a:off x="1403648" y="4077072"/>
            <a:ext cx="1800000" cy="360000"/>
          </a:xfrm>
          <a:prstGeom prst="bevel">
            <a:avLst/>
          </a:prstGeom>
          <a:solidFill>
            <a:srgbClr val="FFFF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GUN SETTING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65" name="빗면 164"/>
          <p:cNvSpPr>
            <a:spLocks/>
          </p:cNvSpPr>
          <p:nvPr/>
        </p:nvSpPr>
        <p:spPr>
          <a:xfrm>
            <a:off x="3857544" y="4077072"/>
            <a:ext cx="1800000" cy="360000"/>
          </a:xfrm>
          <a:prstGeom prst="bevel">
            <a:avLst/>
          </a:prstGeom>
          <a:solidFill>
            <a:srgbClr val="FFFF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MANUAL OPERATION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66" name="빗면 165"/>
          <p:cNvSpPr>
            <a:spLocks/>
          </p:cNvSpPr>
          <p:nvPr/>
        </p:nvSpPr>
        <p:spPr>
          <a:xfrm>
            <a:off x="6311440" y="4077072"/>
            <a:ext cx="1800000" cy="360000"/>
          </a:xfrm>
          <a:prstGeom prst="bevel">
            <a:avLst/>
          </a:prstGeom>
          <a:solidFill>
            <a:srgbClr val="00FF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USE/UNUSED SELECT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616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87000" y="1388096"/>
            <a:ext cx="8370000" cy="4567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PURGE &amp; COLOR LOAD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700-419E-4133-B797-32B7314A54A9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87000" y="1388096"/>
            <a:ext cx="8370000" cy="47052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빗면 7"/>
          <p:cNvSpPr/>
          <p:nvPr/>
        </p:nvSpPr>
        <p:spPr>
          <a:xfrm>
            <a:off x="2735796" y="1400796"/>
            <a:ext cx="3672408" cy="432000"/>
          </a:xfrm>
          <a:prstGeom prst="bevel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189158" y="1431794"/>
            <a:ext cx="2765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</a:rPr>
              <a:t>PURGE &amp; COLOR LOAD</a:t>
            </a:r>
            <a:endParaRPr lang="ko-KR" altLang="en-US" b="1" dirty="0">
              <a:solidFill>
                <a:srgbClr val="FFFF66"/>
              </a:solidFill>
            </a:endParaRPr>
          </a:p>
        </p:txBody>
      </p:sp>
      <p:graphicFrame>
        <p:nvGraphicFramePr>
          <p:cNvPr id="12" name="개체 11"/>
          <p:cNvGraphicFramePr>
            <a:graphicFrameLocks noChangeAspect="1"/>
          </p:cNvGraphicFramePr>
          <p:nvPr/>
        </p:nvGraphicFramePr>
        <p:xfrm>
          <a:off x="6684042" y="1397205"/>
          <a:ext cx="664200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Image" r:id="rId3" imgW="1066320" imgH="711000" progId="Photoshop.Image.11">
                  <p:embed/>
                </p:oleObj>
              </mc:Choice>
              <mc:Fallback>
                <p:oleObj name="Image" r:id="rId3" imgW="1066320" imgH="711000" progId="Photoshop.Image.11">
                  <p:embed/>
                  <p:pic>
                    <p:nvPicPr>
                      <p:cNvPr id="12" name="개체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84042" y="1397205"/>
                        <a:ext cx="664200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개체 12"/>
          <p:cNvGraphicFramePr>
            <a:graphicFrameLocks noChangeAspect="1"/>
          </p:cNvGraphicFramePr>
          <p:nvPr/>
        </p:nvGraphicFramePr>
        <p:xfrm>
          <a:off x="7370606" y="1397205"/>
          <a:ext cx="656294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Image" r:id="rId5" imgW="1053720" imgH="711000" progId="Photoshop.Image.11">
                  <p:embed/>
                </p:oleObj>
              </mc:Choice>
              <mc:Fallback>
                <p:oleObj name="Image" r:id="rId5" imgW="1053720" imgH="711000" progId="Photoshop.Image.11">
                  <p:embed/>
                  <p:pic>
                    <p:nvPicPr>
                      <p:cNvPr id="13" name="개체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70606" y="1397205"/>
                        <a:ext cx="656294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개체 13"/>
          <p:cNvGraphicFramePr>
            <a:graphicFrameLocks noChangeAspect="1"/>
          </p:cNvGraphicFramePr>
          <p:nvPr/>
        </p:nvGraphicFramePr>
        <p:xfrm>
          <a:off x="8049264" y="1397205"/>
          <a:ext cx="648385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Image" r:id="rId7" imgW="1041120" imgH="711000" progId="Photoshop.Image.11">
                  <p:embed/>
                </p:oleObj>
              </mc:Choice>
              <mc:Fallback>
                <p:oleObj name="Image" r:id="rId7" imgW="1041120" imgH="711000" progId="Photoshop.Image.11">
                  <p:embed/>
                  <p:pic>
                    <p:nvPicPr>
                      <p:cNvPr id="14" name="개체 1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49264" y="1397205"/>
                        <a:ext cx="648385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82325" y="1470266"/>
            <a:ext cx="19141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 dirty="0">
                <a:solidFill>
                  <a:srgbClr val="FFFF66"/>
                </a:solidFill>
              </a:rPr>
              <a:t>3-AXIS ROBOT SPRAY</a:t>
            </a:r>
            <a:endParaRPr lang="ko-KR" altLang="en-US" sz="1300" b="1" dirty="0">
              <a:solidFill>
                <a:srgbClr val="FFFF66"/>
              </a:solidFill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1348150" y="2036426"/>
            <a:ext cx="0" cy="40564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7" name="그룹 1046"/>
          <p:cNvGrpSpPr/>
          <p:nvPr/>
        </p:nvGrpSpPr>
        <p:grpSpPr>
          <a:xfrm>
            <a:off x="399664" y="3838762"/>
            <a:ext cx="936000" cy="450000"/>
            <a:chOff x="395536" y="3731115"/>
            <a:chExt cx="936000" cy="468000"/>
          </a:xfrm>
        </p:grpSpPr>
        <p:sp>
          <p:nvSpPr>
            <p:cNvPr id="33" name="빗면 32"/>
            <p:cNvSpPr/>
            <p:nvPr/>
          </p:nvSpPr>
          <p:spPr>
            <a:xfrm>
              <a:off x="395536" y="3731115"/>
              <a:ext cx="936000" cy="468000"/>
            </a:xfrm>
            <a:prstGeom prst="bevel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7" name="그림 56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851" y="3839115"/>
              <a:ext cx="243765" cy="252000"/>
            </a:xfrm>
            <a:prstGeom prst="rect">
              <a:avLst/>
            </a:prstGeom>
          </p:spPr>
        </p:pic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3846400"/>
              <a:ext cx="275119" cy="252000"/>
            </a:xfrm>
            <a:prstGeom prst="rect">
              <a:avLst/>
            </a:prstGeom>
          </p:spPr>
        </p:pic>
      </p:grpSp>
      <p:grpSp>
        <p:nvGrpSpPr>
          <p:cNvPr id="1050" name="그룹 1049"/>
          <p:cNvGrpSpPr/>
          <p:nvPr/>
        </p:nvGrpSpPr>
        <p:grpSpPr>
          <a:xfrm>
            <a:off x="399664" y="5190424"/>
            <a:ext cx="936000" cy="450000"/>
            <a:chOff x="403799" y="5149683"/>
            <a:chExt cx="936000" cy="468000"/>
          </a:xfrm>
        </p:grpSpPr>
        <p:sp>
          <p:nvSpPr>
            <p:cNvPr id="78" name="빗면 77"/>
            <p:cNvSpPr/>
            <p:nvPr/>
          </p:nvSpPr>
          <p:spPr>
            <a:xfrm>
              <a:off x="403799" y="5149683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9" name="그림 78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771" y="5221683"/>
              <a:ext cx="334452" cy="324000"/>
            </a:xfrm>
            <a:prstGeom prst="rect">
              <a:avLst/>
            </a:prstGeom>
          </p:spPr>
        </p:pic>
      </p:grpSp>
      <p:grpSp>
        <p:nvGrpSpPr>
          <p:cNvPr id="1051" name="그룹 1050"/>
          <p:cNvGrpSpPr/>
          <p:nvPr/>
        </p:nvGrpSpPr>
        <p:grpSpPr>
          <a:xfrm>
            <a:off x="399664" y="5640976"/>
            <a:ext cx="936000" cy="450000"/>
            <a:chOff x="395536" y="5625295"/>
            <a:chExt cx="936000" cy="468000"/>
          </a:xfrm>
        </p:grpSpPr>
        <p:sp>
          <p:nvSpPr>
            <p:cNvPr id="37" name="빗면 36"/>
            <p:cNvSpPr/>
            <p:nvPr/>
          </p:nvSpPr>
          <p:spPr>
            <a:xfrm>
              <a:off x="395536" y="5625295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5" name="왼쪽 화살표 1034"/>
            <p:cNvSpPr/>
            <p:nvPr/>
          </p:nvSpPr>
          <p:spPr>
            <a:xfrm>
              <a:off x="721264" y="5739452"/>
              <a:ext cx="252000" cy="252000"/>
            </a:xfrm>
            <a:prstGeom prst="lef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43" name="그룹 1042"/>
          <p:cNvGrpSpPr/>
          <p:nvPr/>
        </p:nvGrpSpPr>
        <p:grpSpPr>
          <a:xfrm>
            <a:off x="399664" y="2036546"/>
            <a:ext cx="936000" cy="450000"/>
            <a:chOff x="395536" y="1844823"/>
            <a:chExt cx="936000" cy="468000"/>
          </a:xfrm>
        </p:grpSpPr>
        <p:sp>
          <p:nvSpPr>
            <p:cNvPr id="29" name="빗면 28"/>
            <p:cNvSpPr/>
            <p:nvPr/>
          </p:nvSpPr>
          <p:spPr>
            <a:xfrm>
              <a:off x="395536" y="1844823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6" name="그림 1035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21" y="1917458"/>
              <a:ext cx="258750" cy="324000"/>
            </a:xfrm>
            <a:prstGeom prst="rect">
              <a:avLst/>
            </a:prstGeom>
          </p:spPr>
        </p:pic>
      </p:grpSp>
      <p:grpSp>
        <p:nvGrpSpPr>
          <p:cNvPr id="1049" name="그룹 1048"/>
          <p:cNvGrpSpPr/>
          <p:nvPr/>
        </p:nvGrpSpPr>
        <p:grpSpPr>
          <a:xfrm>
            <a:off x="399664" y="4739870"/>
            <a:ext cx="936000" cy="450000"/>
            <a:chOff x="395536" y="4674261"/>
            <a:chExt cx="936000" cy="468000"/>
          </a:xfrm>
        </p:grpSpPr>
        <p:sp>
          <p:nvSpPr>
            <p:cNvPr id="35" name="빗면 34"/>
            <p:cNvSpPr/>
            <p:nvPr/>
          </p:nvSpPr>
          <p:spPr>
            <a:xfrm>
              <a:off x="395536" y="4674261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7" name="그림 1036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523" y="4737117"/>
              <a:ext cx="222552" cy="324000"/>
            </a:xfrm>
            <a:prstGeom prst="rect">
              <a:avLst/>
            </a:prstGeom>
          </p:spPr>
        </p:pic>
      </p:grpSp>
      <p:sp>
        <p:nvSpPr>
          <p:cNvPr id="16" name="TextBox 15"/>
          <p:cNvSpPr txBox="1"/>
          <p:nvPr/>
        </p:nvSpPr>
        <p:spPr>
          <a:xfrm>
            <a:off x="409005" y="1805594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schemeClr val="bg1"/>
                </a:solidFill>
              </a:rPr>
              <a:t>Last Alarm List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9664" y="3388208"/>
            <a:ext cx="936000" cy="450000"/>
            <a:chOff x="410776" y="3498167"/>
            <a:chExt cx="936000" cy="432000"/>
          </a:xfrm>
        </p:grpSpPr>
        <p:sp>
          <p:nvSpPr>
            <p:cNvPr id="32" name="빗면 31"/>
            <p:cNvSpPr/>
            <p:nvPr/>
          </p:nvSpPr>
          <p:spPr>
            <a:xfrm>
              <a:off x="410776" y="3498167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76" y="3633167"/>
              <a:ext cx="324000" cy="162000"/>
            </a:xfrm>
            <a:prstGeom prst="rect">
              <a:avLst/>
            </a:prstGeom>
          </p:spPr>
        </p:pic>
      </p:grpSp>
      <p:grpSp>
        <p:nvGrpSpPr>
          <p:cNvPr id="25" name="그룹 24"/>
          <p:cNvGrpSpPr/>
          <p:nvPr/>
        </p:nvGrpSpPr>
        <p:grpSpPr>
          <a:xfrm>
            <a:off x="399664" y="2487100"/>
            <a:ext cx="936000" cy="450000"/>
            <a:chOff x="410776" y="2635965"/>
            <a:chExt cx="936000" cy="432000"/>
          </a:xfrm>
        </p:grpSpPr>
        <p:sp>
          <p:nvSpPr>
            <p:cNvPr id="30" name="빗면 29"/>
            <p:cNvSpPr/>
            <p:nvPr/>
          </p:nvSpPr>
          <p:spPr>
            <a:xfrm>
              <a:off x="410776" y="2635965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6648" y="2731027"/>
              <a:ext cx="205776" cy="234000"/>
            </a:xfrm>
            <a:prstGeom prst="rect">
              <a:avLst/>
            </a:prstGeom>
          </p:spPr>
        </p:pic>
      </p:grpSp>
      <p:grpSp>
        <p:nvGrpSpPr>
          <p:cNvPr id="26" name="그룹 25"/>
          <p:cNvGrpSpPr/>
          <p:nvPr/>
        </p:nvGrpSpPr>
        <p:grpSpPr>
          <a:xfrm>
            <a:off x="399664" y="2937654"/>
            <a:ext cx="936000" cy="450000"/>
            <a:chOff x="410776" y="3067066"/>
            <a:chExt cx="936000" cy="432000"/>
          </a:xfrm>
        </p:grpSpPr>
        <p:sp>
          <p:nvSpPr>
            <p:cNvPr id="31" name="빗면 30"/>
            <p:cNvSpPr/>
            <p:nvPr/>
          </p:nvSpPr>
          <p:spPr>
            <a:xfrm>
              <a:off x="410776" y="3067066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3" name="그림 52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6329" y="3159162"/>
              <a:ext cx="205776" cy="234000"/>
            </a:xfrm>
            <a:prstGeom prst="rect">
              <a:avLst/>
            </a:prstGeom>
          </p:spPr>
        </p:pic>
        <p:pic>
          <p:nvPicPr>
            <p:cNvPr id="54" name="그림 53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210" y="3159162"/>
              <a:ext cx="205776" cy="234000"/>
            </a:xfrm>
            <a:prstGeom prst="rect">
              <a:avLst/>
            </a:prstGeom>
          </p:spPr>
        </p:pic>
        <p:pic>
          <p:nvPicPr>
            <p:cNvPr id="55" name="그림 54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7832" y="3159162"/>
              <a:ext cx="205776" cy="234000"/>
            </a:xfrm>
            <a:prstGeom prst="rect">
              <a:avLst/>
            </a:prstGeom>
          </p:spPr>
        </p:pic>
      </p:grpSp>
      <p:grpSp>
        <p:nvGrpSpPr>
          <p:cNvPr id="28" name="그룹 27"/>
          <p:cNvGrpSpPr/>
          <p:nvPr/>
        </p:nvGrpSpPr>
        <p:grpSpPr>
          <a:xfrm>
            <a:off x="399664" y="4289316"/>
            <a:ext cx="936000" cy="450000"/>
            <a:chOff x="410776" y="4360369"/>
            <a:chExt cx="936000" cy="432000"/>
          </a:xfrm>
        </p:grpSpPr>
        <p:sp>
          <p:nvSpPr>
            <p:cNvPr id="34" name="빗면 33"/>
            <p:cNvSpPr/>
            <p:nvPr/>
          </p:nvSpPr>
          <p:spPr>
            <a:xfrm>
              <a:off x="410776" y="4360369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968" y="4438909"/>
              <a:ext cx="351529" cy="298800"/>
            </a:xfrm>
            <a:prstGeom prst="rect">
              <a:avLst/>
            </a:prstGeom>
          </p:spPr>
        </p:pic>
      </p:grpSp>
      <p:grpSp>
        <p:nvGrpSpPr>
          <p:cNvPr id="49" name="그룹 48"/>
          <p:cNvGrpSpPr/>
          <p:nvPr/>
        </p:nvGrpSpPr>
        <p:grpSpPr>
          <a:xfrm>
            <a:off x="399664" y="5640976"/>
            <a:ext cx="936000" cy="450000"/>
            <a:chOff x="399664" y="5640976"/>
            <a:chExt cx="936000" cy="450000"/>
          </a:xfrm>
        </p:grpSpPr>
        <p:sp>
          <p:nvSpPr>
            <p:cNvPr id="50" name="빗면 49"/>
            <p:cNvSpPr/>
            <p:nvPr/>
          </p:nvSpPr>
          <p:spPr>
            <a:xfrm>
              <a:off x="399664" y="5640976"/>
              <a:ext cx="936000" cy="450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1" name="그림 50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01" y="5740456"/>
              <a:ext cx="303927" cy="252000"/>
            </a:xfrm>
            <a:prstGeom prst="rect">
              <a:avLst/>
            </a:prstGeom>
          </p:spPr>
        </p:pic>
      </p:grpSp>
      <p:sp>
        <p:nvSpPr>
          <p:cNvPr id="58" name="직사각형 57"/>
          <p:cNvSpPr/>
          <p:nvPr/>
        </p:nvSpPr>
        <p:spPr>
          <a:xfrm>
            <a:off x="382325" y="1844824"/>
            <a:ext cx="720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/>
          <p:cNvSpPr/>
          <p:nvPr/>
        </p:nvSpPr>
        <p:spPr>
          <a:xfrm>
            <a:off x="382325" y="1844822"/>
            <a:ext cx="7200000" cy="9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0" name="직선 연결선 59"/>
          <p:cNvCxnSpPr/>
          <p:nvPr/>
        </p:nvCxnSpPr>
        <p:spPr>
          <a:xfrm>
            <a:off x="387000" y="1844824"/>
            <a:ext cx="837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382325" y="2029098"/>
            <a:ext cx="837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409005" y="1805594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schemeClr val="bg1"/>
                </a:solidFill>
              </a:rPr>
              <a:t>Last Alarm List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63" name="직선 연결선 62"/>
          <p:cNvCxnSpPr/>
          <p:nvPr/>
        </p:nvCxnSpPr>
        <p:spPr>
          <a:xfrm rot="5400000">
            <a:off x="7496812" y="1934824"/>
            <a:ext cx="18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536316" y="1819406"/>
            <a:ext cx="12666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/>
              <a:t>06/21/2024 17:48:50</a:t>
            </a:r>
          </a:p>
        </p:txBody>
      </p:sp>
      <p:sp>
        <p:nvSpPr>
          <p:cNvPr id="6" name="빗면 5"/>
          <p:cNvSpPr>
            <a:spLocks/>
          </p:cNvSpPr>
          <p:nvPr/>
        </p:nvSpPr>
        <p:spPr>
          <a:xfrm>
            <a:off x="1377360" y="2064915"/>
            <a:ext cx="1800000" cy="360000"/>
          </a:xfrm>
          <a:prstGeom prst="bevel">
            <a:avLst/>
          </a:prstGeom>
          <a:solidFill>
            <a:srgbClr val="FFFF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GUN SELECT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65" name="빗면 64"/>
          <p:cNvSpPr>
            <a:spLocks/>
          </p:cNvSpPr>
          <p:nvPr/>
        </p:nvSpPr>
        <p:spPr>
          <a:xfrm>
            <a:off x="1377360" y="4516740"/>
            <a:ext cx="1800000" cy="365738"/>
          </a:xfrm>
          <a:prstGeom prst="bevel">
            <a:avLst/>
          </a:prstGeom>
          <a:solidFill>
            <a:srgbClr val="FFFF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COLOR LOAD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66" name="빗면 65"/>
          <p:cNvSpPr>
            <a:spLocks/>
          </p:cNvSpPr>
          <p:nvPr/>
        </p:nvSpPr>
        <p:spPr>
          <a:xfrm>
            <a:off x="1377360" y="2940184"/>
            <a:ext cx="1800000" cy="360000"/>
          </a:xfrm>
          <a:prstGeom prst="bevel">
            <a:avLst/>
          </a:prstGeom>
          <a:solidFill>
            <a:srgbClr val="FFFF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PURGE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1388662" y="2488472"/>
            <a:ext cx="540000" cy="372196"/>
            <a:chOff x="1388662" y="2522555"/>
            <a:chExt cx="540000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11" name="빗면 10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402822" y="2600931"/>
              <a:ext cx="511679" cy="21544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1</a:t>
              </a:r>
            </a:p>
          </p:txBody>
        </p:sp>
      </p:grpSp>
      <p:grpSp>
        <p:nvGrpSpPr>
          <p:cNvPr id="105" name="그룹 104"/>
          <p:cNvGrpSpPr/>
          <p:nvPr/>
        </p:nvGrpSpPr>
        <p:grpSpPr>
          <a:xfrm>
            <a:off x="6880804" y="2488472"/>
            <a:ext cx="570990" cy="372196"/>
            <a:chOff x="1373167" y="2522555"/>
            <a:chExt cx="570990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106" name="빗면 105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1373167" y="2600931"/>
              <a:ext cx="570990" cy="21544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10</a:t>
              </a:r>
            </a:p>
          </p:txBody>
        </p:sp>
      </p:grpSp>
      <p:grpSp>
        <p:nvGrpSpPr>
          <p:cNvPr id="108" name="그룹 107"/>
          <p:cNvGrpSpPr/>
          <p:nvPr/>
        </p:nvGrpSpPr>
        <p:grpSpPr>
          <a:xfrm>
            <a:off x="7522032" y="2488472"/>
            <a:ext cx="570990" cy="372196"/>
            <a:chOff x="1373167" y="2522555"/>
            <a:chExt cx="570990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109" name="빗면 108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1373167" y="2600931"/>
              <a:ext cx="570990" cy="21544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11</a:t>
              </a:r>
            </a:p>
          </p:txBody>
        </p:sp>
      </p:grpSp>
      <p:grpSp>
        <p:nvGrpSpPr>
          <p:cNvPr id="111" name="그룹 110"/>
          <p:cNvGrpSpPr/>
          <p:nvPr/>
        </p:nvGrpSpPr>
        <p:grpSpPr>
          <a:xfrm>
            <a:off x="8163255" y="2488472"/>
            <a:ext cx="570990" cy="372196"/>
            <a:chOff x="1373167" y="2522555"/>
            <a:chExt cx="570990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112" name="빗면 111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1373167" y="2600931"/>
              <a:ext cx="570990" cy="21544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12</a:t>
              </a:r>
            </a:p>
          </p:txBody>
        </p:sp>
      </p:grpSp>
      <p:grpSp>
        <p:nvGrpSpPr>
          <p:cNvPr id="114" name="그룹 113"/>
          <p:cNvGrpSpPr/>
          <p:nvPr/>
        </p:nvGrpSpPr>
        <p:grpSpPr>
          <a:xfrm>
            <a:off x="1998900" y="2488472"/>
            <a:ext cx="540000" cy="372196"/>
            <a:chOff x="1388662" y="2522555"/>
            <a:chExt cx="540000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115" name="빗면 114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1402822" y="2600931"/>
              <a:ext cx="511679" cy="21544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2</a:t>
              </a:r>
            </a:p>
          </p:txBody>
        </p:sp>
      </p:grpSp>
      <p:grpSp>
        <p:nvGrpSpPr>
          <p:cNvPr id="117" name="그룹 116"/>
          <p:cNvGrpSpPr/>
          <p:nvPr/>
        </p:nvGrpSpPr>
        <p:grpSpPr>
          <a:xfrm>
            <a:off x="2609138" y="2488472"/>
            <a:ext cx="540000" cy="372196"/>
            <a:chOff x="1388662" y="2522555"/>
            <a:chExt cx="540000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118" name="빗면 117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1402822" y="2600931"/>
              <a:ext cx="511679" cy="21544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3</a:t>
              </a:r>
            </a:p>
          </p:txBody>
        </p:sp>
      </p:grpSp>
      <p:grpSp>
        <p:nvGrpSpPr>
          <p:cNvPr id="120" name="그룹 119"/>
          <p:cNvGrpSpPr/>
          <p:nvPr/>
        </p:nvGrpSpPr>
        <p:grpSpPr>
          <a:xfrm>
            <a:off x="3219376" y="2488472"/>
            <a:ext cx="540000" cy="372196"/>
            <a:chOff x="1388662" y="2522555"/>
            <a:chExt cx="540000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121" name="빗면 120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1402822" y="2600931"/>
              <a:ext cx="511679" cy="21544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4</a:t>
              </a:r>
            </a:p>
          </p:txBody>
        </p:sp>
      </p:grpSp>
      <p:grpSp>
        <p:nvGrpSpPr>
          <p:cNvPr id="123" name="그룹 122"/>
          <p:cNvGrpSpPr/>
          <p:nvPr/>
        </p:nvGrpSpPr>
        <p:grpSpPr>
          <a:xfrm>
            <a:off x="3829614" y="2488472"/>
            <a:ext cx="540000" cy="372196"/>
            <a:chOff x="1388662" y="2522555"/>
            <a:chExt cx="540000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124" name="빗면 123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1402822" y="2600931"/>
              <a:ext cx="511679" cy="21544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5</a:t>
              </a:r>
            </a:p>
          </p:txBody>
        </p:sp>
      </p:grpSp>
      <p:grpSp>
        <p:nvGrpSpPr>
          <p:cNvPr id="126" name="그룹 125"/>
          <p:cNvGrpSpPr/>
          <p:nvPr/>
        </p:nvGrpSpPr>
        <p:grpSpPr>
          <a:xfrm>
            <a:off x="4439852" y="2488472"/>
            <a:ext cx="540000" cy="372196"/>
            <a:chOff x="1388662" y="2522555"/>
            <a:chExt cx="540000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127" name="빗면 126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1402822" y="2600931"/>
              <a:ext cx="511679" cy="21544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6</a:t>
              </a:r>
            </a:p>
          </p:txBody>
        </p:sp>
      </p:grpSp>
      <p:grpSp>
        <p:nvGrpSpPr>
          <p:cNvPr id="129" name="그룹 128"/>
          <p:cNvGrpSpPr/>
          <p:nvPr/>
        </p:nvGrpSpPr>
        <p:grpSpPr>
          <a:xfrm>
            <a:off x="5050090" y="2488472"/>
            <a:ext cx="540000" cy="372196"/>
            <a:chOff x="1388662" y="2522555"/>
            <a:chExt cx="540000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130" name="빗면 129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1402821" y="2600931"/>
              <a:ext cx="511680" cy="21544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7</a:t>
              </a:r>
            </a:p>
          </p:txBody>
        </p:sp>
      </p:grpSp>
      <p:grpSp>
        <p:nvGrpSpPr>
          <p:cNvPr id="132" name="그룹 131"/>
          <p:cNvGrpSpPr/>
          <p:nvPr/>
        </p:nvGrpSpPr>
        <p:grpSpPr>
          <a:xfrm>
            <a:off x="5660328" y="2488472"/>
            <a:ext cx="540000" cy="372196"/>
            <a:chOff x="1388662" y="2522555"/>
            <a:chExt cx="540000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133" name="빗면 132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1402821" y="2600931"/>
              <a:ext cx="511680" cy="21544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8</a:t>
              </a:r>
            </a:p>
          </p:txBody>
        </p:sp>
      </p:grpSp>
      <p:grpSp>
        <p:nvGrpSpPr>
          <p:cNvPr id="135" name="그룹 134"/>
          <p:cNvGrpSpPr/>
          <p:nvPr/>
        </p:nvGrpSpPr>
        <p:grpSpPr>
          <a:xfrm>
            <a:off x="6270566" y="2488472"/>
            <a:ext cx="540000" cy="372196"/>
            <a:chOff x="1388662" y="2522555"/>
            <a:chExt cx="540000" cy="372196"/>
          </a:xfrm>
          <a:effectLst>
            <a:glow rad="38100">
              <a:schemeClr val="bg1">
                <a:lumMod val="65000"/>
              </a:schemeClr>
            </a:glow>
          </a:effectLst>
        </p:grpSpPr>
        <p:sp>
          <p:nvSpPr>
            <p:cNvPr id="136" name="빗면 135"/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1402821" y="2600931"/>
              <a:ext cx="511680" cy="21544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</a:rPr>
                <a:t>GUN 9</a:t>
              </a:r>
            </a:p>
          </p:txBody>
        </p:sp>
      </p:grp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651273"/>
              </p:ext>
            </p:extLst>
          </p:nvPr>
        </p:nvGraphicFramePr>
        <p:xfrm>
          <a:off x="1431552" y="3353939"/>
          <a:ext cx="2204344" cy="112277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02172">
                  <a:extLst>
                    <a:ext uri="{9D8B030D-6E8A-4147-A177-3AD203B41FA5}">
                      <a16:colId xmlns:a16="http://schemas.microsoft.com/office/drawing/2014/main" val="1988627526"/>
                    </a:ext>
                  </a:extLst>
                </a:gridCol>
                <a:gridCol w="1102172">
                  <a:extLst>
                    <a:ext uri="{9D8B030D-6E8A-4147-A177-3AD203B41FA5}">
                      <a16:colId xmlns:a16="http://schemas.microsoft.com/office/drawing/2014/main" val="3193693063"/>
                    </a:ext>
                  </a:extLst>
                </a:gridCol>
              </a:tblGrid>
              <a:tr h="37425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THINNER (sec)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742127"/>
                  </a:ext>
                </a:extLst>
              </a:tr>
              <a:tr h="3742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SETTING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123.4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183912"/>
                  </a:ext>
                </a:extLst>
              </a:tr>
              <a:tr h="3742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RUNNING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123.4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031730"/>
                  </a:ext>
                </a:extLst>
              </a:tr>
            </a:tbl>
          </a:graphicData>
        </a:graphic>
      </p:graphicFrame>
      <p:graphicFrame>
        <p:nvGraphicFramePr>
          <p:cNvPr id="138" name="표 1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053924"/>
              </p:ext>
            </p:extLst>
          </p:nvPr>
        </p:nvGraphicFramePr>
        <p:xfrm>
          <a:off x="3704671" y="3355818"/>
          <a:ext cx="2204344" cy="112277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02172">
                  <a:extLst>
                    <a:ext uri="{9D8B030D-6E8A-4147-A177-3AD203B41FA5}">
                      <a16:colId xmlns:a16="http://schemas.microsoft.com/office/drawing/2014/main" val="1988627526"/>
                    </a:ext>
                  </a:extLst>
                </a:gridCol>
                <a:gridCol w="1102172">
                  <a:extLst>
                    <a:ext uri="{9D8B030D-6E8A-4147-A177-3AD203B41FA5}">
                      <a16:colId xmlns:a16="http://schemas.microsoft.com/office/drawing/2014/main" val="3193693063"/>
                    </a:ext>
                  </a:extLst>
                </a:gridCol>
              </a:tblGrid>
              <a:tr h="37425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AIR (sec)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742127"/>
                  </a:ext>
                </a:extLst>
              </a:tr>
              <a:tr h="3742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SETTING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123.4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183912"/>
                  </a:ext>
                </a:extLst>
              </a:tr>
              <a:tr h="3742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RUNNING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123.4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031730"/>
                  </a:ext>
                </a:extLst>
              </a:tr>
            </a:tbl>
          </a:graphicData>
        </a:graphic>
      </p:graphicFrame>
      <p:graphicFrame>
        <p:nvGraphicFramePr>
          <p:cNvPr id="139" name="표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298929"/>
              </p:ext>
            </p:extLst>
          </p:nvPr>
        </p:nvGraphicFramePr>
        <p:xfrm>
          <a:off x="5978162" y="3730075"/>
          <a:ext cx="1762190" cy="74851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14118">
                  <a:extLst>
                    <a:ext uri="{9D8B030D-6E8A-4147-A177-3AD203B41FA5}">
                      <a16:colId xmlns:a16="http://schemas.microsoft.com/office/drawing/2014/main" val="1988627526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3193693063"/>
                    </a:ext>
                  </a:extLst>
                </a:gridCol>
              </a:tblGrid>
              <a:tr h="3742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SETTING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1"/>
                          </a:solidFill>
                        </a:rPr>
                        <a:t>123</a:t>
                      </a:r>
                      <a:endParaRPr lang="ko-KR" altLang="en-US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183912"/>
                  </a:ext>
                </a:extLst>
              </a:tr>
              <a:tr h="3742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RUNNING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123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031730"/>
                  </a:ext>
                </a:extLst>
              </a:tr>
            </a:tbl>
          </a:graphicData>
        </a:graphic>
      </p:graphicFrame>
      <p:graphicFrame>
        <p:nvGraphicFramePr>
          <p:cNvPr id="140" name="표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332283"/>
              </p:ext>
            </p:extLst>
          </p:nvPr>
        </p:nvGraphicFramePr>
        <p:xfrm>
          <a:off x="1431552" y="4925928"/>
          <a:ext cx="2204344" cy="112277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02172">
                  <a:extLst>
                    <a:ext uri="{9D8B030D-6E8A-4147-A177-3AD203B41FA5}">
                      <a16:colId xmlns:a16="http://schemas.microsoft.com/office/drawing/2014/main" val="1988627526"/>
                    </a:ext>
                  </a:extLst>
                </a:gridCol>
                <a:gridCol w="1102172">
                  <a:extLst>
                    <a:ext uri="{9D8B030D-6E8A-4147-A177-3AD203B41FA5}">
                      <a16:colId xmlns:a16="http://schemas.microsoft.com/office/drawing/2014/main" val="3193693063"/>
                    </a:ext>
                  </a:extLst>
                </a:gridCol>
              </a:tblGrid>
              <a:tr h="37425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COLOR</a:t>
                      </a:r>
                      <a:r>
                        <a:rPr lang="en-US" altLang="ko-KR" sz="1200" baseline="0" dirty="0">
                          <a:solidFill>
                            <a:schemeClr val="bg1"/>
                          </a:solidFill>
                        </a:rPr>
                        <a:t> LOAD (sec)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742127"/>
                  </a:ext>
                </a:extLst>
              </a:tr>
              <a:tr h="3742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SETTING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123.4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183912"/>
                  </a:ext>
                </a:extLst>
              </a:tr>
              <a:tr h="3742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RUNNING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123.4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031730"/>
                  </a:ext>
                </a:extLst>
              </a:tr>
            </a:tbl>
          </a:graphicData>
        </a:graphic>
      </p:graphicFrame>
      <p:grpSp>
        <p:nvGrpSpPr>
          <p:cNvPr id="39" name="그룹 38"/>
          <p:cNvGrpSpPr/>
          <p:nvPr/>
        </p:nvGrpSpPr>
        <p:grpSpPr>
          <a:xfrm>
            <a:off x="7782127" y="3730075"/>
            <a:ext cx="935384" cy="746635"/>
            <a:chOff x="7782127" y="3730075"/>
            <a:chExt cx="935384" cy="746635"/>
          </a:xfrm>
        </p:grpSpPr>
        <p:sp>
          <p:nvSpPr>
            <p:cNvPr id="36" name="빗면 35"/>
            <p:cNvSpPr/>
            <p:nvPr/>
          </p:nvSpPr>
          <p:spPr>
            <a:xfrm>
              <a:off x="7795194" y="3730075"/>
              <a:ext cx="909250" cy="746635"/>
            </a:xfrm>
            <a:prstGeom prst="bevel">
              <a:avLst>
                <a:gd name="adj" fmla="val 7822"/>
              </a:avLst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782127" y="3780227"/>
              <a:ext cx="935384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bg1"/>
                  </a:solidFill>
                </a:rPr>
                <a:t>PURGE</a:t>
              </a:r>
            </a:p>
            <a:p>
              <a:pPr algn="ctr"/>
              <a:r>
                <a:rPr lang="en-US" altLang="ko-KR" b="1" dirty="0">
                  <a:solidFill>
                    <a:schemeClr val="bg1"/>
                  </a:solidFill>
                </a:rPr>
                <a:t>OFF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4" name="그룹 143"/>
          <p:cNvGrpSpPr/>
          <p:nvPr/>
        </p:nvGrpSpPr>
        <p:grpSpPr>
          <a:xfrm>
            <a:off x="7795194" y="5303942"/>
            <a:ext cx="909250" cy="746635"/>
            <a:chOff x="7795194" y="3730075"/>
            <a:chExt cx="909250" cy="746635"/>
          </a:xfrm>
        </p:grpSpPr>
        <p:sp>
          <p:nvSpPr>
            <p:cNvPr id="145" name="빗면 144"/>
            <p:cNvSpPr/>
            <p:nvPr/>
          </p:nvSpPr>
          <p:spPr>
            <a:xfrm>
              <a:off x="7795194" y="3730075"/>
              <a:ext cx="909250" cy="746635"/>
            </a:xfrm>
            <a:prstGeom prst="bevel">
              <a:avLst>
                <a:gd name="adj" fmla="val 7822"/>
              </a:avLst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846760" y="3780227"/>
              <a:ext cx="806118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bg1"/>
                  </a:solidFill>
                </a:rPr>
                <a:t>LOAD</a:t>
              </a:r>
            </a:p>
            <a:p>
              <a:pPr algn="ctr"/>
              <a:r>
                <a:rPr lang="en-US" altLang="ko-KR" b="1" dirty="0">
                  <a:solidFill>
                    <a:schemeClr val="bg1"/>
                  </a:solidFill>
                </a:rPr>
                <a:t>OFF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47" name="빗면 146"/>
          <p:cNvSpPr>
            <a:spLocks/>
          </p:cNvSpPr>
          <p:nvPr/>
        </p:nvSpPr>
        <p:spPr>
          <a:xfrm>
            <a:off x="6372320" y="2069924"/>
            <a:ext cx="1080000" cy="360000"/>
          </a:xfrm>
          <a:prstGeom prst="bevel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ALL SELECT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48" name="빗면 147"/>
          <p:cNvSpPr>
            <a:spLocks/>
          </p:cNvSpPr>
          <p:nvPr/>
        </p:nvSpPr>
        <p:spPr>
          <a:xfrm>
            <a:off x="7626816" y="2069924"/>
            <a:ext cx="1080000" cy="360000"/>
          </a:xfrm>
          <a:prstGeom prst="bevel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ALL NOT SELECT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8980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85000"/>
              </a:schemeClr>
            </a:gs>
            <a:gs pos="50000">
              <a:schemeClr val="bg1">
                <a:lumMod val="85000"/>
              </a:schemeClr>
            </a:gs>
            <a:gs pos="75000">
              <a:schemeClr val="bg1">
                <a:lumMod val="95000"/>
              </a:schemeClr>
            </a:gs>
            <a:gs pos="100000">
              <a:schemeClr val="bg1">
                <a:lumMod val="6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87000" y="1388096"/>
            <a:ext cx="8370000" cy="4567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MODEL SELECTION-1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700-419E-4133-B797-32B7314A54A9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87000" y="1388096"/>
            <a:ext cx="8370000" cy="47052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빗면 7"/>
          <p:cNvSpPr/>
          <p:nvPr/>
        </p:nvSpPr>
        <p:spPr>
          <a:xfrm>
            <a:off x="2735796" y="1400796"/>
            <a:ext cx="3672408" cy="432000"/>
          </a:xfrm>
          <a:prstGeom prst="bevel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421686" y="1431794"/>
            <a:ext cx="2300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</a:rPr>
              <a:t>MODEL SELECTION</a:t>
            </a:r>
            <a:endParaRPr lang="ko-KR" altLang="en-US" b="1" dirty="0">
              <a:solidFill>
                <a:srgbClr val="FFFF66"/>
              </a:solidFill>
            </a:endParaRPr>
          </a:p>
        </p:txBody>
      </p:sp>
      <p:graphicFrame>
        <p:nvGraphicFramePr>
          <p:cNvPr id="12" name="개체 11"/>
          <p:cNvGraphicFramePr>
            <a:graphicFrameLocks noChangeAspect="1"/>
          </p:cNvGraphicFramePr>
          <p:nvPr/>
        </p:nvGraphicFramePr>
        <p:xfrm>
          <a:off x="6684042" y="1397205"/>
          <a:ext cx="664200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Image" r:id="rId4" imgW="1066320" imgH="711000" progId="Photoshop.Image.11">
                  <p:embed/>
                </p:oleObj>
              </mc:Choice>
              <mc:Fallback>
                <p:oleObj name="Image" r:id="rId4" imgW="1066320" imgH="711000" progId="Photoshop.Image.11">
                  <p:embed/>
                  <p:pic>
                    <p:nvPicPr>
                      <p:cNvPr id="12" name="개체 1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84042" y="1397205"/>
                        <a:ext cx="664200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개체 12"/>
          <p:cNvGraphicFramePr>
            <a:graphicFrameLocks noChangeAspect="1"/>
          </p:cNvGraphicFramePr>
          <p:nvPr/>
        </p:nvGraphicFramePr>
        <p:xfrm>
          <a:off x="7370606" y="1397205"/>
          <a:ext cx="656294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Image" r:id="rId6" imgW="1053720" imgH="711000" progId="Photoshop.Image.11">
                  <p:embed/>
                </p:oleObj>
              </mc:Choice>
              <mc:Fallback>
                <p:oleObj name="Image" r:id="rId6" imgW="1053720" imgH="711000" progId="Photoshop.Image.11">
                  <p:embed/>
                  <p:pic>
                    <p:nvPicPr>
                      <p:cNvPr id="13" name="개체 1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370606" y="1397205"/>
                        <a:ext cx="656294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개체 13"/>
          <p:cNvGraphicFramePr>
            <a:graphicFrameLocks noChangeAspect="1"/>
          </p:cNvGraphicFramePr>
          <p:nvPr/>
        </p:nvGraphicFramePr>
        <p:xfrm>
          <a:off x="8049264" y="1397205"/>
          <a:ext cx="648385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Image" r:id="rId8" imgW="1041120" imgH="711000" progId="Photoshop.Image.11">
                  <p:embed/>
                </p:oleObj>
              </mc:Choice>
              <mc:Fallback>
                <p:oleObj name="Image" r:id="rId8" imgW="1041120" imgH="711000" progId="Photoshop.Image.11">
                  <p:embed/>
                  <p:pic>
                    <p:nvPicPr>
                      <p:cNvPr id="14" name="개체 1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049264" y="1397205"/>
                        <a:ext cx="648385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82325" y="1470266"/>
            <a:ext cx="19141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 dirty="0">
                <a:solidFill>
                  <a:srgbClr val="FFFF66"/>
                </a:solidFill>
              </a:rPr>
              <a:t>3-AXIS ROBOT SPRAY</a:t>
            </a:r>
            <a:endParaRPr lang="ko-KR" altLang="en-US" sz="1300" b="1" dirty="0">
              <a:solidFill>
                <a:srgbClr val="FFFF66"/>
              </a:solidFill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1348150" y="2036426"/>
            <a:ext cx="0" cy="40564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7" name="그룹 1046"/>
          <p:cNvGrpSpPr/>
          <p:nvPr/>
        </p:nvGrpSpPr>
        <p:grpSpPr>
          <a:xfrm>
            <a:off x="399664" y="3838762"/>
            <a:ext cx="936000" cy="450000"/>
            <a:chOff x="395536" y="3731115"/>
            <a:chExt cx="936000" cy="468000"/>
          </a:xfrm>
        </p:grpSpPr>
        <p:sp>
          <p:nvSpPr>
            <p:cNvPr id="33" name="빗면 32"/>
            <p:cNvSpPr/>
            <p:nvPr/>
          </p:nvSpPr>
          <p:spPr>
            <a:xfrm>
              <a:off x="395536" y="3731115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7" name="그림 56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851" y="3839115"/>
              <a:ext cx="243765" cy="252000"/>
            </a:xfrm>
            <a:prstGeom prst="rect">
              <a:avLst/>
            </a:prstGeom>
          </p:spPr>
        </p:pic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3846400"/>
              <a:ext cx="275119" cy="252000"/>
            </a:xfrm>
            <a:prstGeom prst="rect">
              <a:avLst/>
            </a:prstGeom>
          </p:spPr>
        </p:pic>
      </p:grpSp>
      <p:grpSp>
        <p:nvGrpSpPr>
          <p:cNvPr id="1050" name="그룹 1049"/>
          <p:cNvGrpSpPr/>
          <p:nvPr/>
        </p:nvGrpSpPr>
        <p:grpSpPr>
          <a:xfrm>
            <a:off x="399664" y="5190424"/>
            <a:ext cx="936000" cy="450000"/>
            <a:chOff x="403799" y="5149683"/>
            <a:chExt cx="936000" cy="468000"/>
          </a:xfrm>
        </p:grpSpPr>
        <p:sp>
          <p:nvSpPr>
            <p:cNvPr id="78" name="빗면 77"/>
            <p:cNvSpPr/>
            <p:nvPr/>
          </p:nvSpPr>
          <p:spPr>
            <a:xfrm>
              <a:off x="403799" y="5149683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9" name="그림 78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771" y="5221683"/>
              <a:ext cx="334452" cy="324000"/>
            </a:xfrm>
            <a:prstGeom prst="rect">
              <a:avLst/>
            </a:prstGeom>
          </p:spPr>
        </p:pic>
      </p:grpSp>
      <p:grpSp>
        <p:nvGrpSpPr>
          <p:cNvPr id="1051" name="그룹 1050"/>
          <p:cNvGrpSpPr/>
          <p:nvPr/>
        </p:nvGrpSpPr>
        <p:grpSpPr>
          <a:xfrm>
            <a:off x="399664" y="5640976"/>
            <a:ext cx="936000" cy="450000"/>
            <a:chOff x="395536" y="5625295"/>
            <a:chExt cx="936000" cy="468000"/>
          </a:xfrm>
        </p:grpSpPr>
        <p:sp>
          <p:nvSpPr>
            <p:cNvPr id="37" name="빗면 36"/>
            <p:cNvSpPr/>
            <p:nvPr/>
          </p:nvSpPr>
          <p:spPr>
            <a:xfrm>
              <a:off x="395536" y="5625295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5" name="왼쪽 화살표 1034"/>
            <p:cNvSpPr/>
            <p:nvPr/>
          </p:nvSpPr>
          <p:spPr>
            <a:xfrm>
              <a:off x="721264" y="5739452"/>
              <a:ext cx="252000" cy="252000"/>
            </a:xfrm>
            <a:prstGeom prst="lef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43" name="그룹 1042"/>
          <p:cNvGrpSpPr/>
          <p:nvPr/>
        </p:nvGrpSpPr>
        <p:grpSpPr>
          <a:xfrm>
            <a:off x="399664" y="2036546"/>
            <a:ext cx="936000" cy="450000"/>
            <a:chOff x="395536" y="1844823"/>
            <a:chExt cx="936000" cy="468000"/>
          </a:xfrm>
        </p:grpSpPr>
        <p:sp>
          <p:nvSpPr>
            <p:cNvPr id="29" name="빗면 28"/>
            <p:cNvSpPr/>
            <p:nvPr/>
          </p:nvSpPr>
          <p:spPr>
            <a:xfrm>
              <a:off x="395536" y="1844823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6" name="그림 1035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21" y="1917458"/>
              <a:ext cx="258750" cy="324000"/>
            </a:xfrm>
            <a:prstGeom prst="rect">
              <a:avLst/>
            </a:prstGeom>
          </p:spPr>
        </p:pic>
      </p:grpSp>
      <p:grpSp>
        <p:nvGrpSpPr>
          <p:cNvPr id="1049" name="그룹 1048"/>
          <p:cNvGrpSpPr/>
          <p:nvPr/>
        </p:nvGrpSpPr>
        <p:grpSpPr>
          <a:xfrm>
            <a:off x="399664" y="4739870"/>
            <a:ext cx="936000" cy="450000"/>
            <a:chOff x="395536" y="4674261"/>
            <a:chExt cx="936000" cy="468000"/>
          </a:xfrm>
        </p:grpSpPr>
        <p:sp>
          <p:nvSpPr>
            <p:cNvPr id="35" name="빗면 34"/>
            <p:cNvSpPr/>
            <p:nvPr/>
          </p:nvSpPr>
          <p:spPr>
            <a:xfrm>
              <a:off x="395536" y="4674261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7" name="그림 1036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523" y="4737117"/>
              <a:ext cx="222552" cy="324000"/>
            </a:xfrm>
            <a:prstGeom prst="rect">
              <a:avLst/>
            </a:prstGeom>
          </p:spPr>
        </p:pic>
      </p:grpSp>
      <p:sp>
        <p:nvSpPr>
          <p:cNvPr id="16" name="TextBox 15"/>
          <p:cNvSpPr txBox="1"/>
          <p:nvPr/>
        </p:nvSpPr>
        <p:spPr>
          <a:xfrm>
            <a:off x="409005" y="1805594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schemeClr val="bg1"/>
                </a:solidFill>
              </a:rPr>
              <a:t>Last Alarm List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9664" y="3388208"/>
            <a:ext cx="936000" cy="450000"/>
            <a:chOff x="410776" y="3498167"/>
            <a:chExt cx="936000" cy="432000"/>
          </a:xfrm>
        </p:grpSpPr>
        <p:sp>
          <p:nvSpPr>
            <p:cNvPr id="32" name="빗면 31"/>
            <p:cNvSpPr/>
            <p:nvPr/>
          </p:nvSpPr>
          <p:spPr>
            <a:xfrm>
              <a:off x="410776" y="3498167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76" y="3633167"/>
              <a:ext cx="324000" cy="162000"/>
            </a:xfrm>
            <a:prstGeom prst="rect">
              <a:avLst/>
            </a:prstGeom>
          </p:spPr>
        </p:pic>
      </p:grpSp>
      <p:grpSp>
        <p:nvGrpSpPr>
          <p:cNvPr id="25" name="그룹 24"/>
          <p:cNvGrpSpPr/>
          <p:nvPr/>
        </p:nvGrpSpPr>
        <p:grpSpPr>
          <a:xfrm>
            <a:off x="399664" y="2487100"/>
            <a:ext cx="936000" cy="450000"/>
            <a:chOff x="410776" y="2635965"/>
            <a:chExt cx="936000" cy="432000"/>
          </a:xfrm>
        </p:grpSpPr>
        <p:sp>
          <p:nvSpPr>
            <p:cNvPr id="30" name="빗면 29"/>
            <p:cNvSpPr/>
            <p:nvPr/>
          </p:nvSpPr>
          <p:spPr>
            <a:xfrm>
              <a:off x="410776" y="2635965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6648" y="2731027"/>
              <a:ext cx="205776" cy="234000"/>
            </a:xfrm>
            <a:prstGeom prst="rect">
              <a:avLst/>
            </a:prstGeom>
          </p:spPr>
        </p:pic>
      </p:grpSp>
      <p:grpSp>
        <p:nvGrpSpPr>
          <p:cNvPr id="26" name="그룹 25"/>
          <p:cNvGrpSpPr/>
          <p:nvPr/>
        </p:nvGrpSpPr>
        <p:grpSpPr>
          <a:xfrm>
            <a:off x="399664" y="2937654"/>
            <a:ext cx="936000" cy="450000"/>
            <a:chOff x="410776" y="3067066"/>
            <a:chExt cx="936000" cy="432000"/>
          </a:xfrm>
        </p:grpSpPr>
        <p:sp>
          <p:nvSpPr>
            <p:cNvPr id="31" name="빗면 30"/>
            <p:cNvSpPr/>
            <p:nvPr/>
          </p:nvSpPr>
          <p:spPr>
            <a:xfrm>
              <a:off x="410776" y="3067066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3" name="그림 52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6329" y="3159162"/>
              <a:ext cx="205776" cy="234000"/>
            </a:xfrm>
            <a:prstGeom prst="rect">
              <a:avLst/>
            </a:prstGeom>
          </p:spPr>
        </p:pic>
        <p:pic>
          <p:nvPicPr>
            <p:cNvPr id="54" name="그림 53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210" y="3159162"/>
              <a:ext cx="205776" cy="234000"/>
            </a:xfrm>
            <a:prstGeom prst="rect">
              <a:avLst/>
            </a:prstGeom>
          </p:spPr>
        </p:pic>
        <p:pic>
          <p:nvPicPr>
            <p:cNvPr id="55" name="그림 54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7832" y="3159162"/>
              <a:ext cx="205776" cy="234000"/>
            </a:xfrm>
            <a:prstGeom prst="rect">
              <a:avLst/>
            </a:prstGeom>
          </p:spPr>
        </p:pic>
      </p:grpSp>
      <p:grpSp>
        <p:nvGrpSpPr>
          <p:cNvPr id="28" name="그룹 27"/>
          <p:cNvGrpSpPr/>
          <p:nvPr/>
        </p:nvGrpSpPr>
        <p:grpSpPr>
          <a:xfrm>
            <a:off x="399664" y="4289316"/>
            <a:ext cx="936000" cy="450000"/>
            <a:chOff x="410776" y="4360369"/>
            <a:chExt cx="936000" cy="432000"/>
          </a:xfrm>
        </p:grpSpPr>
        <p:sp>
          <p:nvSpPr>
            <p:cNvPr id="34" name="빗면 33"/>
            <p:cNvSpPr/>
            <p:nvPr/>
          </p:nvSpPr>
          <p:spPr>
            <a:xfrm>
              <a:off x="410776" y="4360369"/>
              <a:ext cx="936000" cy="432000"/>
            </a:xfrm>
            <a:prstGeom prst="bevel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968" y="4438909"/>
              <a:ext cx="351529" cy="298800"/>
            </a:xfrm>
            <a:prstGeom prst="rect">
              <a:avLst/>
            </a:prstGeom>
          </p:spPr>
        </p:pic>
      </p:grp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174188"/>
              </p:ext>
            </p:extLst>
          </p:nvPr>
        </p:nvGraphicFramePr>
        <p:xfrm>
          <a:off x="1426544" y="2586119"/>
          <a:ext cx="7249911" cy="29953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0036">
                  <a:extLst>
                    <a:ext uri="{9D8B030D-6E8A-4147-A177-3AD203B41FA5}">
                      <a16:colId xmlns:a16="http://schemas.microsoft.com/office/drawing/2014/main" val="2590362274"/>
                    </a:ext>
                  </a:extLst>
                </a:gridCol>
                <a:gridCol w="1896601">
                  <a:extLst>
                    <a:ext uri="{9D8B030D-6E8A-4147-A177-3AD203B41FA5}">
                      <a16:colId xmlns:a16="http://schemas.microsoft.com/office/drawing/2014/main" val="2000779055"/>
                    </a:ext>
                  </a:extLst>
                </a:gridCol>
                <a:gridCol w="520036">
                  <a:extLst>
                    <a:ext uri="{9D8B030D-6E8A-4147-A177-3AD203B41FA5}">
                      <a16:colId xmlns:a16="http://schemas.microsoft.com/office/drawing/2014/main" val="1649117618"/>
                    </a:ext>
                  </a:extLst>
                </a:gridCol>
                <a:gridCol w="1896601">
                  <a:extLst>
                    <a:ext uri="{9D8B030D-6E8A-4147-A177-3AD203B41FA5}">
                      <a16:colId xmlns:a16="http://schemas.microsoft.com/office/drawing/2014/main" val="1742896323"/>
                    </a:ext>
                  </a:extLst>
                </a:gridCol>
                <a:gridCol w="520036">
                  <a:extLst>
                    <a:ext uri="{9D8B030D-6E8A-4147-A177-3AD203B41FA5}">
                      <a16:colId xmlns:a16="http://schemas.microsoft.com/office/drawing/2014/main" val="2236346609"/>
                    </a:ext>
                  </a:extLst>
                </a:gridCol>
                <a:gridCol w="1896601">
                  <a:extLst>
                    <a:ext uri="{9D8B030D-6E8A-4147-A177-3AD203B41FA5}">
                      <a16:colId xmlns:a16="http://schemas.microsoft.com/office/drawing/2014/main" val="3855150795"/>
                    </a:ext>
                  </a:extLst>
                </a:gridCol>
              </a:tblGrid>
              <a:tr h="2995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11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21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927111"/>
                  </a:ext>
                </a:extLst>
              </a:tr>
              <a:tr h="2995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12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22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587313"/>
                  </a:ext>
                </a:extLst>
              </a:tr>
              <a:tr h="2995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13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23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48994"/>
                  </a:ext>
                </a:extLst>
              </a:tr>
              <a:tr h="2995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14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24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473144"/>
                  </a:ext>
                </a:extLst>
              </a:tr>
              <a:tr h="2995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15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25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52404"/>
                  </a:ext>
                </a:extLst>
              </a:tr>
              <a:tr h="2995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16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26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797466"/>
                  </a:ext>
                </a:extLst>
              </a:tr>
              <a:tr h="2995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17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27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735476"/>
                  </a:ext>
                </a:extLst>
              </a:tr>
              <a:tr h="2995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18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28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176397"/>
                  </a:ext>
                </a:extLst>
              </a:tr>
              <a:tr h="2995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9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19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29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242257"/>
                  </a:ext>
                </a:extLst>
              </a:tr>
              <a:tr h="2995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30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68310"/>
                  </a:ext>
                </a:extLst>
              </a:tr>
            </a:tbl>
          </a:graphicData>
        </a:graphic>
      </p:graphicFrame>
      <p:sp>
        <p:nvSpPr>
          <p:cNvPr id="20" name="빗면 19"/>
          <p:cNvSpPr/>
          <p:nvPr/>
        </p:nvSpPr>
        <p:spPr>
          <a:xfrm>
            <a:off x="7841587" y="5625184"/>
            <a:ext cx="832026" cy="430741"/>
          </a:xfrm>
          <a:prstGeom prst="bevel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7843544" y="5686666"/>
            <a:ext cx="8281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NEXT☞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58" name="빗면 57"/>
          <p:cNvSpPr/>
          <p:nvPr/>
        </p:nvSpPr>
        <p:spPr>
          <a:xfrm>
            <a:off x="6954593" y="5625184"/>
            <a:ext cx="832026" cy="430741"/>
          </a:xfrm>
          <a:prstGeom prst="bevel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/>
          <p:cNvSpPr txBox="1"/>
          <p:nvPr/>
        </p:nvSpPr>
        <p:spPr>
          <a:xfrm>
            <a:off x="6956550" y="5686666"/>
            <a:ext cx="8090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☜PREV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grpSp>
        <p:nvGrpSpPr>
          <p:cNvPr id="38" name="그룹 37"/>
          <p:cNvGrpSpPr/>
          <p:nvPr/>
        </p:nvGrpSpPr>
        <p:grpSpPr>
          <a:xfrm>
            <a:off x="8146509" y="2098931"/>
            <a:ext cx="525147" cy="419420"/>
            <a:chOff x="8136069" y="2091328"/>
            <a:chExt cx="525147" cy="419420"/>
          </a:xfrm>
        </p:grpSpPr>
        <p:sp>
          <p:nvSpPr>
            <p:cNvPr id="23" name="빗면 22"/>
            <p:cNvSpPr/>
            <p:nvPr/>
          </p:nvSpPr>
          <p:spPr>
            <a:xfrm>
              <a:off x="8136069" y="2091328"/>
              <a:ext cx="525147" cy="419420"/>
            </a:xfrm>
            <a:prstGeom prst="bevel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6" name="그림 35"/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88529" y="2175038"/>
              <a:ext cx="220226" cy="252000"/>
            </a:xfrm>
            <a:prstGeom prst="rect">
              <a:avLst/>
            </a:prstGeom>
          </p:spPr>
        </p:pic>
      </p:grpSp>
      <p:grpSp>
        <p:nvGrpSpPr>
          <p:cNvPr id="46" name="그룹 45"/>
          <p:cNvGrpSpPr/>
          <p:nvPr/>
        </p:nvGrpSpPr>
        <p:grpSpPr>
          <a:xfrm>
            <a:off x="5580112" y="2097151"/>
            <a:ext cx="2320118" cy="421200"/>
            <a:chOff x="5580112" y="2097151"/>
            <a:chExt cx="2320118" cy="421200"/>
          </a:xfrm>
        </p:grpSpPr>
        <p:sp>
          <p:nvSpPr>
            <p:cNvPr id="61" name="빗면 60"/>
            <p:cNvSpPr/>
            <p:nvPr/>
          </p:nvSpPr>
          <p:spPr>
            <a:xfrm>
              <a:off x="7375083" y="2098931"/>
              <a:ext cx="525147" cy="419420"/>
            </a:xfrm>
            <a:prstGeom prst="bevel">
              <a:avLst/>
            </a:prstGeom>
            <a:solidFill>
              <a:srgbClr val="00B0F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0" name="그림 39"/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8874" y="2182641"/>
              <a:ext cx="217565" cy="252000"/>
            </a:xfrm>
            <a:prstGeom prst="rect">
              <a:avLst/>
            </a:prstGeom>
          </p:spPr>
        </p:pic>
        <p:sp>
          <p:nvSpPr>
            <p:cNvPr id="41" name="직사각형 40"/>
            <p:cNvSpPr/>
            <p:nvPr/>
          </p:nvSpPr>
          <p:spPr>
            <a:xfrm>
              <a:off x="5580112" y="2097151"/>
              <a:ext cx="1800000" cy="421200"/>
            </a:xfrm>
            <a:prstGeom prst="rect">
              <a:avLst/>
            </a:prstGeom>
            <a:solidFill>
              <a:srgbClr val="00B0F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630731" y="2123085"/>
              <a:ext cx="564578" cy="36933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txBody>
            <a:bodyPr wrap="none" rtlCol="0" anchor="ctr">
              <a:spAutoFit/>
            </a:bodyPr>
            <a:lstStyle/>
            <a:p>
              <a:r>
                <a:rPr lang="en-US" altLang="ko-KR" dirty="0"/>
                <a:t>123</a:t>
              </a:r>
              <a:endParaRPr lang="ko-KR" altLang="en-US" dirty="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6768156" y="2123085"/>
              <a:ext cx="564578" cy="36933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txBody>
            <a:bodyPr wrap="none" rtlCol="0" anchor="ctr">
              <a:spAutoFit/>
            </a:bodyPr>
            <a:lstStyle/>
            <a:p>
              <a:r>
                <a:rPr lang="en-US" altLang="ko-KR" dirty="0"/>
                <a:t>123</a:t>
              </a:r>
              <a:endParaRPr lang="ko-KR" altLang="en-US" dirty="0"/>
            </a:p>
          </p:txBody>
        </p:sp>
        <p:sp>
          <p:nvSpPr>
            <p:cNvPr id="44" name="오른쪽 화살표 43"/>
            <p:cNvSpPr/>
            <p:nvPr/>
          </p:nvSpPr>
          <p:spPr>
            <a:xfrm>
              <a:off x="6301733" y="2127751"/>
              <a:ext cx="360000" cy="360000"/>
            </a:xfrm>
            <a:prstGeom prst="rightArrow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>
                    <a:lumMod val="85000"/>
                  </a:schemeClr>
                </a:gs>
                <a:gs pos="7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7" name="그룹 76"/>
          <p:cNvGrpSpPr/>
          <p:nvPr/>
        </p:nvGrpSpPr>
        <p:grpSpPr>
          <a:xfrm>
            <a:off x="399664" y="5640976"/>
            <a:ext cx="936000" cy="450000"/>
            <a:chOff x="399664" y="5640976"/>
            <a:chExt cx="936000" cy="450000"/>
          </a:xfrm>
        </p:grpSpPr>
        <p:sp>
          <p:nvSpPr>
            <p:cNvPr id="80" name="빗면 79"/>
            <p:cNvSpPr/>
            <p:nvPr/>
          </p:nvSpPr>
          <p:spPr>
            <a:xfrm>
              <a:off x="399664" y="5640976"/>
              <a:ext cx="936000" cy="450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1" name="그림 80"/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01" y="5740456"/>
              <a:ext cx="303927" cy="252000"/>
            </a:xfrm>
            <a:prstGeom prst="rect">
              <a:avLst/>
            </a:prstGeom>
          </p:spPr>
        </p:pic>
      </p:grpSp>
      <p:sp>
        <p:nvSpPr>
          <p:cNvPr id="82" name="직사각형 81"/>
          <p:cNvSpPr/>
          <p:nvPr/>
        </p:nvSpPr>
        <p:spPr>
          <a:xfrm>
            <a:off x="382325" y="1844824"/>
            <a:ext cx="720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/>
          <p:cNvSpPr/>
          <p:nvPr/>
        </p:nvSpPr>
        <p:spPr>
          <a:xfrm>
            <a:off x="382325" y="1844822"/>
            <a:ext cx="7200000" cy="9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연결선 83"/>
          <p:cNvCxnSpPr/>
          <p:nvPr/>
        </p:nvCxnSpPr>
        <p:spPr>
          <a:xfrm>
            <a:off x="387000" y="1844824"/>
            <a:ext cx="837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/>
          <p:cNvCxnSpPr/>
          <p:nvPr/>
        </p:nvCxnSpPr>
        <p:spPr>
          <a:xfrm>
            <a:off x="382325" y="2029098"/>
            <a:ext cx="837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409005" y="1805594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schemeClr val="bg1"/>
                </a:solidFill>
              </a:rPr>
              <a:t>Last Alarm List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87" name="직선 연결선 86"/>
          <p:cNvCxnSpPr/>
          <p:nvPr/>
        </p:nvCxnSpPr>
        <p:spPr>
          <a:xfrm rot="5400000">
            <a:off x="7496812" y="1934824"/>
            <a:ext cx="18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7536316" y="1819406"/>
            <a:ext cx="12666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/>
              <a:t>06/21/2024 17:48:50</a:t>
            </a:r>
          </a:p>
        </p:txBody>
      </p:sp>
    </p:spTree>
    <p:extLst>
      <p:ext uri="{BB962C8B-B14F-4D97-AF65-F5344CB8AC3E}">
        <p14:creationId xmlns:p14="http://schemas.microsoft.com/office/powerpoint/2010/main" val="2564678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87000" y="1388096"/>
            <a:ext cx="8370000" cy="4567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MODEL SELECTION-2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700-419E-4133-B797-32B7314A54A9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87000" y="1388096"/>
            <a:ext cx="8370000" cy="47052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빗면 7"/>
          <p:cNvSpPr/>
          <p:nvPr/>
        </p:nvSpPr>
        <p:spPr>
          <a:xfrm>
            <a:off x="2735796" y="1400796"/>
            <a:ext cx="3672408" cy="432000"/>
          </a:xfrm>
          <a:prstGeom prst="bevel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421686" y="1431794"/>
            <a:ext cx="2300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</a:rPr>
              <a:t>MODEL SELECTION</a:t>
            </a:r>
            <a:endParaRPr lang="ko-KR" altLang="en-US" b="1" dirty="0">
              <a:solidFill>
                <a:srgbClr val="FFFF66"/>
              </a:solidFill>
            </a:endParaRPr>
          </a:p>
        </p:txBody>
      </p:sp>
      <p:graphicFrame>
        <p:nvGraphicFramePr>
          <p:cNvPr id="12" name="개체 11"/>
          <p:cNvGraphicFramePr>
            <a:graphicFrameLocks noChangeAspect="1"/>
          </p:cNvGraphicFramePr>
          <p:nvPr/>
        </p:nvGraphicFramePr>
        <p:xfrm>
          <a:off x="6684042" y="1397205"/>
          <a:ext cx="664200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Image" r:id="rId4" imgW="1066320" imgH="711000" progId="Photoshop.Image.11">
                  <p:embed/>
                </p:oleObj>
              </mc:Choice>
              <mc:Fallback>
                <p:oleObj name="Image" r:id="rId4" imgW="1066320" imgH="711000" progId="Photoshop.Image.11">
                  <p:embed/>
                  <p:pic>
                    <p:nvPicPr>
                      <p:cNvPr id="12" name="개체 1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84042" y="1397205"/>
                        <a:ext cx="664200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개체 12"/>
          <p:cNvGraphicFramePr>
            <a:graphicFrameLocks noChangeAspect="1"/>
          </p:cNvGraphicFramePr>
          <p:nvPr/>
        </p:nvGraphicFramePr>
        <p:xfrm>
          <a:off x="7370606" y="1397205"/>
          <a:ext cx="656294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Image" r:id="rId6" imgW="1053720" imgH="711000" progId="Photoshop.Image.11">
                  <p:embed/>
                </p:oleObj>
              </mc:Choice>
              <mc:Fallback>
                <p:oleObj name="Image" r:id="rId6" imgW="1053720" imgH="711000" progId="Photoshop.Image.11">
                  <p:embed/>
                  <p:pic>
                    <p:nvPicPr>
                      <p:cNvPr id="13" name="개체 1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370606" y="1397205"/>
                        <a:ext cx="656294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개체 13"/>
          <p:cNvGraphicFramePr>
            <a:graphicFrameLocks noChangeAspect="1"/>
          </p:cNvGraphicFramePr>
          <p:nvPr/>
        </p:nvGraphicFramePr>
        <p:xfrm>
          <a:off x="8049264" y="1397205"/>
          <a:ext cx="648385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Image" r:id="rId8" imgW="1041120" imgH="711000" progId="Photoshop.Image.11">
                  <p:embed/>
                </p:oleObj>
              </mc:Choice>
              <mc:Fallback>
                <p:oleObj name="Image" r:id="rId8" imgW="1041120" imgH="711000" progId="Photoshop.Image.11">
                  <p:embed/>
                  <p:pic>
                    <p:nvPicPr>
                      <p:cNvPr id="14" name="개체 1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049264" y="1397205"/>
                        <a:ext cx="648385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82325" y="1470266"/>
            <a:ext cx="19141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 dirty="0">
                <a:solidFill>
                  <a:srgbClr val="FFFF66"/>
                </a:solidFill>
              </a:rPr>
              <a:t>3-AXIS ROBOT SPRAY</a:t>
            </a:r>
            <a:endParaRPr lang="ko-KR" altLang="en-US" sz="1300" b="1" dirty="0">
              <a:solidFill>
                <a:srgbClr val="FFFF66"/>
              </a:solidFill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1348150" y="2036426"/>
            <a:ext cx="0" cy="40564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7" name="그룹 1046"/>
          <p:cNvGrpSpPr/>
          <p:nvPr/>
        </p:nvGrpSpPr>
        <p:grpSpPr>
          <a:xfrm>
            <a:off x="399664" y="3838762"/>
            <a:ext cx="936000" cy="450000"/>
            <a:chOff x="395536" y="3731115"/>
            <a:chExt cx="936000" cy="468000"/>
          </a:xfrm>
        </p:grpSpPr>
        <p:sp>
          <p:nvSpPr>
            <p:cNvPr id="33" name="빗면 32"/>
            <p:cNvSpPr/>
            <p:nvPr/>
          </p:nvSpPr>
          <p:spPr>
            <a:xfrm>
              <a:off x="395536" y="3731115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7" name="그림 56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851" y="3839115"/>
              <a:ext cx="243765" cy="252000"/>
            </a:xfrm>
            <a:prstGeom prst="rect">
              <a:avLst/>
            </a:prstGeom>
          </p:spPr>
        </p:pic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3846400"/>
              <a:ext cx="275119" cy="252000"/>
            </a:xfrm>
            <a:prstGeom prst="rect">
              <a:avLst/>
            </a:prstGeom>
          </p:spPr>
        </p:pic>
      </p:grpSp>
      <p:grpSp>
        <p:nvGrpSpPr>
          <p:cNvPr id="1050" name="그룹 1049"/>
          <p:cNvGrpSpPr/>
          <p:nvPr/>
        </p:nvGrpSpPr>
        <p:grpSpPr>
          <a:xfrm>
            <a:off x="399664" y="5190424"/>
            <a:ext cx="936000" cy="450000"/>
            <a:chOff x="403799" y="5149683"/>
            <a:chExt cx="936000" cy="468000"/>
          </a:xfrm>
        </p:grpSpPr>
        <p:sp>
          <p:nvSpPr>
            <p:cNvPr id="78" name="빗면 77"/>
            <p:cNvSpPr/>
            <p:nvPr/>
          </p:nvSpPr>
          <p:spPr>
            <a:xfrm>
              <a:off x="403799" y="5149683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9" name="그림 78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771" y="5221683"/>
              <a:ext cx="334452" cy="324000"/>
            </a:xfrm>
            <a:prstGeom prst="rect">
              <a:avLst/>
            </a:prstGeom>
          </p:spPr>
        </p:pic>
      </p:grpSp>
      <p:grpSp>
        <p:nvGrpSpPr>
          <p:cNvPr id="1051" name="그룹 1050"/>
          <p:cNvGrpSpPr/>
          <p:nvPr/>
        </p:nvGrpSpPr>
        <p:grpSpPr>
          <a:xfrm>
            <a:off x="399664" y="5640976"/>
            <a:ext cx="936000" cy="450000"/>
            <a:chOff x="395536" y="5625295"/>
            <a:chExt cx="936000" cy="468000"/>
          </a:xfrm>
        </p:grpSpPr>
        <p:sp>
          <p:nvSpPr>
            <p:cNvPr id="37" name="빗면 36"/>
            <p:cNvSpPr/>
            <p:nvPr/>
          </p:nvSpPr>
          <p:spPr>
            <a:xfrm>
              <a:off x="395536" y="5625295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5" name="왼쪽 화살표 1034"/>
            <p:cNvSpPr/>
            <p:nvPr/>
          </p:nvSpPr>
          <p:spPr>
            <a:xfrm>
              <a:off x="721264" y="5739452"/>
              <a:ext cx="252000" cy="252000"/>
            </a:xfrm>
            <a:prstGeom prst="lef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43" name="그룹 1042"/>
          <p:cNvGrpSpPr/>
          <p:nvPr/>
        </p:nvGrpSpPr>
        <p:grpSpPr>
          <a:xfrm>
            <a:off x="399664" y="2036546"/>
            <a:ext cx="936000" cy="450000"/>
            <a:chOff x="395536" y="1844823"/>
            <a:chExt cx="936000" cy="468000"/>
          </a:xfrm>
        </p:grpSpPr>
        <p:sp>
          <p:nvSpPr>
            <p:cNvPr id="29" name="빗면 28"/>
            <p:cNvSpPr/>
            <p:nvPr/>
          </p:nvSpPr>
          <p:spPr>
            <a:xfrm>
              <a:off x="395536" y="1844823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6" name="그림 1035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21" y="1917458"/>
              <a:ext cx="258750" cy="324000"/>
            </a:xfrm>
            <a:prstGeom prst="rect">
              <a:avLst/>
            </a:prstGeom>
          </p:spPr>
        </p:pic>
      </p:grpSp>
      <p:grpSp>
        <p:nvGrpSpPr>
          <p:cNvPr id="1049" name="그룹 1048"/>
          <p:cNvGrpSpPr/>
          <p:nvPr/>
        </p:nvGrpSpPr>
        <p:grpSpPr>
          <a:xfrm>
            <a:off x="399664" y="4739870"/>
            <a:ext cx="936000" cy="450000"/>
            <a:chOff x="395536" y="4674261"/>
            <a:chExt cx="936000" cy="468000"/>
          </a:xfrm>
        </p:grpSpPr>
        <p:sp>
          <p:nvSpPr>
            <p:cNvPr id="35" name="빗면 34"/>
            <p:cNvSpPr/>
            <p:nvPr/>
          </p:nvSpPr>
          <p:spPr>
            <a:xfrm>
              <a:off x="395536" y="4674261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7" name="그림 1036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523" y="4737117"/>
              <a:ext cx="222552" cy="324000"/>
            </a:xfrm>
            <a:prstGeom prst="rect">
              <a:avLst/>
            </a:prstGeom>
          </p:spPr>
        </p:pic>
      </p:grpSp>
      <p:sp>
        <p:nvSpPr>
          <p:cNvPr id="16" name="TextBox 15"/>
          <p:cNvSpPr txBox="1"/>
          <p:nvPr/>
        </p:nvSpPr>
        <p:spPr>
          <a:xfrm>
            <a:off x="409005" y="1805594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schemeClr val="bg1"/>
                </a:solidFill>
              </a:rPr>
              <a:t>Last Alarm List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9664" y="3388208"/>
            <a:ext cx="936000" cy="450000"/>
            <a:chOff x="410776" y="3498167"/>
            <a:chExt cx="936000" cy="432000"/>
          </a:xfrm>
        </p:grpSpPr>
        <p:sp>
          <p:nvSpPr>
            <p:cNvPr id="32" name="빗면 31"/>
            <p:cNvSpPr/>
            <p:nvPr/>
          </p:nvSpPr>
          <p:spPr>
            <a:xfrm>
              <a:off x="410776" y="3498167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76" y="3633167"/>
              <a:ext cx="324000" cy="162000"/>
            </a:xfrm>
            <a:prstGeom prst="rect">
              <a:avLst/>
            </a:prstGeom>
          </p:spPr>
        </p:pic>
      </p:grpSp>
      <p:grpSp>
        <p:nvGrpSpPr>
          <p:cNvPr id="25" name="그룹 24"/>
          <p:cNvGrpSpPr/>
          <p:nvPr/>
        </p:nvGrpSpPr>
        <p:grpSpPr>
          <a:xfrm>
            <a:off x="399664" y="2487100"/>
            <a:ext cx="936000" cy="450000"/>
            <a:chOff x="410776" y="2635965"/>
            <a:chExt cx="936000" cy="432000"/>
          </a:xfrm>
        </p:grpSpPr>
        <p:sp>
          <p:nvSpPr>
            <p:cNvPr id="30" name="빗면 29"/>
            <p:cNvSpPr/>
            <p:nvPr/>
          </p:nvSpPr>
          <p:spPr>
            <a:xfrm>
              <a:off x="410776" y="2635965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6648" y="2731027"/>
              <a:ext cx="205776" cy="234000"/>
            </a:xfrm>
            <a:prstGeom prst="rect">
              <a:avLst/>
            </a:prstGeom>
          </p:spPr>
        </p:pic>
      </p:grpSp>
      <p:grpSp>
        <p:nvGrpSpPr>
          <p:cNvPr id="26" name="그룹 25"/>
          <p:cNvGrpSpPr/>
          <p:nvPr/>
        </p:nvGrpSpPr>
        <p:grpSpPr>
          <a:xfrm>
            <a:off x="399664" y="2937654"/>
            <a:ext cx="936000" cy="450000"/>
            <a:chOff x="410776" y="3067066"/>
            <a:chExt cx="936000" cy="432000"/>
          </a:xfrm>
        </p:grpSpPr>
        <p:sp>
          <p:nvSpPr>
            <p:cNvPr id="31" name="빗면 30"/>
            <p:cNvSpPr/>
            <p:nvPr/>
          </p:nvSpPr>
          <p:spPr>
            <a:xfrm>
              <a:off x="410776" y="3067066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3" name="그림 52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6329" y="3159162"/>
              <a:ext cx="205776" cy="234000"/>
            </a:xfrm>
            <a:prstGeom prst="rect">
              <a:avLst/>
            </a:prstGeom>
          </p:spPr>
        </p:pic>
        <p:pic>
          <p:nvPicPr>
            <p:cNvPr id="54" name="그림 53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210" y="3159162"/>
              <a:ext cx="205776" cy="234000"/>
            </a:xfrm>
            <a:prstGeom prst="rect">
              <a:avLst/>
            </a:prstGeom>
          </p:spPr>
        </p:pic>
        <p:pic>
          <p:nvPicPr>
            <p:cNvPr id="55" name="그림 54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7832" y="3159162"/>
              <a:ext cx="205776" cy="234000"/>
            </a:xfrm>
            <a:prstGeom prst="rect">
              <a:avLst/>
            </a:prstGeom>
          </p:spPr>
        </p:pic>
      </p:grpSp>
      <p:grpSp>
        <p:nvGrpSpPr>
          <p:cNvPr id="28" name="그룹 27"/>
          <p:cNvGrpSpPr/>
          <p:nvPr/>
        </p:nvGrpSpPr>
        <p:grpSpPr>
          <a:xfrm>
            <a:off x="399664" y="4289316"/>
            <a:ext cx="936000" cy="450000"/>
            <a:chOff x="410776" y="4360369"/>
            <a:chExt cx="936000" cy="432000"/>
          </a:xfrm>
        </p:grpSpPr>
        <p:sp>
          <p:nvSpPr>
            <p:cNvPr id="34" name="빗면 33"/>
            <p:cNvSpPr/>
            <p:nvPr/>
          </p:nvSpPr>
          <p:spPr>
            <a:xfrm>
              <a:off x="410776" y="4360369"/>
              <a:ext cx="936000" cy="432000"/>
            </a:xfrm>
            <a:prstGeom prst="bevel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968" y="4438909"/>
              <a:ext cx="351529" cy="298800"/>
            </a:xfrm>
            <a:prstGeom prst="rect">
              <a:avLst/>
            </a:prstGeom>
          </p:spPr>
        </p:pic>
      </p:grp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743937"/>
              </p:ext>
            </p:extLst>
          </p:nvPr>
        </p:nvGraphicFramePr>
        <p:xfrm>
          <a:off x="1426544" y="2586119"/>
          <a:ext cx="7249911" cy="29953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0036">
                  <a:extLst>
                    <a:ext uri="{9D8B030D-6E8A-4147-A177-3AD203B41FA5}">
                      <a16:colId xmlns:a16="http://schemas.microsoft.com/office/drawing/2014/main" val="2590362274"/>
                    </a:ext>
                  </a:extLst>
                </a:gridCol>
                <a:gridCol w="1896601">
                  <a:extLst>
                    <a:ext uri="{9D8B030D-6E8A-4147-A177-3AD203B41FA5}">
                      <a16:colId xmlns:a16="http://schemas.microsoft.com/office/drawing/2014/main" val="2000779055"/>
                    </a:ext>
                  </a:extLst>
                </a:gridCol>
                <a:gridCol w="520036">
                  <a:extLst>
                    <a:ext uri="{9D8B030D-6E8A-4147-A177-3AD203B41FA5}">
                      <a16:colId xmlns:a16="http://schemas.microsoft.com/office/drawing/2014/main" val="1649117618"/>
                    </a:ext>
                  </a:extLst>
                </a:gridCol>
                <a:gridCol w="1896601">
                  <a:extLst>
                    <a:ext uri="{9D8B030D-6E8A-4147-A177-3AD203B41FA5}">
                      <a16:colId xmlns:a16="http://schemas.microsoft.com/office/drawing/2014/main" val="1742896323"/>
                    </a:ext>
                  </a:extLst>
                </a:gridCol>
                <a:gridCol w="520036">
                  <a:extLst>
                    <a:ext uri="{9D8B030D-6E8A-4147-A177-3AD203B41FA5}">
                      <a16:colId xmlns:a16="http://schemas.microsoft.com/office/drawing/2014/main" val="2236346609"/>
                    </a:ext>
                  </a:extLst>
                </a:gridCol>
                <a:gridCol w="1896601">
                  <a:extLst>
                    <a:ext uri="{9D8B030D-6E8A-4147-A177-3AD203B41FA5}">
                      <a16:colId xmlns:a16="http://schemas.microsoft.com/office/drawing/2014/main" val="3855150795"/>
                    </a:ext>
                  </a:extLst>
                </a:gridCol>
              </a:tblGrid>
              <a:tr h="2995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31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41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51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927111"/>
                  </a:ext>
                </a:extLst>
              </a:tr>
              <a:tr h="2995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32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42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52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587313"/>
                  </a:ext>
                </a:extLst>
              </a:tr>
              <a:tr h="2995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33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43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53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48994"/>
                  </a:ext>
                </a:extLst>
              </a:tr>
              <a:tr h="2995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34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44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54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473144"/>
                  </a:ext>
                </a:extLst>
              </a:tr>
              <a:tr h="2995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35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45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55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52404"/>
                  </a:ext>
                </a:extLst>
              </a:tr>
              <a:tr h="2995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36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46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56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797466"/>
                  </a:ext>
                </a:extLst>
              </a:tr>
              <a:tr h="2995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37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47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57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735476"/>
                  </a:ext>
                </a:extLst>
              </a:tr>
              <a:tr h="2995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38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48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58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176397"/>
                  </a:ext>
                </a:extLst>
              </a:tr>
              <a:tr h="2995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39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49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59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242257"/>
                  </a:ext>
                </a:extLst>
              </a:tr>
              <a:tr h="2995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40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50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60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68310"/>
                  </a:ext>
                </a:extLst>
              </a:tr>
            </a:tbl>
          </a:graphicData>
        </a:graphic>
      </p:graphicFrame>
      <p:sp>
        <p:nvSpPr>
          <p:cNvPr id="20" name="빗면 19"/>
          <p:cNvSpPr/>
          <p:nvPr/>
        </p:nvSpPr>
        <p:spPr>
          <a:xfrm>
            <a:off x="7841587" y="5625184"/>
            <a:ext cx="832026" cy="430741"/>
          </a:xfrm>
          <a:prstGeom prst="bevel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7843544" y="5686666"/>
            <a:ext cx="8281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NEXT☞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58" name="빗면 57"/>
          <p:cNvSpPr/>
          <p:nvPr/>
        </p:nvSpPr>
        <p:spPr>
          <a:xfrm>
            <a:off x="6954593" y="5625184"/>
            <a:ext cx="832026" cy="430741"/>
          </a:xfrm>
          <a:prstGeom prst="bevel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/>
          <p:cNvSpPr txBox="1"/>
          <p:nvPr/>
        </p:nvSpPr>
        <p:spPr>
          <a:xfrm>
            <a:off x="6956550" y="5686666"/>
            <a:ext cx="8090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☜PREV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grpSp>
        <p:nvGrpSpPr>
          <p:cNvPr id="38" name="그룹 37"/>
          <p:cNvGrpSpPr/>
          <p:nvPr/>
        </p:nvGrpSpPr>
        <p:grpSpPr>
          <a:xfrm>
            <a:off x="8146509" y="2098931"/>
            <a:ext cx="525147" cy="419420"/>
            <a:chOff x="8136069" y="2091328"/>
            <a:chExt cx="525147" cy="419420"/>
          </a:xfrm>
        </p:grpSpPr>
        <p:sp>
          <p:nvSpPr>
            <p:cNvPr id="23" name="빗면 22"/>
            <p:cNvSpPr/>
            <p:nvPr/>
          </p:nvSpPr>
          <p:spPr>
            <a:xfrm>
              <a:off x="8136069" y="2091328"/>
              <a:ext cx="525147" cy="419420"/>
            </a:xfrm>
            <a:prstGeom prst="bevel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6" name="그림 35"/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88529" y="2175038"/>
              <a:ext cx="220226" cy="252000"/>
            </a:xfrm>
            <a:prstGeom prst="rect">
              <a:avLst/>
            </a:prstGeom>
          </p:spPr>
        </p:pic>
      </p:grpSp>
      <p:grpSp>
        <p:nvGrpSpPr>
          <p:cNvPr id="46" name="그룹 45"/>
          <p:cNvGrpSpPr/>
          <p:nvPr/>
        </p:nvGrpSpPr>
        <p:grpSpPr>
          <a:xfrm>
            <a:off x="5580112" y="2097151"/>
            <a:ext cx="2320118" cy="421200"/>
            <a:chOff x="5580112" y="2097151"/>
            <a:chExt cx="2320118" cy="421200"/>
          </a:xfrm>
        </p:grpSpPr>
        <p:sp>
          <p:nvSpPr>
            <p:cNvPr id="61" name="빗면 60"/>
            <p:cNvSpPr/>
            <p:nvPr/>
          </p:nvSpPr>
          <p:spPr>
            <a:xfrm>
              <a:off x="7375083" y="2098931"/>
              <a:ext cx="525147" cy="419420"/>
            </a:xfrm>
            <a:prstGeom prst="bevel">
              <a:avLst/>
            </a:prstGeom>
            <a:solidFill>
              <a:srgbClr val="00B0F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0" name="그림 39"/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8874" y="2182641"/>
              <a:ext cx="217565" cy="252000"/>
            </a:xfrm>
            <a:prstGeom prst="rect">
              <a:avLst/>
            </a:prstGeom>
          </p:spPr>
        </p:pic>
        <p:sp>
          <p:nvSpPr>
            <p:cNvPr id="41" name="직사각형 40"/>
            <p:cNvSpPr/>
            <p:nvPr/>
          </p:nvSpPr>
          <p:spPr>
            <a:xfrm>
              <a:off x="5580112" y="2097151"/>
              <a:ext cx="1800000" cy="421200"/>
            </a:xfrm>
            <a:prstGeom prst="rect">
              <a:avLst/>
            </a:prstGeom>
            <a:solidFill>
              <a:srgbClr val="00B0F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630731" y="2123085"/>
              <a:ext cx="564578" cy="36933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txBody>
            <a:bodyPr wrap="none" rtlCol="0" anchor="ctr">
              <a:spAutoFit/>
            </a:bodyPr>
            <a:lstStyle/>
            <a:p>
              <a:r>
                <a:rPr lang="en-US" altLang="ko-KR" dirty="0"/>
                <a:t>123</a:t>
              </a:r>
              <a:endParaRPr lang="ko-KR" altLang="en-US" dirty="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6768156" y="2123085"/>
              <a:ext cx="564578" cy="36933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txBody>
            <a:bodyPr wrap="none" rtlCol="0" anchor="ctr">
              <a:spAutoFit/>
            </a:bodyPr>
            <a:lstStyle/>
            <a:p>
              <a:r>
                <a:rPr lang="en-US" altLang="ko-KR" dirty="0"/>
                <a:t>123</a:t>
              </a:r>
              <a:endParaRPr lang="ko-KR" altLang="en-US" dirty="0"/>
            </a:p>
          </p:txBody>
        </p:sp>
        <p:sp>
          <p:nvSpPr>
            <p:cNvPr id="44" name="오른쪽 화살표 43"/>
            <p:cNvSpPr/>
            <p:nvPr/>
          </p:nvSpPr>
          <p:spPr>
            <a:xfrm>
              <a:off x="6301733" y="2127751"/>
              <a:ext cx="360000" cy="360000"/>
            </a:xfrm>
            <a:prstGeom prst="rightArrow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>
                    <a:lumMod val="85000"/>
                  </a:schemeClr>
                </a:gs>
                <a:gs pos="7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7" name="그룹 76"/>
          <p:cNvGrpSpPr/>
          <p:nvPr/>
        </p:nvGrpSpPr>
        <p:grpSpPr>
          <a:xfrm>
            <a:off x="399664" y="5640976"/>
            <a:ext cx="936000" cy="450000"/>
            <a:chOff x="399664" y="5640976"/>
            <a:chExt cx="936000" cy="450000"/>
          </a:xfrm>
        </p:grpSpPr>
        <p:sp>
          <p:nvSpPr>
            <p:cNvPr id="80" name="빗면 79"/>
            <p:cNvSpPr/>
            <p:nvPr/>
          </p:nvSpPr>
          <p:spPr>
            <a:xfrm>
              <a:off x="399664" y="5640976"/>
              <a:ext cx="936000" cy="450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1" name="그림 80"/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01" y="5740456"/>
              <a:ext cx="303927" cy="252000"/>
            </a:xfrm>
            <a:prstGeom prst="rect">
              <a:avLst/>
            </a:prstGeom>
          </p:spPr>
        </p:pic>
      </p:grpSp>
      <p:sp>
        <p:nvSpPr>
          <p:cNvPr id="82" name="직사각형 81"/>
          <p:cNvSpPr/>
          <p:nvPr/>
        </p:nvSpPr>
        <p:spPr>
          <a:xfrm>
            <a:off x="382325" y="1844824"/>
            <a:ext cx="720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/>
          <p:cNvSpPr/>
          <p:nvPr/>
        </p:nvSpPr>
        <p:spPr>
          <a:xfrm>
            <a:off x="382325" y="1844822"/>
            <a:ext cx="7200000" cy="9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연결선 83"/>
          <p:cNvCxnSpPr/>
          <p:nvPr/>
        </p:nvCxnSpPr>
        <p:spPr>
          <a:xfrm>
            <a:off x="387000" y="1844824"/>
            <a:ext cx="837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/>
          <p:cNvCxnSpPr/>
          <p:nvPr/>
        </p:nvCxnSpPr>
        <p:spPr>
          <a:xfrm>
            <a:off x="382325" y="2029098"/>
            <a:ext cx="837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409005" y="1805594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schemeClr val="bg1"/>
                </a:solidFill>
              </a:rPr>
              <a:t>Last Alarm List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87" name="직선 연결선 86"/>
          <p:cNvCxnSpPr/>
          <p:nvPr/>
        </p:nvCxnSpPr>
        <p:spPr>
          <a:xfrm rot="5400000">
            <a:off x="7496812" y="1934824"/>
            <a:ext cx="18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7536316" y="1819406"/>
            <a:ext cx="12666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/>
              <a:t>06/21/2024 17:48:50</a:t>
            </a:r>
          </a:p>
        </p:txBody>
      </p:sp>
    </p:spTree>
    <p:extLst>
      <p:ext uri="{BB962C8B-B14F-4D97-AF65-F5344CB8AC3E}">
        <p14:creationId xmlns:p14="http://schemas.microsoft.com/office/powerpoint/2010/main" val="2005489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87000" y="1388096"/>
            <a:ext cx="8370000" cy="4567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PLC I/O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700-419E-4133-B797-32B7314A54A9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87000" y="1388096"/>
            <a:ext cx="8370000" cy="47052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빗면 7"/>
          <p:cNvSpPr/>
          <p:nvPr/>
        </p:nvSpPr>
        <p:spPr>
          <a:xfrm>
            <a:off x="2735796" y="1400796"/>
            <a:ext cx="3672408" cy="432000"/>
          </a:xfrm>
          <a:prstGeom prst="bevel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061284" y="1431794"/>
            <a:ext cx="1021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</a:rPr>
              <a:t>PLC I/O</a:t>
            </a:r>
            <a:endParaRPr lang="ko-KR" altLang="en-US" b="1" dirty="0">
              <a:solidFill>
                <a:srgbClr val="FFFF66"/>
              </a:solidFill>
            </a:endParaRPr>
          </a:p>
        </p:txBody>
      </p:sp>
      <p:graphicFrame>
        <p:nvGraphicFramePr>
          <p:cNvPr id="12" name="개체 11"/>
          <p:cNvGraphicFramePr>
            <a:graphicFrameLocks noChangeAspect="1"/>
          </p:cNvGraphicFramePr>
          <p:nvPr/>
        </p:nvGraphicFramePr>
        <p:xfrm>
          <a:off x="6684042" y="1397205"/>
          <a:ext cx="664200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Image" r:id="rId3" imgW="1066320" imgH="711000" progId="Photoshop.Image.11">
                  <p:embed/>
                </p:oleObj>
              </mc:Choice>
              <mc:Fallback>
                <p:oleObj name="Image" r:id="rId3" imgW="1066320" imgH="711000" progId="Photoshop.Image.11">
                  <p:embed/>
                  <p:pic>
                    <p:nvPicPr>
                      <p:cNvPr id="12" name="개체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84042" y="1397205"/>
                        <a:ext cx="664200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개체 12"/>
          <p:cNvGraphicFramePr>
            <a:graphicFrameLocks noChangeAspect="1"/>
          </p:cNvGraphicFramePr>
          <p:nvPr/>
        </p:nvGraphicFramePr>
        <p:xfrm>
          <a:off x="7370606" y="1397205"/>
          <a:ext cx="656294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Image" r:id="rId5" imgW="1053720" imgH="711000" progId="Photoshop.Image.11">
                  <p:embed/>
                </p:oleObj>
              </mc:Choice>
              <mc:Fallback>
                <p:oleObj name="Image" r:id="rId5" imgW="1053720" imgH="711000" progId="Photoshop.Image.11">
                  <p:embed/>
                  <p:pic>
                    <p:nvPicPr>
                      <p:cNvPr id="13" name="개체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70606" y="1397205"/>
                        <a:ext cx="656294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개체 13"/>
          <p:cNvGraphicFramePr>
            <a:graphicFrameLocks noChangeAspect="1"/>
          </p:cNvGraphicFramePr>
          <p:nvPr/>
        </p:nvGraphicFramePr>
        <p:xfrm>
          <a:off x="8049264" y="1397205"/>
          <a:ext cx="648385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Image" r:id="rId7" imgW="1041120" imgH="711000" progId="Photoshop.Image.11">
                  <p:embed/>
                </p:oleObj>
              </mc:Choice>
              <mc:Fallback>
                <p:oleObj name="Image" r:id="rId7" imgW="1041120" imgH="711000" progId="Photoshop.Image.11">
                  <p:embed/>
                  <p:pic>
                    <p:nvPicPr>
                      <p:cNvPr id="14" name="개체 1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49264" y="1397205"/>
                        <a:ext cx="648385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82325" y="1470266"/>
            <a:ext cx="19141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 dirty="0">
                <a:solidFill>
                  <a:srgbClr val="FFFF66"/>
                </a:solidFill>
              </a:rPr>
              <a:t>3-AXIS ROBOT SPRAY</a:t>
            </a:r>
            <a:endParaRPr lang="ko-KR" altLang="en-US" sz="1300" b="1" dirty="0">
              <a:solidFill>
                <a:srgbClr val="FFFF66"/>
              </a:solidFill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1348150" y="2036426"/>
            <a:ext cx="0" cy="40564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7" name="그룹 1046"/>
          <p:cNvGrpSpPr/>
          <p:nvPr/>
        </p:nvGrpSpPr>
        <p:grpSpPr>
          <a:xfrm>
            <a:off x="399664" y="3838762"/>
            <a:ext cx="936000" cy="450000"/>
            <a:chOff x="395536" y="3731115"/>
            <a:chExt cx="936000" cy="468000"/>
          </a:xfrm>
        </p:grpSpPr>
        <p:sp>
          <p:nvSpPr>
            <p:cNvPr id="33" name="빗면 32"/>
            <p:cNvSpPr/>
            <p:nvPr/>
          </p:nvSpPr>
          <p:spPr>
            <a:xfrm>
              <a:off x="395536" y="3731115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7" name="그림 56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851" y="3839115"/>
              <a:ext cx="243765" cy="252000"/>
            </a:xfrm>
            <a:prstGeom prst="rect">
              <a:avLst/>
            </a:prstGeom>
          </p:spPr>
        </p:pic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3846400"/>
              <a:ext cx="275119" cy="252000"/>
            </a:xfrm>
            <a:prstGeom prst="rect">
              <a:avLst/>
            </a:prstGeom>
          </p:spPr>
        </p:pic>
      </p:grpSp>
      <p:grpSp>
        <p:nvGrpSpPr>
          <p:cNvPr id="1050" name="그룹 1049"/>
          <p:cNvGrpSpPr/>
          <p:nvPr/>
        </p:nvGrpSpPr>
        <p:grpSpPr>
          <a:xfrm>
            <a:off x="399664" y="5190424"/>
            <a:ext cx="936000" cy="450000"/>
            <a:chOff x="403799" y="5149683"/>
            <a:chExt cx="936000" cy="468000"/>
          </a:xfrm>
        </p:grpSpPr>
        <p:sp>
          <p:nvSpPr>
            <p:cNvPr id="78" name="빗면 77"/>
            <p:cNvSpPr/>
            <p:nvPr/>
          </p:nvSpPr>
          <p:spPr>
            <a:xfrm>
              <a:off x="403799" y="5149683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9" name="그림 78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771" y="5221683"/>
              <a:ext cx="334452" cy="324000"/>
            </a:xfrm>
            <a:prstGeom prst="rect">
              <a:avLst/>
            </a:prstGeom>
          </p:spPr>
        </p:pic>
      </p:grpSp>
      <p:grpSp>
        <p:nvGrpSpPr>
          <p:cNvPr id="1051" name="그룹 1050"/>
          <p:cNvGrpSpPr/>
          <p:nvPr/>
        </p:nvGrpSpPr>
        <p:grpSpPr>
          <a:xfrm>
            <a:off x="399664" y="5640976"/>
            <a:ext cx="936000" cy="450000"/>
            <a:chOff x="395536" y="5625295"/>
            <a:chExt cx="936000" cy="468000"/>
          </a:xfrm>
        </p:grpSpPr>
        <p:sp>
          <p:nvSpPr>
            <p:cNvPr id="37" name="빗면 36"/>
            <p:cNvSpPr/>
            <p:nvPr/>
          </p:nvSpPr>
          <p:spPr>
            <a:xfrm>
              <a:off x="395536" y="5625295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5" name="왼쪽 화살표 1034"/>
            <p:cNvSpPr/>
            <p:nvPr/>
          </p:nvSpPr>
          <p:spPr>
            <a:xfrm>
              <a:off x="721264" y="5739452"/>
              <a:ext cx="252000" cy="252000"/>
            </a:xfrm>
            <a:prstGeom prst="lef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43" name="그룹 1042"/>
          <p:cNvGrpSpPr/>
          <p:nvPr/>
        </p:nvGrpSpPr>
        <p:grpSpPr>
          <a:xfrm>
            <a:off x="399664" y="2036546"/>
            <a:ext cx="936000" cy="450000"/>
            <a:chOff x="395536" y="1844823"/>
            <a:chExt cx="936000" cy="468000"/>
          </a:xfrm>
        </p:grpSpPr>
        <p:sp>
          <p:nvSpPr>
            <p:cNvPr id="29" name="빗면 28"/>
            <p:cNvSpPr/>
            <p:nvPr/>
          </p:nvSpPr>
          <p:spPr>
            <a:xfrm>
              <a:off x="395536" y="1844823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6" name="그림 1035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21" y="1917458"/>
              <a:ext cx="258750" cy="324000"/>
            </a:xfrm>
            <a:prstGeom prst="rect">
              <a:avLst/>
            </a:prstGeom>
          </p:spPr>
        </p:pic>
      </p:grpSp>
      <p:grpSp>
        <p:nvGrpSpPr>
          <p:cNvPr id="1049" name="그룹 1048"/>
          <p:cNvGrpSpPr/>
          <p:nvPr/>
        </p:nvGrpSpPr>
        <p:grpSpPr>
          <a:xfrm>
            <a:off x="399664" y="4739870"/>
            <a:ext cx="936000" cy="450000"/>
            <a:chOff x="395536" y="4674261"/>
            <a:chExt cx="936000" cy="468000"/>
          </a:xfrm>
        </p:grpSpPr>
        <p:sp>
          <p:nvSpPr>
            <p:cNvPr id="35" name="빗면 34"/>
            <p:cNvSpPr/>
            <p:nvPr/>
          </p:nvSpPr>
          <p:spPr>
            <a:xfrm>
              <a:off x="395536" y="4674261"/>
              <a:ext cx="936000" cy="468000"/>
            </a:xfrm>
            <a:prstGeom prst="bevel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7" name="그림 1036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523" y="4737117"/>
              <a:ext cx="222552" cy="324000"/>
            </a:xfrm>
            <a:prstGeom prst="rect">
              <a:avLst/>
            </a:prstGeom>
          </p:spPr>
        </p:pic>
      </p:grpSp>
      <p:grpSp>
        <p:nvGrpSpPr>
          <p:cNvPr id="27" name="그룹 26"/>
          <p:cNvGrpSpPr/>
          <p:nvPr/>
        </p:nvGrpSpPr>
        <p:grpSpPr>
          <a:xfrm>
            <a:off x="399664" y="3388208"/>
            <a:ext cx="936000" cy="450000"/>
            <a:chOff x="410776" y="3498167"/>
            <a:chExt cx="936000" cy="432000"/>
          </a:xfrm>
        </p:grpSpPr>
        <p:sp>
          <p:nvSpPr>
            <p:cNvPr id="32" name="빗면 31"/>
            <p:cNvSpPr/>
            <p:nvPr/>
          </p:nvSpPr>
          <p:spPr>
            <a:xfrm>
              <a:off x="410776" y="3498167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76" y="3633167"/>
              <a:ext cx="324000" cy="162000"/>
            </a:xfrm>
            <a:prstGeom prst="rect">
              <a:avLst/>
            </a:prstGeom>
          </p:spPr>
        </p:pic>
      </p:grpSp>
      <p:grpSp>
        <p:nvGrpSpPr>
          <p:cNvPr id="25" name="그룹 24"/>
          <p:cNvGrpSpPr/>
          <p:nvPr/>
        </p:nvGrpSpPr>
        <p:grpSpPr>
          <a:xfrm>
            <a:off x="399664" y="2487100"/>
            <a:ext cx="936000" cy="450000"/>
            <a:chOff x="410776" y="2635965"/>
            <a:chExt cx="936000" cy="432000"/>
          </a:xfrm>
        </p:grpSpPr>
        <p:sp>
          <p:nvSpPr>
            <p:cNvPr id="30" name="빗면 29"/>
            <p:cNvSpPr/>
            <p:nvPr/>
          </p:nvSpPr>
          <p:spPr>
            <a:xfrm>
              <a:off x="410776" y="2635965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6648" y="2731027"/>
              <a:ext cx="205776" cy="234000"/>
            </a:xfrm>
            <a:prstGeom prst="rect">
              <a:avLst/>
            </a:prstGeom>
          </p:spPr>
        </p:pic>
      </p:grpSp>
      <p:grpSp>
        <p:nvGrpSpPr>
          <p:cNvPr id="26" name="그룹 25"/>
          <p:cNvGrpSpPr/>
          <p:nvPr/>
        </p:nvGrpSpPr>
        <p:grpSpPr>
          <a:xfrm>
            <a:off x="399664" y="2937654"/>
            <a:ext cx="936000" cy="450000"/>
            <a:chOff x="410776" y="3067066"/>
            <a:chExt cx="936000" cy="432000"/>
          </a:xfrm>
        </p:grpSpPr>
        <p:sp>
          <p:nvSpPr>
            <p:cNvPr id="31" name="빗면 30"/>
            <p:cNvSpPr/>
            <p:nvPr/>
          </p:nvSpPr>
          <p:spPr>
            <a:xfrm>
              <a:off x="410776" y="3067066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3" name="그림 52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6329" y="3159162"/>
              <a:ext cx="205776" cy="234000"/>
            </a:xfrm>
            <a:prstGeom prst="rect">
              <a:avLst/>
            </a:prstGeom>
          </p:spPr>
        </p:pic>
        <p:pic>
          <p:nvPicPr>
            <p:cNvPr id="54" name="그림 53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210" y="3159162"/>
              <a:ext cx="205776" cy="234000"/>
            </a:xfrm>
            <a:prstGeom prst="rect">
              <a:avLst/>
            </a:prstGeom>
          </p:spPr>
        </p:pic>
        <p:pic>
          <p:nvPicPr>
            <p:cNvPr id="55" name="그림 54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7832" y="3159162"/>
              <a:ext cx="205776" cy="234000"/>
            </a:xfrm>
            <a:prstGeom prst="rect">
              <a:avLst/>
            </a:prstGeom>
          </p:spPr>
        </p:pic>
      </p:grpSp>
      <p:grpSp>
        <p:nvGrpSpPr>
          <p:cNvPr id="28" name="그룹 27"/>
          <p:cNvGrpSpPr/>
          <p:nvPr/>
        </p:nvGrpSpPr>
        <p:grpSpPr>
          <a:xfrm>
            <a:off x="399664" y="4289316"/>
            <a:ext cx="936000" cy="450000"/>
            <a:chOff x="410776" y="4360369"/>
            <a:chExt cx="936000" cy="432000"/>
          </a:xfrm>
        </p:grpSpPr>
        <p:sp>
          <p:nvSpPr>
            <p:cNvPr id="34" name="빗면 33"/>
            <p:cNvSpPr/>
            <p:nvPr/>
          </p:nvSpPr>
          <p:spPr>
            <a:xfrm>
              <a:off x="410776" y="4360369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968" y="4438909"/>
              <a:ext cx="351529" cy="298800"/>
            </a:xfrm>
            <a:prstGeom prst="rect">
              <a:avLst/>
            </a:prstGeom>
          </p:spPr>
        </p:pic>
      </p:grpSp>
      <p:graphicFrame>
        <p:nvGraphicFramePr>
          <p:cNvPr id="50" name="표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88291"/>
              </p:ext>
            </p:extLst>
          </p:nvPr>
        </p:nvGraphicFramePr>
        <p:xfrm>
          <a:off x="1534190" y="2123208"/>
          <a:ext cx="3325842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546">
                  <a:extLst>
                    <a:ext uri="{9D8B030D-6E8A-4147-A177-3AD203B41FA5}">
                      <a16:colId xmlns:a16="http://schemas.microsoft.com/office/drawing/2014/main" val="1688637777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655043480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117405617"/>
                    </a:ext>
                  </a:extLst>
                </a:gridCol>
              </a:tblGrid>
              <a:tr h="24384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PLC Input (P0000 ~ P000F)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6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6463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P0000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99237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P0001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061165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P0002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3672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P0003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4644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P0004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7450913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P0005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87834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P0006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29596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P0007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8967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P0008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543068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P0009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981765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P000A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26725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P000B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633329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P000C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3022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P000D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2769318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P000E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776826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P000F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735245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73156"/>
                  </a:ext>
                </a:extLst>
              </a:tr>
            </a:tbl>
          </a:graphicData>
        </a:graphic>
      </p:graphicFrame>
      <p:graphicFrame>
        <p:nvGraphicFramePr>
          <p:cNvPr id="51" name="표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499198"/>
              </p:ext>
            </p:extLst>
          </p:nvPr>
        </p:nvGraphicFramePr>
        <p:xfrm>
          <a:off x="5220072" y="2123208"/>
          <a:ext cx="3333562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266">
                  <a:extLst>
                    <a:ext uri="{9D8B030D-6E8A-4147-A177-3AD203B41FA5}">
                      <a16:colId xmlns:a16="http://schemas.microsoft.com/office/drawing/2014/main" val="1688637777"/>
                    </a:ext>
                  </a:extLst>
                </a:gridCol>
                <a:gridCol w="352320">
                  <a:extLst>
                    <a:ext uri="{9D8B030D-6E8A-4147-A177-3AD203B41FA5}">
                      <a16:colId xmlns:a16="http://schemas.microsoft.com/office/drawing/2014/main" val="655043480"/>
                    </a:ext>
                  </a:extLst>
                </a:gridCol>
                <a:gridCol w="2311976">
                  <a:extLst>
                    <a:ext uri="{9D8B030D-6E8A-4147-A177-3AD203B41FA5}">
                      <a16:colId xmlns:a16="http://schemas.microsoft.com/office/drawing/2014/main" val="2745133336"/>
                    </a:ext>
                  </a:extLst>
                </a:gridCol>
              </a:tblGrid>
              <a:tr h="209735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PLC Output (P0020 ~ P002F)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646332"/>
                  </a:ext>
                </a:extLst>
              </a:tr>
              <a:tr h="183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P0020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992372"/>
                  </a:ext>
                </a:extLst>
              </a:tr>
              <a:tr h="183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P0021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0611650"/>
                  </a:ext>
                </a:extLst>
              </a:tr>
              <a:tr h="183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P0022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36724"/>
                  </a:ext>
                </a:extLst>
              </a:tr>
              <a:tr h="183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P0023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464400"/>
                  </a:ext>
                </a:extLst>
              </a:tr>
              <a:tr h="183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P0024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7450913"/>
                  </a:ext>
                </a:extLst>
              </a:tr>
              <a:tr h="183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P0025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878344"/>
                  </a:ext>
                </a:extLst>
              </a:tr>
              <a:tr h="183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P0026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2959601"/>
                  </a:ext>
                </a:extLst>
              </a:tr>
              <a:tr h="183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P0027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89672"/>
                  </a:ext>
                </a:extLst>
              </a:tr>
              <a:tr h="183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P0028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543068"/>
                  </a:ext>
                </a:extLst>
              </a:tr>
              <a:tr h="183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P0029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981765"/>
                  </a:ext>
                </a:extLst>
              </a:tr>
              <a:tr h="183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P002A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267254"/>
                  </a:ext>
                </a:extLst>
              </a:tr>
              <a:tr h="183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P002B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633329"/>
                  </a:ext>
                </a:extLst>
              </a:tr>
              <a:tr h="183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P002C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302201"/>
                  </a:ext>
                </a:extLst>
              </a:tr>
              <a:tr h="183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P002D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2769318"/>
                  </a:ext>
                </a:extLst>
              </a:tr>
              <a:tr h="183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P002E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776826"/>
                  </a:ext>
                </a:extLst>
              </a:tr>
              <a:tr h="183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P002F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635795"/>
                  </a:ext>
                </a:extLst>
              </a:tr>
              <a:tr h="18351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266140"/>
                  </a:ext>
                </a:extLst>
              </a:tr>
            </a:tbl>
          </a:graphicData>
        </a:graphic>
      </p:graphicFrame>
      <p:sp>
        <p:nvSpPr>
          <p:cNvPr id="11" name="직사각형 10"/>
          <p:cNvSpPr>
            <a:spLocks noChangeAspect="1"/>
          </p:cNvSpPr>
          <p:nvPr/>
        </p:nvSpPr>
        <p:spPr>
          <a:xfrm>
            <a:off x="2304320" y="2393472"/>
            <a:ext cx="144000" cy="144000"/>
          </a:xfrm>
          <a:prstGeom prst="rect">
            <a:avLst/>
          </a:prstGeom>
          <a:solidFill>
            <a:srgbClr val="00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/>
          <p:cNvSpPr>
            <a:spLocks noChangeAspect="1"/>
          </p:cNvSpPr>
          <p:nvPr/>
        </p:nvSpPr>
        <p:spPr>
          <a:xfrm>
            <a:off x="2304320" y="2607080"/>
            <a:ext cx="144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/>
          <p:cNvSpPr>
            <a:spLocks noChangeAspect="1"/>
          </p:cNvSpPr>
          <p:nvPr/>
        </p:nvSpPr>
        <p:spPr>
          <a:xfrm>
            <a:off x="2304320" y="2820688"/>
            <a:ext cx="144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/>
          <p:cNvSpPr>
            <a:spLocks noChangeAspect="1"/>
          </p:cNvSpPr>
          <p:nvPr/>
        </p:nvSpPr>
        <p:spPr>
          <a:xfrm>
            <a:off x="2304320" y="3034296"/>
            <a:ext cx="144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/>
          <p:cNvSpPr>
            <a:spLocks noChangeAspect="1"/>
          </p:cNvSpPr>
          <p:nvPr/>
        </p:nvSpPr>
        <p:spPr>
          <a:xfrm>
            <a:off x="2304320" y="3247904"/>
            <a:ext cx="144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/>
          <p:cNvSpPr>
            <a:spLocks noChangeAspect="1"/>
          </p:cNvSpPr>
          <p:nvPr/>
        </p:nvSpPr>
        <p:spPr>
          <a:xfrm>
            <a:off x="2304320" y="3461512"/>
            <a:ext cx="144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/>
          <p:cNvSpPr>
            <a:spLocks noChangeAspect="1"/>
          </p:cNvSpPr>
          <p:nvPr/>
        </p:nvSpPr>
        <p:spPr>
          <a:xfrm>
            <a:off x="2304320" y="3675120"/>
            <a:ext cx="144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/>
          <p:cNvSpPr>
            <a:spLocks noChangeAspect="1"/>
          </p:cNvSpPr>
          <p:nvPr/>
        </p:nvSpPr>
        <p:spPr>
          <a:xfrm>
            <a:off x="2304320" y="3888728"/>
            <a:ext cx="144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/>
          <p:cNvSpPr>
            <a:spLocks noChangeAspect="1"/>
          </p:cNvSpPr>
          <p:nvPr/>
        </p:nvSpPr>
        <p:spPr>
          <a:xfrm>
            <a:off x="2304320" y="4102336"/>
            <a:ext cx="144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/>
          <p:cNvSpPr>
            <a:spLocks noChangeAspect="1"/>
          </p:cNvSpPr>
          <p:nvPr/>
        </p:nvSpPr>
        <p:spPr>
          <a:xfrm>
            <a:off x="2304320" y="4315944"/>
            <a:ext cx="144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/>
          <p:cNvSpPr>
            <a:spLocks noChangeAspect="1"/>
          </p:cNvSpPr>
          <p:nvPr/>
        </p:nvSpPr>
        <p:spPr>
          <a:xfrm>
            <a:off x="2304320" y="4529552"/>
            <a:ext cx="144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/>
          <p:cNvSpPr>
            <a:spLocks noChangeAspect="1"/>
          </p:cNvSpPr>
          <p:nvPr/>
        </p:nvSpPr>
        <p:spPr>
          <a:xfrm>
            <a:off x="2304320" y="4743160"/>
            <a:ext cx="144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/>
          <p:cNvSpPr>
            <a:spLocks noChangeAspect="1"/>
          </p:cNvSpPr>
          <p:nvPr/>
        </p:nvSpPr>
        <p:spPr>
          <a:xfrm>
            <a:off x="2304320" y="4956768"/>
            <a:ext cx="144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/>
          <p:cNvSpPr>
            <a:spLocks noChangeAspect="1"/>
          </p:cNvSpPr>
          <p:nvPr/>
        </p:nvSpPr>
        <p:spPr>
          <a:xfrm>
            <a:off x="2304320" y="5170376"/>
            <a:ext cx="144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/>
          <p:cNvSpPr>
            <a:spLocks noChangeAspect="1"/>
          </p:cNvSpPr>
          <p:nvPr/>
        </p:nvSpPr>
        <p:spPr>
          <a:xfrm>
            <a:off x="2304320" y="5383984"/>
            <a:ext cx="144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/>
          <p:cNvSpPr>
            <a:spLocks noChangeAspect="1"/>
          </p:cNvSpPr>
          <p:nvPr/>
        </p:nvSpPr>
        <p:spPr>
          <a:xfrm>
            <a:off x="2304320" y="5597598"/>
            <a:ext cx="144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/>
          <p:cNvSpPr>
            <a:spLocks noChangeAspect="1"/>
          </p:cNvSpPr>
          <p:nvPr/>
        </p:nvSpPr>
        <p:spPr>
          <a:xfrm>
            <a:off x="5996936" y="2397035"/>
            <a:ext cx="144000" cy="144000"/>
          </a:xfrm>
          <a:prstGeom prst="rect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/>
          <p:cNvSpPr>
            <a:spLocks noChangeAspect="1"/>
          </p:cNvSpPr>
          <p:nvPr/>
        </p:nvSpPr>
        <p:spPr>
          <a:xfrm>
            <a:off x="5996936" y="2610643"/>
            <a:ext cx="144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/>
          <p:cNvSpPr>
            <a:spLocks noChangeAspect="1"/>
          </p:cNvSpPr>
          <p:nvPr/>
        </p:nvSpPr>
        <p:spPr>
          <a:xfrm>
            <a:off x="5996936" y="2824251"/>
            <a:ext cx="144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/>
          <p:cNvSpPr>
            <a:spLocks noChangeAspect="1"/>
          </p:cNvSpPr>
          <p:nvPr/>
        </p:nvSpPr>
        <p:spPr>
          <a:xfrm>
            <a:off x="5996936" y="3037859"/>
            <a:ext cx="144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/>
          <p:cNvSpPr>
            <a:spLocks noChangeAspect="1"/>
          </p:cNvSpPr>
          <p:nvPr/>
        </p:nvSpPr>
        <p:spPr>
          <a:xfrm>
            <a:off x="5996936" y="3251467"/>
            <a:ext cx="144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/>
          <p:cNvSpPr>
            <a:spLocks noChangeAspect="1"/>
          </p:cNvSpPr>
          <p:nvPr/>
        </p:nvSpPr>
        <p:spPr>
          <a:xfrm>
            <a:off x="5996936" y="3465075"/>
            <a:ext cx="144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/>
          <p:cNvSpPr>
            <a:spLocks noChangeAspect="1"/>
          </p:cNvSpPr>
          <p:nvPr/>
        </p:nvSpPr>
        <p:spPr>
          <a:xfrm>
            <a:off x="5996936" y="3678683"/>
            <a:ext cx="144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/>
          <p:cNvSpPr>
            <a:spLocks noChangeAspect="1"/>
          </p:cNvSpPr>
          <p:nvPr/>
        </p:nvSpPr>
        <p:spPr>
          <a:xfrm>
            <a:off x="5996936" y="3892291"/>
            <a:ext cx="144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직사각형 83"/>
          <p:cNvSpPr>
            <a:spLocks noChangeAspect="1"/>
          </p:cNvSpPr>
          <p:nvPr/>
        </p:nvSpPr>
        <p:spPr>
          <a:xfrm>
            <a:off x="5996936" y="4105899"/>
            <a:ext cx="144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/>
          <p:cNvSpPr>
            <a:spLocks noChangeAspect="1"/>
          </p:cNvSpPr>
          <p:nvPr/>
        </p:nvSpPr>
        <p:spPr>
          <a:xfrm>
            <a:off x="5996936" y="4319507"/>
            <a:ext cx="144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/>
          <p:cNvSpPr>
            <a:spLocks noChangeAspect="1"/>
          </p:cNvSpPr>
          <p:nvPr/>
        </p:nvSpPr>
        <p:spPr>
          <a:xfrm>
            <a:off x="5996936" y="4533115"/>
            <a:ext cx="144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직사각형 86"/>
          <p:cNvSpPr>
            <a:spLocks noChangeAspect="1"/>
          </p:cNvSpPr>
          <p:nvPr/>
        </p:nvSpPr>
        <p:spPr>
          <a:xfrm>
            <a:off x="5996936" y="4746723"/>
            <a:ext cx="144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직사각형 87"/>
          <p:cNvSpPr>
            <a:spLocks noChangeAspect="1"/>
          </p:cNvSpPr>
          <p:nvPr/>
        </p:nvSpPr>
        <p:spPr>
          <a:xfrm>
            <a:off x="5996936" y="4960331"/>
            <a:ext cx="144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/>
          <p:cNvSpPr>
            <a:spLocks noChangeAspect="1"/>
          </p:cNvSpPr>
          <p:nvPr/>
        </p:nvSpPr>
        <p:spPr>
          <a:xfrm>
            <a:off x="5996936" y="5173939"/>
            <a:ext cx="144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직사각형 89"/>
          <p:cNvSpPr>
            <a:spLocks noChangeAspect="1"/>
          </p:cNvSpPr>
          <p:nvPr/>
        </p:nvSpPr>
        <p:spPr>
          <a:xfrm>
            <a:off x="5996936" y="5387547"/>
            <a:ext cx="144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/>
          <p:cNvSpPr>
            <a:spLocks noChangeAspect="1"/>
          </p:cNvSpPr>
          <p:nvPr/>
        </p:nvSpPr>
        <p:spPr>
          <a:xfrm>
            <a:off x="5996936" y="5601161"/>
            <a:ext cx="1440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2" name="그룹 91"/>
          <p:cNvGrpSpPr/>
          <p:nvPr/>
        </p:nvGrpSpPr>
        <p:grpSpPr>
          <a:xfrm>
            <a:off x="399664" y="5640976"/>
            <a:ext cx="936000" cy="450000"/>
            <a:chOff x="399664" y="5640976"/>
            <a:chExt cx="936000" cy="450000"/>
          </a:xfrm>
        </p:grpSpPr>
        <p:sp>
          <p:nvSpPr>
            <p:cNvPr id="93" name="빗면 92"/>
            <p:cNvSpPr/>
            <p:nvPr/>
          </p:nvSpPr>
          <p:spPr>
            <a:xfrm>
              <a:off x="399664" y="5640976"/>
              <a:ext cx="936000" cy="450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4" name="그림 93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01" y="5740456"/>
              <a:ext cx="303927" cy="252000"/>
            </a:xfrm>
            <a:prstGeom prst="rect">
              <a:avLst/>
            </a:prstGeom>
          </p:spPr>
        </p:pic>
      </p:grpSp>
      <p:sp>
        <p:nvSpPr>
          <p:cNvPr id="95" name="직사각형 94"/>
          <p:cNvSpPr/>
          <p:nvPr/>
        </p:nvSpPr>
        <p:spPr>
          <a:xfrm>
            <a:off x="382325" y="1844824"/>
            <a:ext cx="720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/>
          <p:cNvSpPr/>
          <p:nvPr/>
        </p:nvSpPr>
        <p:spPr>
          <a:xfrm>
            <a:off x="382325" y="1844822"/>
            <a:ext cx="7200000" cy="9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7" name="직선 연결선 96"/>
          <p:cNvCxnSpPr/>
          <p:nvPr/>
        </p:nvCxnSpPr>
        <p:spPr>
          <a:xfrm>
            <a:off x="387000" y="1844824"/>
            <a:ext cx="837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382325" y="2029098"/>
            <a:ext cx="837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409005" y="1805594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schemeClr val="bg1"/>
                </a:solidFill>
              </a:rPr>
              <a:t>Last Alarm List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100" name="직선 연결선 99"/>
          <p:cNvCxnSpPr/>
          <p:nvPr/>
        </p:nvCxnSpPr>
        <p:spPr>
          <a:xfrm rot="5400000">
            <a:off x="7496812" y="1934824"/>
            <a:ext cx="18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7536316" y="1819406"/>
            <a:ext cx="12666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/>
              <a:t>06/21/2024 17:48:50</a:t>
            </a:r>
          </a:p>
        </p:txBody>
      </p:sp>
    </p:spTree>
    <p:extLst>
      <p:ext uri="{BB962C8B-B14F-4D97-AF65-F5344CB8AC3E}">
        <p14:creationId xmlns:p14="http://schemas.microsoft.com/office/powerpoint/2010/main" val="1767093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직사각형 51"/>
          <p:cNvSpPr/>
          <p:nvPr/>
        </p:nvSpPr>
        <p:spPr>
          <a:xfrm>
            <a:off x="382325" y="1844824"/>
            <a:ext cx="720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82325" y="1844822"/>
            <a:ext cx="7200000" cy="9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87000" y="1388096"/>
            <a:ext cx="8370000" cy="4567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ALARM LIST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700-419E-4133-B797-32B7314A54A9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87000" y="1388096"/>
            <a:ext cx="8370000" cy="47052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387000" y="1844824"/>
            <a:ext cx="837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빗면 7"/>
          <p:cNvSpPr/>
          <p:nvPr/>
        </p:nvSpPr>
        <p:spPr>
          <a:xfrm>
            <a:off x="2735796" y="1400796"/>
            <a:ext cx="3672408" cy="432000"/>
          </a:xfrm>
          <a:prstGeom prst="bevel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800315" y="1431794"/>
            <a:ext cx="1543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</a:rPr>
              <a:t>ALARM LIST</a:t>
            </a:r>
            <a:endParaRPr lang="ko-KR" altLang="en-US" b="1" dirty="0">
              <a:solidFill>
                <a:srgbClr val="FFFF66"/>
              </a:solidFill>
            </a:endParaRPr>
          </a:p>
        </p:txBody>
      </p:sp>
      <p:graphicFrame>
        <p:nvGraphicFramePr>
          <p:cNvPr id="12" name="개체 11"/>
          <p:cNvGraphicFramePr>
            <a:graphicFrameLocks noChangeAspect="1"/>
          </p:cNvGraphicFramePr>
          <p:nvPr/>
        </p:nvGraphicFramePr>
        <p:xfrm>
          <a:off x="6684042" y="1397205"/>
          <a:ext cx="664200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Image" r:id="rId3" imgW="1066320" imgH="711000" progId="Photoshop.Image.11">
                  <p:embed/>
                </p:oleObj>
              </mc:Choice>
              <mc:Fallback>
                <p:oleObj name="Image" r:id="rId3" imgW="1066320" imgH="711000" progId="Photoshop.Image.11">
                  <p:embed/>
                  <p:pic>
                    <p:nvPicPr>
                      <p:cNvPr id="12" name="개체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84042" y="1397205"/>
                        <a:ext cx="664200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개체 12"/>
          <p:cNvGraphicFramePr>
            <a:graphicFrameLocks noChangeAspect="1"/>
          </p:cNvGraphicFramePr>
          <p:nvPr/>
        </p:nvGraphicFramePr>
        <p:xfrm>
          <a:off x="7370606" y="1397205"/>
          <a:ext cx="656294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name="Image" r:id="rId5" imgW="1053720" imgH="711000" progId="Photoshop.Image.11">
                  <p:embed/>
                </p:oleObj>
              </mc:Choice>
              <mc:Fallback>
                <p:oleObj name="Image" r:id="rId5" imgW="1053720" imgH="711000" progId="Photoshop.Image.11">
                  <p:embed/>
                  <p:pic>
                    <p:nvPicPr>
                      <p:cNvPr id="13" name="개체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70606" y="1397205"/>
                        <a:ext cx="656294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개체 13"/>
          <p:cNvGraphicFramePr>
            <a:graphicFrameLocks noChangeAspect="1"/>
          </p:cNvGraphicFramePr>
          <p:nvPr/>
        </p:nvGraphicFramePr>
        <p:xfrm>
          <a:off x="8049264" y="1397205"/>
          <a:ext cx="648385" cy="44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Image" r:id="rId7" imgW="1041120" imgH="711000" progId="Photoshop.Image.11">
                  <p:embed/>
                </p:oleObj>
              </mc:Choice>
              <mc:Fallback>
                <p:oleObj name="Image" r:id="rId7" imgW="1041120" imgH="711000" progId="Photoshop.Image.11">
                  <p:embed/>
                  <p:pic>
                    <p:nvPicPr>
                      <p:cNvPr id="14" name="개체 1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49264" y="1397205"/>
                        <a:ext cx="648385" cy="44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82325" y="1470266"/>
            <a:ext cx="19141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 dirty="0">
                <a:solidFill>
                  <a:srgbClr val="FFFF66"/>
                </a:solidFill>
              </a:rPr>
              <a:t>3-AXIS ROBOT SPRAY</a:t>
            </a:r>
            <a:endParaRPr lang="ko-KR" altLang="en-US" sz="1300" b="1" dirty="0">
              <a:solidFill>
                <a:srgbClr val="FFFF66"/>
              </a:solidFill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1348150" y="2036426"/>
            <a:ext cx="0" cy="40564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7" name="그룹 1046"/>
          <p:cNvGrpSpPr/>
          <p:nvPr/>
        </p:nvGrpSpPr>
        <p:grpSpPr>
          <a:xfrm>
            <a:off x="399664" y="3838762"/>
            <a:ext cx="936000" cy="450000"/>
            <a:chOff x="395536" y="3731115"/>
            <a:chExt cx="936000" cy="468000"/>
          </a:xfrm>
        </p:grpSpPr>
        <p:sp>
          <p:nvSpPr>
            <p:cNvPr id="33" name="빗면 32"/>
            <p:cNvSpPr/>
            <p:nvPr/>
          </p:nvSpPr>
          <p:spPr>
            <a:xfrm>
              <a:off x="395536" y="3731115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7" name="그림 56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851" y="3839115"/>
              <a:ext cx="243765" cy="252000"/>
            </a:xfrm>
            <a:prstGeom prst="rect">
              <a:avLst/>
            </a:prstGeom>
          </p:spPr>
        </p:pic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3846400"/>
              <a:ext cx="275119" cy="252000"/>
            </a:xfrm>
            <a:prstGeom prst="rect">
              <a:avLst/>
            </a:prstGeom>
          </p:spPr>
        </p:pic>
      </p:grpSp>
      <p:grpSp>
        <p:nvGrpSpPr>
          <p:cNvPr id="1050" name="그룹 1049"/>
          <p:cNvGrpSpPr/>
          <p:nvPr/>
        </p:nvGrpSpPr>
        <p:grpSpPr>
          <a:xfrm>
            <a:off x="399664" y="5190424"/>
            <a:ext cx="936000" cy="450000"/>
            <a:chOff x="403799" y="5149683"/>
            <a:chExt cx="936000" cy="468000"/>
          </a:xfrm>
        </p:grpSpPr>
        <p:sp>
          <p:nvSpPr>
            <p:cNvPr id="78" name="빗면 77"/>
            <p:cNvSpPr/>
            <p:nvPr/>
          </p:nvSpPr>
          <p:spPr>
            <a:xfrm>
              <a:off x="403799" y="5149683"/>
              <a:ext cx="936000" cy="468000"/>
            </a:xfrm>
            <a:prstGeom prst="bevel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9" name="그림 78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771" y="5221683"/>
              <a:ext cx="334452" cy="324000"/>
            </a:xfrm>
            <a:prstGeom prst="rect">
              <a:avLst/>
            </a:prstGeom>
          </p:spPr>
        </p:pic>
      </p:grpSp>
      <p:grpSp>
        <p:nvGrpSpPr>
          <p:cNvPr id="1043" name="그룹 1042"/>
          <p:cNvGrpSpPr/>
          <p:nvPr/>
        </p:nvGrpSpPr>
        <p:grpSpPr>
          <a:xfrm>
            <a:off x="399664" y="2036546"/>
            <a:ext cx="936000" cy="450000"/>
            <a:chOff x="395536" y="1844823"/>
            <a:chExt cx="936000" cy="468000"/>
          </a:xfrm>
        </p:grpSpPr>
        <p:sp>
          <p:nvSpPr>
            <p:cNvPr id="29" name="빗면 28"/>
            <p:cNvSpPr/>
            <p:nvPr/>
          </p:nvSpPr>
          <p:spPr>
            <a:xfrm>
              <a:off x="395536" y="1844823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6" name="그림 1035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21" y="1917458"/>
              <a:ext cx="258750" cy="324000"/>
            </a:xfrm>
            <a:prstGeom prst="rect">
              <a:avLst/>
            </a:prstGeom>
          </p:spPr>
        </p:pic>
      </p:grpSp>
      <p:grpSp>
        <p:nvGrpSpPr>
          <p:cNvPr id="1049" name="그룹 1048"/>
          <p:cNvGrpSpPr/>
          <p:nvPr/>
        </p:nvGrpSpPr>
        <p:grpSpPr>
          <a:xfrm>
            <a:off x="399664" y="4739870"/>
            <a:ext cx="936000" cy="450000"/>
            <a:chOff x="395536" y="4674261"/>
            <a:chExt cx="936000" cy="468000"/>
          </a:xfrm>
        </p:grpSpPr>
        <p:sp>
          <p:nvSpPr>
            <p:cNvPr id="35" name="빗면 34"/>
            <p:cNvSpPr/>
            <p:nvPr/>
          </p:nvSpPr>
          <p:spPr>
            <a:xfrm>
              <a:off x="395536" y="4674261"/>
              <a:ext cx="936000" cy="468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7" name="그림 1036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523" y="4737117"/>
              <a:ext cx="222552" cy="324000"/>
            </a:xfrm>
            <a:prstGeom prst="rect">
              <a:avLst/>
            </a:prstGeom>
          </p:spPr>
        </p:pic>
      </p:grpSp>
      <p:cxnSp>
        <p:nvCxnSpPr>
          <p:cNvPr id="45" name="직선 연결선 44"/>
          <p:cNvCxnSpPr/>
          <p:nvPr/>
        </p:nvCxnSpPr>
        <p:spPr>
          <a:xfrm>
            <a:off x="382325" y="2029098"/>
            <a:ext cx="837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09005" y="1805594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schemeClr val="bg1"/>
                </a:solidFill>
              </a:rPr>
              <a:t>Last Alarm List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9664" y="3388208"/>
            <a:ext cx="936000" cy="450000"/>
            <a:chOff x="410776" y="3498167"/>
            <a:chExt cx="936000" cy="432000"/>
          </a:xfrm>
        </p:grpSpPr>
        <p:sp>
          <p:nvSpPr>
            <p:cNvPr id="32" name="빗면 31"/>
            <p:cNvSpPr/>
            <p:nvPr/>
          </p:nvSpPr>
          <p:spPr>
            <a:xfrm>
              <a:off x="410776" y="3498167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76" y="3633167"/>
              <a:ext cx="324000" cy="162000"/>
            </a:xfrm>
            <a:prstGeom prst="rect">
              <a:avLst/>
            </a:prstGeom>
          </p:spPr>
        </p:pic>
      </p:grpSp>
      <p:grpSp>
        <p:nvGrpSpPr>
          <p:cNvPr id="25" name="그룹 24"/>
          <p:cNvGrpSpPr/>
          <p:nvPr/>
        </p:nvGrpSpPr>
        <p:grpSpPr>
          <a:xfrm>
            <a:off x="399664" y="2487100"/>
            <a:ext cx="936000" cy="450000"/>
            <a:chOff x="410776" y="2635965"/>
            <a:chExt cx="936000" cy="432000"/>
          </a:xfrm>
        </p:grpSpPr>
        <p:sp>
          <p:nvSpPr>
            <p:cNvPr id="30" name="빗면 29"/>
            <p:cNvSpPr/>
            <p:nvPr/>
          </p:nvSpPr>
          <p:spPr>
            <a:xfrm>
              <a:off x="410776" y="2635965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6648" y="2731027"/>
              <a:ext cx="205776" cy="234000"/>
            </a:xfrm>
            <a:prstGeom prst="rect">
              <a:avLst/>
            </a:prstGeom>
          </p:spPr>
        </p:pic>
      </p:grpSp>
      <p:grpSp>
        <p:nvGrpSpPr>
          <p:cNvPr id="26" name="그룹 25"/>
          <p:cNvGrpSpPr/>
          <p:nvPr/>
        </p:nvGrpSpPr>
        <p:grpSpPr>
          <a:xfrm>
            <a:off x="399664" y="2937654"/>
            <a:ext cx="936000" cy="450000"/>
            <a:chOff x="410776" y="3067066"/>
            <a:chExt cx="936000" cy="432000"/>
          </a:xfrm>
        </p:grpSpPr>
        <p:sp>
          <p:nvSpPr>
            <p:cNvPr id="31" name="빗면 30"/>
            <p:cNvSpPr/>
            <p:nvPr/>
          </p:nvSpPr>
          <p:spPr>
            <a:xfrm>
              <a:off x="410776" y="3067066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3" name="그림 52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6329" y="3159162"/>
              <a:ext cx="205776" cy="234000"/>
            </a:xfrm>
            <a:prstGeom prst="rect">
              <a:avLst/>
            </a:prstGeom>
          </p:spPr>
        </p:pic>
        <p:pic>
          <p:nvPicPr>
            <p:cNvPr id="54" name="그림 53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210" y="3159162"/>
              <a:ext cx="205776" cy="234000"/>
            </a:xfrm>
            <a:prstGeom prst="rect">
              <a:avLst/>
            </a:prstGeom>
          </p:spPr>
        </p:pic>
        <p:pic>
          <p:nvPicPr>
            <p:cNvPr id="55" name="그림 54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7832" y="3159162"/>
              <a:ext cx="205776" cy="234000"/>
            </a:xfrm>
            <a:prstGeom prst="rect">
              <a:avLst/>
            </a:prstGeom>
          </p:spPr>
        </p:pic>
      </p:grpSp>
      <p:grpSp>
        <p:nvGrpSpPr>
          <p:cNvPr id="28" name="그룹 27"/>
          <p:cNvGrpSpPr/>
          <p:nvPr/>
        </p:nvGrpSpPr>
        <p:grpSpPr>
          <a:xfrm>
            <a:off x="399664" y="4289316"/>
            <a:ext cx="936000" cy="450000"/>
            <a:chOff x="410776" y="4360369"/>
            <a:chExt cx="936000" cy="432000"/>
          </a:xfrm>
        </p:grpSpPr>
        <p:sp>
          <p:nvSpPr>
            <p:cNvPr id="34" name="빗면 33"/>
            <p:cNvSpPr/>
            <p:nvPr/>
          </p:nvSpPr>
          <p:spPr>
            <a:xfrm>
              <a:off x="410776" y="4360369"/>
              <a:ext cx="936000" cy="432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968" y="4438909"/>
              <a:ext cx="351529" cy="298800"/>
            </a:xfrm>
            <a:prstGeom prst="rect">
              <a:avLst/>
            </a:prstGeom>
          </p:spPr>
        </p:pic>
      </p:grp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682918"/>
              </p:ext>
            </p:extLst>
          </p:nvPr>
        </p:nvGraphicFramePr>
        <p:xfrm>
          <a:off x="1390176" y="2577048"/>
          <a:ext cx="7307472" cy="344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520">
                  <a:extLst>
                    <a:ext uri="{9D8B030D-6E8A-4147-A177-3AD203B41FA5}">
                      <a16:colId xmlns:a16="http://schemas.microsoft.com/office/drawing/2014/main" val="1688637777"/>
                    </a:ext>
                  </a:extLst>
                </a:gridCol>
                <a:gridCol w="3384376">
                  <a:extLst>
                    <a:ext uri="{9D8B030D-6E8A-4147-A177-3AD203B41FA5}">
                      <a16:colId xmlns:a16="http://schemas.microsoft.com/office/drawing/2014/main" val="65504348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617701381"/>
                    </a:ext>
                  </a:extLst>
                </a:gridCol>
                <a:gridCol w="1126720">
                  <a:extLst>
                    <a:ext uri="{9D8B030D-6E8A-4147-A177-3AD203B41FA5}">
                      <a16:colId xmlns:a16="http://schemas.microsoft.com/office/drawing/2014/main" val="1878865548"/>
                    </a:ext>
                  </a:extLst>
                </a:gridCol>
                <a:gridCol w="1126720">
                  <a:extLst>
                    <a:ext uri="{9D8B030D-6E8A-4147-A177-3AD203B41FA5}">
                      <a16:colId xmlns:a16="http://schemas.microsoft.com/office/drawing/2014/main" val="3293424678"/>
                    </a:ext>
                  </a:extLst>
                </a:gridCol>
              </a:tblGrid>
              <a:tr h="1727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ALARM HISTORY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DATE AND TIME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RESTORE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CHECK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646332"/>
                  </a:ext>
                </a:extLst>
              </a:tr>
              <a:tr h="1727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/>
                        <a:t>ABCDEFGHIJKLMNOPQRSTUVWXYZ</a:t>
                      </a:r>
                      <a:endParaRPr lang="ko-KR" altLang="en-US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06/21/2024 17:48:50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18:00:03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992372"/>
                  </a:ext>
                </a:extLst>
              </a:tr>
              <a:tr h="1727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0611650"/>
                  </a:ext>
                </a:extLst>
              </a:tr>
              <a:tr h="1727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36724"/>
                  </a:ext>
                </a:extLst>
              </a:tr>
              <a:tr h="1727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464400"/>
                  </a:ext>
                </a:extLst>
              </a:tr>
              <a:tr h="1727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7450913"/>
                  </a:ext>
                </a:extLst>
              </a:tr>
              <a:tr h="1727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878344"/>
                  </a:ext>
                </a:extLst>
              </a:tr>
              <a:tr h="1727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2959601"/>
                  </a:ext>
                </a:extLst>
              </a:tr>
              <a:tr h="1727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89672"/>
                  </a:ext>
                </a:extLst>
              </a:tr>
              <a:tr h="1727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543068"/>
                  </a:ext>
                </a:extLst>
              </a:tr>
              <a:tr h="1727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981765"/>
                  </a:ext>
                </a:extLst>
              </a:tr>
              <a:tr h="1727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267254"/>
                  </a:ext>
                </a:extLst>
              </a:tr>
              <a:tr h="1727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633329"/>
                  </a:ext>
                </a:extLst>
              </a:tr>
              <a:tr h="1727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302201"/>
                  </a:ext>
                </a:extLst>
              </a:tr>
              <a:tr h="1727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2769318"/>
                  </a:ext>
                </a:extLst>
              </a:tr>
              <a:tr h="1727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776826"/>
                  </a:ext>
                </a:extLst>
              </a:tr>
            </a:tbl>
          </a:graphicData>
        </a:graphic>
      </p:graphicFrame>
      <p:sp>
        <p:nvSpPr>
          <p:cNvPr id="20" name="빗면 19"/>
          <p:cNvSpPr/>
          <p:nvPr/>
        </p:nvSpPr>
        <p:spPr>
          <a:xfrm>
            <a:off x="4716016" y="2079136"/>
            <a:ext cx="957296" cy="448734"/>
          </a:xfrm>
          <a:prstGeom prst="bevel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OK</a:t>
            </a:r>
            <a:endParaRPr lang="ko-KR" altLang="en-US" sz="1400" dirty="0"/>
          </a:p>
        </p:txBody>
      </p:sp>
      <p:sp>
        <p:nvSpPr>
          <p:cNvPr id="51" name="빗면 50"/>
          <p:cNvSpPr/>
          <p:nvPr/>
        </p:nvSpPr>
        <p:spPr>
          <a:xfrm>
            <a:off x="5713890" y="2079136"/>
            <a:ext cx="957296" cy="448734"/>
          </a:xfrm>
          <a:prstGeom prst="bevel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ALL OK</a:t>
            </a:r>
            <a:endParaRPr lang="ko-KR" altLang="en-US" sz="1400" dirty="0"/>
          </a:p>
        </p:txBody>
      </p:sp>
      <p:sp>
        <p:nvSpPr>
          <p:cNvPr id="58" name="빗면 57"/>
          <p:cNvSpPr/>
          <p:nvPr/>
        </p:nvSpPr>
        <p:spPr>
          <a:xfrm>
            <a:off x="6711764" y="2079136"/>
            <a:ext cx="957296" cy="448734"/>
          </a:xfrm>
          <a:prstGeom prst="bevel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DELETE</a:t>
            </a:r>
            <a:endParaRPr lang="ko-KR" altLang="en-US" sz="1400" dirty="0"/>
          </a:p>
        </p:txBody>
      </p:sp>
      <p:sp>
        <p:nvSpPr>
          <p:cNvPr id="59" name="빗면 58"/>
          <p:cNvSpPr/>
          <p:nvPr/>
        </p:nvSpPr>
        <p:spPr>
          <a:xfrm>
            <a:off x="7709639" y="2079136"/>
            <a:ext cx="957296" cy="448734"/>
          </a:xfrm>
          <a:prstGeom prst="bevel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ALL DEL</a:t>
            </a:r>
            <a:endParaRPr lang="ko-KR" altLang="en-US" sz="1400" dirty="0"/>
          </a:p>
        </p:txBody>
      </p:sp>
      <p:cxnSp>
        <p:nvCxnSpPr>
          <p:cNvPr id="60" name="직선 연결선 59"/>
          <p:cNvCxnSpPr/>
          <p:nvPr/>
        </p:nvCxnSpPr>
        <p:spPr>
          <a:xfrm rot="5400000">
            <a:off x="7496812" y="1934824"/>
            <a:ext cx="18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536316" y="1819406"/>
            <a:ext cx="12666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/>
              <a:t>06/21/2024 17:48:50</a:t>
            </a:r>
          </a:p>
        </p:txBody>
      </p:sp>
      <p:grpSp>
        <p:nvGrpSpPr>
          <p:cNvPr id="38" name="그룹 37"/>
          <p:cNvGrpSpPr/>
          <p:nvPr/>
        </p:nvGrpSpPr>
        <p:grpSpPr>
          <a:xfrm>
            <a:off x="399664" y="5640976"/>
            <a:ext cx="936000" cy="450000"/>
            <a:chOff x="399664" y="5640976"/>
            <a:chExt cx="936000" cy="450000"/>
          </a:xfrm>
        </p:grpSpPr>
        <p:sp>
          <p:nvSpPr>
            <p:cNvPr id="37" name="빗면 36"/>
            <p:cNvSpPr/>
            <p:nvPr/>
          </p:nvSpPr>
          <p:spPr>
            <a:xfrm>
              <a:off x="399664" y="5640976"/>
              <a:ext cx="936000" cy="450000"/>
            </a:xfrm>
            <a:prstGeom prst="bevel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6" name="그림 35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01" y="5740456"/>
              <a:ext cx="303927" cy="25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59363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4531</TotalTime>
  <Words>1623</Words>
  <Application>Microsoft Office PowerPoint</Application>
  <PresentationFormat>화면 슬라이드 쇼(4:3)</PresentationFormat>
  <Paragraphs>1086</Paragraphs>
  <Slides>17</Slides>
  <Notes>3</Notes>
  <HiddenSlides>0</HiddenSlides>
  <MMClips>0</MMClips>
  <ScaleCrop>false</ScaleCrop>
  <HeadingPairs>
    <vt:vector size="8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맑은 고딕</vt:lpstr>
      <vt:lpstr>Arial</vt:lpstr>
      <vt:lpstr>Arial Black</vt:lpstr>
      <vt:lpstr>Office 테마</vt:lpstr>
      <vt:lpstr>Image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 WON RYU</dc:creator>
  <cp:lastModifiedBy>Design-1</cp:lastModifiedBy>
  <cp:revision>184</cp:revision>
  <cp:lastPrinted>2024-06-21T10:59:47Z</cp:lastPrinted>
  <dcterms:created xsi:type="dcterms:W3CDTF">2016-09-21T06:34:45Z</dcterms:created>
  <dcterms:modified xsi:type="dcterms:W3CDTF">2024-07-25T01:04:16Z</dcterms:modified>
</cp:coreProperties>
</file>