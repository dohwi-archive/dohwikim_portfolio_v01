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98" r:id="rId1"/>
  </p:sldMasterIdLst>
  <p:sldIdLst>
    <p:sldId id="256" r:id="rId2"/>
    <p:sldId id="257" r:id="rId3"/>
    <p:sldId id="317" r:id="rId4"/>
    <p:sldId id="318" r:id="rId5"/>
    <p:sldId id="263" r:id="rId6"/>
    <p:sldId id="284" r:id="rId7"/>
    <p:sldId id="285" r:id="rId8"/>
    <p:sldId id="286" r:id="rId9"/>
    <p:sldId id="303" r:id="rId10"/>
    <p:sldId id="291" r:id="rId11"/>
    <p:sldId id="299" r:id="rId12"/>
    <p:sldId id="296" r:id="rId13"/>
    <p:sldId id="298" r:id="rId14"/>
    <p:sldId id="297" r:id="rId15"/>
    <p:sldId id="295" r:id="rId16"/>
    <p:sldId id="294" r:id="rId17"/>
    <p:sldId id="293" r:id="rId18"/>
    <p:sldId id="292" r:id="rId19"/>
    <p:sldId id="304" r:id="rId20"/>
    <p:sldId id="290" r:id="rId21"/>
    <p:sldId id="289" r:id="rId22"/>
    <p:sldId id="300" r:id="rId23"/>
    <p:sldId id="301" r:id="rId24"/>
    <p:sldId id="302" r:id="rId25"/>
    <p:sldId id="287" r:id="rId26"/>
    <p:sldId id="306" r:id="rId27"/>
    <p:sldId id="307" r:id="rId28"/>
    <p:sldId id="310" r:id="rId29"/>
    <p:sldId id="308" r:id="rId30"/>
    <p:sldId id="309" r:id="rId31"/>
    <p:sldId id="311" r:id="rId32"/>
    <p:sldId id="313" r:id="rId33"/>
    <p:sldId id="312" r:id="rId34"/>
    <p:sldId id="314" r:id="rId35"/>
    <p:sldId id="315" r:id="rId36"/>
    <p:sldId id="316" r:id="rId37"/>
    <p:sldId id="305" r:id="rId38"/>
    <p:sldId id="319" r:id="rId39"/>
    <p:sldId id="283" r:id="rId4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5751" userDrawn="1">
          <p15:clr>
            <a:srgbClr val="A4A3A4"/>
          </p15:clr>
        </p15:guide>
        <p15:guide id="3" pos="489" userDrawn="1">
          <p15:clr>
            <a:srgbClr val="A4A3A4"/>
          </p15:clr>
        </p15:guide>
        <p15:guide id="4" orient="horz" pos="686" userDrawn="1">
          <p15:clr>
            <a:srgbClr val="A4A3A4"/>
          </p15:clr>
        </p15:guide>
        <p15:guide id="5" orient="horz" pos="36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horzBarState="maximized">
    <p:restoredLeft sz="12579"/>
    <p:restoredTop sz="90000"/>
  </p:normalViewPr>
  <p:slideViewPr>
    <p:cSldViewPr snapToGrid="0" snapToObjects="1">
      <p:cViewPr varScale="1">
        <p:scale>
          <a:sx n="114" d="100"/>
          <a:sy n="114" d="100"/>
        </p:scale>
        <p:origin x="1428" y="108"/>
      </p:cViewPr>
      <p:guideLst>
        <p:guide orient="horz" pos="2158"/>
        <p:guide pos="5751"/>
        <p:guide pos="489"/>
        <p:guide orient="horz" pos="686"/>
        <p:guide orient="horz" pos="36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49" y="2130425"/>
            <a:ext cx="8420098" cy="1470025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899" y="3886200"/>
            <a:ext cx="69341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2024-06-28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593601" cy="68580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3623236" y="-117503"/>
            <a:ext cx="6370959" cy="7073422"/>
          </a:xfrm>
          <a:prstGeom prst="rect">
            <a:avLst/>
          </a:prstGeom>
        </p:spPr>
      </p:pic>
      <p:sp>
        <p:nvSpPr>
          <p:cNvPr id="9" name="TextBox 6"/>
          <p:cNvSpPr txBox="1"/>
          <p:nvPr userDrawn="1"/>
        </p:nvSpPr>
        <p:spPr>
          <a:xfrm>
            <a:off x="926984" y="6305102"/>
            <a:ext cx="80520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solidFill>
                  <a:srgbClr val="BFBFBF"/>
                </a:solidFill>
                <a:latin typeface="Arial"/>
                <a:cs typeface="Arial"/>
              </a:rPr>
              <a:t>Painting &amp; Dispense Automation facilities System   |   Solution Development MES (Manufacturing Execution System)   |   SPCS</a:t>
            </a:r>
          </a:p>
        </p:txBody>
      </p:sp>
      <p:sp>
        <p:nvSpPr>
          <p:cNvPr id="10" name="TextBox 6"/>
          <p:cNvSpPr txBox="1"/>
          <p:nvPr userDrawn="1"/>
        </p:nvSpPr>
        <p:spPr>
          <a:xfrm>
            <a:off x="926984" y="6016528"/>
            <a:ext cx="805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solidFill>
                  <a:srgbClr val="808080"/>
                </a:solidFill>
                <a:latin typeface="Arial"/>
                <a:cs typeface="Arial"/>
              </a:rPr>
              <a:t>http://www.withus21.co.kr/</a:t>
            </a:r>
            <a:endParaRPr lang="en-US" altLang="ko-KR" sz="1200" b="1" dirty="0">
              <a:solidFill>
                <a:srgbClr val="80808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953836A-82A3-4C8B-9D31-CD724F3673ED}" type="datetime1">
              <a:rPr lang="ko-KR" altLang="en-US"/>
              <a:pPr lvl="0">
                <a:defRPr/>
              </a:pPr>
              <a:t>2024-06-28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593601" cy="6858000"/>
          </a:xfrm>
          <a:prstGeom prst="rect">
            <a:avLst/>
          </a:prstGeom>
        </p:spPr>
      </p:pic>
      <p:sp>
        <p:nvSpPr>
          <p:cNvPr id="8" name="TextBox 6"/>
          <p:cNvSpPr txBox="1"/>
          <p:nvPr userDrawn="1"/>
        </p:nvSpPr>
        <p:spPr>
          <a:xfrm>
            <a:off x="926984" y="6305102"/>
            <a:ext cx="80520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solidFill>
                  <a:srgbClr val="BFBFBF"/>
                </a:solidFill>
                <a:latin typeface="Arial"/>
                <a:cs typeface="Arial"/>
              </a:rPr>
              <a:t>Painting &amp; Dispense Automation facilities System   |   Solution Development MES (Manufacturing Execution System)   |   SPCS</a:t>
            </a:r>
          </a:p>
        </p:txBody>
      </p:sp>
      <p:sp>
        <p:nvSpPr>
          <p:cNvPr id="9" name="TextBox 6"/>
          <p:cNvSpPr txBox="1"/>
          <p:nvPr userDrawn="1"/>
        </p:nvSpPr>
        <p:spPr>
          <a:xfrm>
            <a:off x="926984" y="6016528"/>
            <a:ext cx="805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solidFill>
                  <a:srgbClr val="808080"/>
                </a:solidFill>
                <a:latin typeface="Arial"/>
                <a:cs typeface="Arial"/>
              </a:rPr>
              <a:t>http://www.withus21.co.kr/</a:t>
            </a:r>
            <a:endParaRPr lang="en-US" altLang="ko-KR" sz="1200" b="1" dirty="0">
              <a:solidFill>
                <a:srgbClr val="80808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953836A-82A3-4C8B-9D31-CD724F3673ED}" type="datetime1">
              <a:rPr lang="ko-KR" altLang="en-US"/>
              <a:pPr lvl="0">
                <a:defRPr/>
              </a:pPr>
              <a:t>2024-06-28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593601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2024-06-28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5" name="TextBox 6"/>
          <p:cNvSpPr txBox="1"/>
          <p:nvPr userDrawn="1"/>
        </p:nvSpPr>
        <p:spPr>
          <a:xfrm>
            <a:off x="926984" y="6305102"/>
            <a:ext cx="80520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solidFill>
                  <a:srgbClr val="BFBFBF"/>
                </a:solidFill>
                <a:latin typeface="Arial"/>
                <a:cs typeface="Arial"/>
              </a:rPr>
              <a:t>Painting &amp; Dispense Automation facilities System   |   Solution Development MES (Manufacturing Execution System)   |   SPCS</a:t>
            </a:r>
          </a:p>
        </p:txBody>
      </p:sp>
      <p:sp>
        <p:nvSpPr>
          <p:cNvPr id="6" name="TextBox 6"/>
          <p:cNvSpPr txBox="1"/>
          <p:nvPr userDrawn="1"/>
        </p:nvSpPr>
        <p:spPr>
          <a:xfrm>
            <a:off x="926984" y="6016528"/>
            <a:ext cx="805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solidFill>
                  <a:srgbClr val="808080"/>
                </a:solidFill>
                <a:latin typeface="Arial"/>
                <a:cs typeface="Arial"/>
              </a:rPr>
              <a:t>http://www.withus21.co.kr/</a:t>
            </a:r>
            <a:endParaRPr lang="en-US" altLang="ko-KR" sz="1200" b="1" dirty="0">
              <a:solidFill>
                <a:srgbClr val="80808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빈 화면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-176153" y="-122745"/>
            <a:ext cx="10258306" cy="7103489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" preserve="1" userDrawn="1">
  <p:cSld name="사용자 지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2">
            <a:lum bright="3000" contrast="25000"/>
          </a:blip>
          <a:srcRect/>
          <a:stretch>
            <a:fillRect/>
          </a:stretch>
        </p:blipFill>
        <p:spPr>
          <a:xfrm>
            <a:off x="1262747" y="0"/>
            <a:ext cx="8643253" cy="5956050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0" y="0"/>
            <a:ext cx="7698760" cy="5350153"/>
          </a:xfrm>
          <a:prstGeom prst="rect">
            <a:avLst/>
          </a:prstGeom>
          <a:gradFill flip="xy" rotWithShape="1">
            <a:gsLst>
              <a:gs pos="0">
                <a:srgbClr val="FFFFFF">
                  <a:alpha val="100000"/>
                </a:srgbClr>
              </a:gs>
              <a:gs pos="100000">
                <a:srgbClr val="FFFFFF">
                  <a:alpha val="2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: Shape 11"/>
          <p:cNvSpPr/>
          <p:nvPr userDrawn="1"/>
        </p:nvSpPr>
        <p:spPr>
          <a:xfrm rot="5400000">
            <a:off x="1605675" y="3448425"/>
            <a:ext cx="1803899" cy="5015250"/>
          </a:xfrm>
          <a:custGeom>
            <a:avLst/>
            <a:gdLst>
              <a:gd name="connsiteX0" fmla="*/ 0 w 2659621"/>
              <a:gd name="connsiteY0" fmla="*/ 6299199 h 6299199"/>
              <a:gd name="connsiteX1" fmla="*/ 2659621 w 2659621"/>
              <a:gd name="connsiteY1" fmla="*/ 6299199 h 6299199"/>
              <a:gd name="connsiteX2" fmla="*/ 2659620 w 2659621"/>
              <a:gd name="connsiteY2" fmla="*/ 0 h 6299199"/>
              <a:gd name="connsiteX3" fmla="*/ 1314327 w 2659621"/>
              <a:gd name="connsiteY3" fmla="*/ 0 h 629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59621" h="6299199">
                <a:moveTo>
                  <a:pt x="0" y="6299199"/>
                </a:moveTo>
                <a:lnTo>
                  <a:pt x="2659621" y="6299199"/>
                </a:lnTo>
                <a:lnTo>
                  <a:pt x="2659620" y="0"/>
                </a:lnTo>
                <a:lnTo>
                  <a:pt x="1314327" y="0"/>
                </a:lnTo>
                <a:close/>
              </a:path>
            </a:pathLst>
          </a:custGeom>
          <a:solidFill>
            <a:srgbClr val="91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7" name="Oval 28"/>
          <p:cNvSpPr/>
          <p:nvPr userDrawn="1"/>
        </p:nvSpPr>
        <p:spPr>
          <a:xfrm>
            <a:off x="4025060" y="5002121"/>
            <a:ext cx="1855879" cy="1855879"/>
          </a:xfrm>
          <a:prstGeom prst="ellipse">
            <a:avLst/>
          </a:prstGeom>
          <a:solidFill>
            <a:srgbClr val="F7DFD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Oval 23"/>
          <p:cNvSpPr/>
          <p:nvPr userDrawn="1"/>
        </p:nvSpPr>
        <p:spPr>
          <a:xfrm>
            <a:off x="4331160" y="5308220"/>
            <a:ext cx="1243679" cy="1243679"/>
          </a:xfrm>
          <a:prstGeom prst="ellipse">
            <a:avLst/>
          </a:prstGeom>
          <a:solidFill>
            <a:srgbClr val="F7DFDF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Oval 21"/>
          <p:cNvSpPr/>
          <p:nvPr userDrawn="1"/>
        </p:nvSpPr>
        <p:spPr>
          <a:xfrm>
            <a:off x="4654188" y="5631248"/>
            <a:ext cx="597624" cy="597624"/>
          </a:xfrm>
          <a:prstGeom prst="ellipse">
            <a:avLst/>
          </a:prstGeom>
          <a:gradFill>
            <a:gsLst>
              <a:gs pos="0">
                <a:srgbClr val="F83D3D">
                  <a:alpha val="100000"/>
                </a:srgbClr>
              </a:gs>
              <a:gs pos="39000">
                <a:srgbClr val="BB1111">
                  <a:alpha val="100000"/>
                </a:srgbClr>
              </a:gs>
              <a:gs pos="66000">
                <a:srgbClr val="BB1111">
                  <a:alpha val="100000"/>
                </a:srgbClr>
              </a:gs>
              <a:gs pos="100000">
                <a:srgbClr val="8F0000">
                  <a:alpha val="10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Freeform 65"/>
          <p:cNvSpPr>
            <a:spLocks noEditPoints="1"/>
          </p:cNvSpPr>
          <p:nvPr userDrawn="1"/>
        </p:nvSpPr>
        <p:spPr>
          <a:xfrm>
            <a:off x="4779664" y="5772109"/>
            <a:ext cx="346672" cy="315902"/>
          </a:xfrm>
          <a:custGeom>
            <a:avLst/>
            <a:gdLst>
              <a:gd name="T0" fmla="*/ 2147483646 w 78"/>
              <a:gd name="T1" fmla="*/ 2147483646 h 71"/>
              <a:gd name="T2" fmla="*/ 2147483646 w 78"/>
              <a:gd name="T3" fmla="*/ 2147483646 h 71"/>
              <a:gd name="T4" fmla="*/ 2147483646 w 78"/>
              <a:gd name="T5" fmla="*/ 2147483646 h 71"/>
              <a:gd name="T6" fmla="*/ 2147483646 w 78"/>
              <a:gd name="T7" fmla="*/ 2147483646 h 71"/>
              <a:gd name="T8" fmla="*/ 2147483646 w 78"/>
              <a:gd name="T9" fmla="*/ 2147483646 h 71"/>
              <a:gd name="T10" fmla="*/ 2147483646 w 78"/>
              <a:gd name="T11" fmla="*/ 2147483646 h 71"/>
              <a:gd name="T12" fmla="*/ 2147483646 w 78"/>
              <a:gd name="T13" fmla="*/ 2147483646 h 71"/>
              <a:gd name="T14" fmla="*/ 2147483646 w 78"/>
              <a:gd name="T15" fmla="*/ 2147483646 h 71"/>
              <a:gd name="T16" fmla="*/ 0 w 78"/>
              <a:gd name="T17" fmla="*/ 2147483646 h 71"/>
              <a:gd name="T18" fmla="*/ 2147483646 w 78"/>
              <a:gd name="T19" fmla="*/ 2147483646 h 71"/>
              <a:gd name="T20" fmla="*/ 2147483646 w 78"/>
              <a:gd name="T21" fmla="*/ 2147483646 h 71"/>
              <a:gd name="T22" fmla="*/ 2147483646 w 78"/>
              <a:gd name="T23" fmla="*/ 2147483646 h 71"/>
              <a:gd name="T24" fmla="*/ 2147483646 w 78"/>
              <a:gd name="T25" fmla="*/ 2147483646 h 71"/>
              <a:gd name="T26" fmla="*/ 2147483646 w 78"/>
              <a:gd name="T27" fmla="*/ 2147483646 h 71"/>
              <a:gd name="T28" fmla="*/ 2147483646 w 78"/>
              <a:gd name="T29" fmla="*/ 2147483646 h 71"/>
              <a:gd name="T30" fmla="*/ 2147483646 w 78"/>
              <a:gd name="T31" fmla="*/ 2147483646 h 71"/>
              <a:gd name="T32" fmla="*/ 2147483646 w 78"/>
              <a:gd name="T33" fmla="*/ 2147483646 h 71"/>
              <a:gd name="T34" fmla="*/ 2147483646 w 78"/>
              <a:gd name="T35" fmla="*/ 2147483646 h 71"/>
              <a:gd name="T36" fmla="*/ 2147483646 w 78"/>
              <a:gd name="T37" fmla="*/ 2147483646 h 71"/>
              <a:gd name="T38" fmla="*/ 2147483646 w 78"/>
              <a:gd name="T39" fmla="*/ 2147483646 h 71"/>
              <a:gd name="T40" fmla="*/ 2147483646 w 78"/>
              <a:gd name="T41" fmla="*/ 2147483646 h 71"/>
              <a:gd name="T42" fmla="*/ 2147483646 w 78"/>
              <a:gd name="T43" fmla="*/ 2147483646 h 71"/>
              <a:gd name="T44" fmla="*/ 2147483646 w 78"/>
              <a:gd name="T45" fmla="*/ 2147483646 h 71"/>
              <a:gd name="T46" fmla="*/ 2147483646 w 78"/>
              <a:gd name="T47" fmla="*/ 2147483646 h 71"/>
              <a:gd name="T48" fmla="*/ 2147483646 w 78"/>
              <a:gd name="T49" fmla="*/ 2147483646 h 71"/>
              <a:gd name="T50" fmla="*/ 2147483646 w 78"/>
              <a:gd name="T51" fmla="*/ 2147483646 h 71"/>
              <a:gd name="T52" fmla="*/ 2147483646 w 78"/>
              <a:gd name="T53" fmla="*/ 2147483646 h 71"/>
              <a:gd name="T54" fmla="*/ 2147483646 w 78"/>
              <a:gd name="T55" fmla="*/ 0 h 71"/>
              <a:gd name="T56" fmla="*/ 2147483646 w 78"/>
              <a:gd name="T57" fmla="*/ 2147483646 h 71"/>
              <a:gd name="T58" fmla="*/ 2147483646 w 78"/>
              <a:gd name="T59" fmla="*/ 2147483646 h 71"/>
              <a:gd name="T60" fmla="*/ 2147483646 w 78"/>
              <a:gd name="T61" fmla="*/ 2147483646 h 71"/>
              <a:gd name="T62" fmla="*/ 2147483646 w 78"/>
              <a:gd name="T63" fmla="*/ 2147483646 h 71"/>
              <a:gd name="T64" fmla="*/ 2147483646 w 78"/>
              <a:gd name="T65" fmla="*/ 2147483646 h 71"/>
              <a:gd name="T66" fmla="*/ 2147483646 w 78"/>
              <a:gd name="T67" fmla="*/ 2147483646 h 71"/>
              <a:gd name="T68" fmla="*/ 2147483646 w 78"/>
              <a:gd name="T69" fmla="*/ 2147483646 h 71"/>
              <a:gd name="T70" fmla="*/ 2147483646 w 78"/>
              <a:gd name="T71" fmla="*/ 2147483646 h 71"/>
              <a:gd name="T72" fmla="*/ 2147483646 w 78"/>
              <a:gd name="T73" fmla="*/ 2147483646 h 71"/>
              <a:gd name="T74" fmla="*/ 2147483646 w 78"/>
              <a:gd name="T75" fmla="*/ 2147483646 h 71"/>
              <a:gd name="T76" fmla="*/ 2147483646 w 78"/>
              <a:gd name="T77" fmla="*/ 2147483646 h 71"/>
              <a:gd name="T78" fmla="*/ 2147483646 w 78"/>
              <a:gd name="T79" fmla="*/ 2147483646 h 71"/>
              <a:gd name="T80" fmla="*/ 2147483646 w 78"/>
              <a:gd name="T81" fmla="*/ 2147483646 h 71"/>
              <a:gd name="T82" fmla="*/ 2147483646 w 78"/>
              <a:gd name="T83" fmla="*/ 2147483646 h 71"/>
              <a:gd name="T84" fmla="*/ 2147483646 w 78"/>
              <a:gd name="T85" fmla="*/ 2147483646 h 71"/>
              <a:gd name="T86" fmla="*/ 2147483646 w 78"/>
              <a:gd name="T87" fmla="*/ 2147483646 h 7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78" h="71">
                <a:moveTo>
                  <a:pt x="52" y="39"/>
                </a:moveTo>
                <a:cubicBezTo>
                  <a:pt x="52" y="40"/>
                  <a:pt x="51" y="40"/>
                  <a:pt x="51" y="40"/>
                </a:cubicBezTo>
                <a:quadBezTo>
                  <a:pt x="45" y="41"/>
                  <a:pt x="45" y="41"/>
                </a:quadBezTo>
                <a:cubicBezTo>
                  <a:pt x="44" y="42"/>
                  <a:pt x="44" y="43"/>
                  <a:pt x="43" y="44"/>
                </a:cubicBezTo>
                <a:cubicBezTo>
                  <a:pt x="45" y="46"/>
                  <a:pt x="46" y="47"/>
                  <a:pt x="47" y="49"/>
                </a:cubicBezTo>
                <a:quadBezTo>
                  <a:pt x="47" y="49"/>
                  <a:pt x="47" y="50"/>
                </a:quadBezTo>
                <a:quadBezTo>
                  <a:pt x="47" y="50"/>
                  <a:pt x="47" y="50"/>
                </a:quadBezTo>
                <a:cubicBezTo>
                  <a:pt x="46" y="52"/>
                  <a:pt x="42" y="56"/>
                  <a:pt x="41" y="56"/>
                </a:cubicBezTo>
                <a:quadBezTo>
                  <a:pt x="40" y="56"/>
                  <a:pt x="40" y="56"/>
                </a:quadBezTo>
                <a:quadBezTo>
                  <a:pt x="35" y="53"/>
                  <a:pt x="35" y="53"/>
                </a:quadBezTo>
                <a:cubicBezTo>
                  <a:pt x="34" y="53"/>
                  <a:pt x="33" y="53"/>
                  <a:pt x="32" y="54"/>
                </a:cubicBezTo>
                <a:cubicBezTo>
                  <a:pt x="32" y="56"/>
                  <a:pt x="32" y="58"/>
                  <a:pt x="31" y="60"/>
                </a:cubicBezTo>
                <a:cubicBezTo>
                  <a:pt x="31" y="61"/>
                  <a:pt x="30" y="61"/>
                  <a:pt x="30" y="61"/>
                </a:cubicBezTo>
                <a:quadBezTo>
                  <a:pt x="22" y="61"/>
                  <a:pt x="22" y="61"/>
                </a:quadBezTo>
                <a:cubicBezTo>
                  <a:pt x="22" y="61"/>
                  <a:pt x="21" y="61"/>
                  <a:pt x="21" y="60"/>
                </a:cubicBezTo>
                <a:quadBezTo>
                  <a:pt x="20" y="54"/>
                  <a:pt x="20" y="54"/>
                </a:quadBezTo>
                <a:cubicBezTo>
                  <a:pt x="19" y="54"/>
                  <a:pt x="18" y="53"/>
                  <a:pt x="17" y="53"/>
                </a:cubicBezTo>
                <a:quadBezTo>
                  <a:pt x="13" y="56"/>
                  <a:pt x="13" y="56"/>
                </a:quadBezTo>
                <a:quadBezTo>
                  <a:pt x="12" y="56"/>
                  <a:pt x="12" y="56"/>
                </a:quadBezTo>
                <a:quadBezTo>
                  <a:pt x="11" y="56"/>
                  <a:pt x="11" y="56"/>
                </a:quadBezTo>
                <a:cubicBezTo>
                  <a:pt x="10" y="55"/>
                  <a:pt x="5" y="51"/>
                  <a:pt x="5" y="50"/>
                </a:cubicBezTo>
                <a:quadBezTo>
                  <a:pt x="5" y="49"/>
                  <a:pt x="5" y="49"/>
                </a:quadBezTo>
                <a:cubicBezTo>
                  <a:pt x="7" y="47"/>
                  <a:pt x="8" y="46"/>
                  <a:pt x="9" y="44"/>
                </a:cubicBezTo>
                <a:cubicBezTo>
                  <a:pt x="8" y="43"/>
                  <a:pt x="8" y="42"/>
                  <a:pt x="8" y="41"/>
                </a:cubicBezTo>
                <a:quadBezTo>
                  <a:pt x="1" y="40"/>
                  <a:pt x="1" y="40"/>
                </a:quadBezTo>
                <a:cubicBezTo>
                  <a:pt x="1" y="40"/>
                  <a:pt x="0" y="40"/>
                  <a:pt x="0" y="39"/>
                </a:cubicBezTo>
                <a:quadBezTo>
                  <a:pt x="0" y="32"/>
                  <a:pt x="0" y="32"/>
                </a:quadBezTo>
                <a:cubicBezTo>
                  <a:pt x="0" y="31"/>
                  <a:pt x="1" y="30"/>
                  <a:pt x="1" y="30"/>
                </a:cubicBezTo>
                <a:quadBezTo>
                  <a:pt x="8" y="29"/>
                  <a:pt x="8" y="29"/>
                </a:quadBezTo>
                <a:cubicBezTo>
                  <a:pt x="8" y="28"/>
                  <a:pt x="8" y="27"/>
                  <a:pt x="9" y="26"/>
                </a:cubicBezTo>
                <a:cubicBezTo>
                  <a:pt x="8" y="25"/>
                  <a:pt x="7" y="23"/>
                  <a:pt x="5" y="22"/>
                </a:cubicBezTo>
                <a:quadBezTo>
                  <a:pt x="5" y="21"/>
                  <a:pt x="5" y="21"/>
                </a:quadBezTo>
                <a:cubicBezTo>
                  <a:pt x="5" y="21"/>
                  <a:pt x="5" y="20"/>
                  <a:pt x="5" y="20"/>
                </a:cubicBezTo>
                <a:cubicBezTo>
                  <a:pt x="6" y="19"/>
                  <a:pt x="11" y="14"/>
                  <a:pt x="12" y="14"/>
                </a:cubicBezTo>
                <a:quadBezTo>
                  <a:pt x="12" y="14"/>
                  <a:pt x="13" y="14"/>
                </a:quadBezTo>
                <a:quadBezTo>
                  <a:pt x="17" y="18"/>
                  <a:pt x="17" y="18"/>
                </a:quadBezTo>
                <a:cubicBezTo>
                  <a:pt x="18" y="18"/>
                  <a:pt x="19" y="17"/>
                  <a:pt x="20" y="17"/>
                </a:cubicBezTo>
                <a:cubicBezTo>
                  <a:pt x="21" y="15"/>
                  <a:pt x="21" y="13"/>
                  <a:pt x="21" y="11"/>
                </a:cubicBezTo>
                <a:cubicBezTo>
                  <a:pt x="21" y="10"/>
                  <a:pt x="22" y="10"/>
                  <a:pt x="22" y="10"/>
                </a:cubicBezTo>
                <a:quadBezTo>
                  <a:pt x="30" y="10"/>
                  <a:pt x="30" y="10"/>
                </a:quadBezTo>
                <a:cubicBezTo>
                  <a:pt x="30" y="10"/>
                  <a:pt x="31" y="10"/>
                  <a:pt x="31" y="11"/>
                </a:cubicBezTo>
                <a:quadBezTo>
                  <a:pt x="32" y="17"/>
                  <a:pt x="32" y="17"/>
                </a:quadBezTo>
                <a:cubicBezTo>
                  <a:pt x="33" y="17"/>
                  <a:pt x="34" y="18"/>
                  <a:pt x="35" y="18"/>
                </a:cubicBezTo>
                <a:quadBezTo>
                  <a:pt x="40" y="14"/>
                  <a:pt x="40" y="14"/>
                </a:quadBezTo>
                <a:quadBezTo>
                  <a:pt x="40" y="14"/>
                  <a:pt x="41" y="14"/>
                </a:quadBezTo>
                <a:quadBezTo>
                  <a:pt x="41" y="14"/>
                  <a:pt x="41" y="14"/>
                </a:quadBezTo>
                <a:cubicBezTo>
                  <a:pt x="42" y="15"/>
                  <a:pt x="47" y="20"/>
                  <a:pt x="47" y="21"/>
                </a:cubicBezTo>
                <a:quadBezTo>
                  <a:pt x="47" y="21"/>
                  <a:pt x="47" y="22"/>
                </a:quadBezTo>
                <a:cubicBezTo>
                  <a:pt x="46" y="23"/>
                  <a:pt x="45" y="25"/>
                  <a:pt x="43" y="26"/>
                </a:cubicBezTo>
                <a:cubicBezTo>
                  <a:pt x="44" y="27"/>
                  <a:pt x="44" y="28"/>
                  <a:pt x="45" y="30"/>
                </a:cubicBezTo>
                <a:quadBezTo>
                  <a:pt x="51" y="30"/>
                  <a:pt x="51" y="30"/>
                </a:quadBezTo>
                <a:cubicBezTo>
                  <a:pt x="51" y="31"/>
                  <a:pt x="52" y="31"/>
                  <a:pt x="52" y="32"/>
                </a:cubicBezTo>
                <a:lnTo>
                  <a:pt x="52" y="39"/>
                </a:lnTo>
                <a:close/>
                <a:moveTo>
                  <a:pt x="26" y="25"/>
                </a:moveTo>
                <a:cubicBezTo>
                  <a:pt x="21" y="25"/>
                  <a:pt x="16" y="30"/>
                  <a:pt x="16" y="35"/>
                </a:cubicBezTo>
                <a:cubicBezTo>
                  <a:pt x="16" y="41"/>
                  <a:pt x="21" y="46"/>
                  <a:pt x="26" y="46"/>
                </a:cubicBezTo>
                <a:cubicBezTo>
                  <a:pt x="32" y="46"/>
                  <a:pt x="36" y="41"/>
                  <a:pt x="36" y="35"/>
                </a:cubicBezTo>
                <a:cubicBezTo>
                  <a:pt x="36" y="30"/>
                  <a:pt x="32" y="25"/>
                  <a:pt x="26" y="25"/>
                </a:cubicBezTo>
                <a:close/>
                <a:moveTo>
                  <a:pt x="78" y="18"/>
                </a:moveTo>
                <a:cubicBezTo>
                  <a:pt x="78" y="18"/>
                  <a:pt x="72" y="19"/>
                  <a:pt x="72" y="19"/>
                </a:cubicBezTo>
                <a:quadBezTo>
                  <a:pt x="71" y="20"/>
                  <a:pt x="70" y="21"/>
                </a:quadBezTo>
                <a:cubicBezTo>
                  <a:pt x="71" y="22"/>
                  <a:pt x="72" y="26"/>
                  <a:pt x="72" y="26"/>
                </a:cubicBezTo>
                <a:quadBezTo>
                  <a:pt x="72" y="27"/>
                  <a:pt x="72" y="27"/>
                </a:quadBezTo>
                <a:cubicBezTo>
                  <a:pt x="72" y="27"/>
                  <a:pt x="68" y="30"/>
                  <a:pt x="67" y="30"/>
                </a:cubicBezTo>
                <a:cubicBezTo>
                  <a:pt x="67" y="30"/>
                  <a:pt x="64" y="26"/>
                  <a:pt x="63" y="25"/>
                </a:cubicBezTo>
                <a:quadBezTo>
                  <a:pt x="63" y="25"/>
                  <a:pt x="62" y="25"/>
                </a:quadBezTo>
                <a:cubicBezTo>
                  <a:pt x="62" y="25"/>
                  <a:pt x="61" y="25"/>
                  <a:pt x="61" y="25"/>
                </a:cubicBezTo>
                <a:cubicBezTo>
                  <a:pt x="61" y="26"/>
                  <a:pt x="58" y="30"/>
                  <a:pt x="57" y="30"/>
                </a:cubicBezTo>
                <a:cubicBezTo>
                  <a:pt x="57" y="30"/>
                  <a:pt x="53" y="27"/>
                  <a:pt x="52" y="27"/>
                </a:cubicBezTo>
                <a:quadBezTo>
                  <a:pt x="52" y="27"/>
                  <a:pt x="52" y="26"/>
                </a:quadBezTo>
                <a:cubicBezTo>
                  <a:pt x="52" y="26"/>
                  <a:pt x="54" y="22"/>
                  <a:pt x="54" y="21"/>
                </a:cubicBezTo>
                <a:quadBezTo>
                  <a:pt x="53" y="20"/>
                  <a:pt x="53" y="19"/>
                </a:quadBezTo>
                <a:cubicBezTo>
                  <a:pt x="52" y="19"/>
                  <a:pt x="47" y="18"/>
                  <a:pt x="47" y="18"/>
                </a:cubicBezTo>
                <a:quadBezTo>
                  <a:pt x="47" y="12"/>
                  <a:pt x="47" y="12"/>
                </a:quadBezTo>
                <a:cubicBezTo>
                  <a:pt x="47" y="11"/>
                  <a:pt x="52" y="11"/>
                  <a:pt x="53" y="11"/>
                </a:cubicBezTo>
                <a:cubicBezTo>
                  <a:pt x="53" y="10"/>
                  <a:pt x="53" y="9"/>
                  <a:pt x="54" y="9"/>
                </a:cubicBezTo>
                <a:cubicBezTo>
                  <a:pt x="54" y="8"/>
                  <a:pt x="52" y="4"/>
                  <a:pt x="52" y="3"/>
                </a:cubicBezTo>
                <a:quadBezTo>
                  <a:pt x="52" y="3"/>
                  <a:pt x="52" y="3"/>
                </a:quadBezTo>
                <a:cubicBezTo>
                  <a:pt x="53" y="3"/>
                  <a:pt x="57" y="0"/>
                  <a:pt x="57" y="0"/>
                </a:cubicBezTo>
                <a:cubicBezTo>
                  <a:pt x="58" y="0"/>
                  <a:pt x="61" y="4"/>
                  <a:pt x="61" y="5"/>
                </a:cubicBezTo>
                <a:cubicBezTo>
                  <a:pt x="61" y="4"/>
                  <a:pt x="62" y="4"/>
                  <a:pt x="62" y="4"/>
                </a:cubicBezTo>
                <a:quadBezTo>
                  <a:pt x="63" y="4"/>
                  <a:pt x="63" y="5"/>
                </a:quadBezTo>
                <a:cubicBezTo>
                  <a:pt x="64" y="3"/>
                  <a:pt x="66" y="1"/>
                  <a:pt x="67" y="0"/>
                </a:cubicBezTo>
                <a:quadBezTo>
                  <a:pt x="67" y="0"/>
                  <a:pt x="67" y="0"/>
                </a:quadBezTo>
                <a:cubicBezTo>
                  <a:pt x="68" y="0"/>
                  <a:pt x="72" y="2"/>
                  <a:pt x="72" y="3"/>
                </a:cubicBezTo>
                <a:quadBezTo>
                  <a:pt x="72" y="3"/>
                  <a:pt x="72" y="3"/>
                </a:quadBezTo>
                <a:cubicBezTo>
                  <a:pt x="72" y="4"/>
                  <a:pt x="71" y="8"/>
                  <a:pt x="70" y="9"/>
                </a:cubicBezTo>
                <a:cubicBezTo>
                  <a:pt x="71" y="9"/>
                  <a:pt x="71" y="10"/>
                  <a:pt x="72" y="11"/>
                </a:cubicBezTo>
                <a:cubicBezTo>
                  <a:pt x="72" y="11"/>
                  <a:pt x="78" y="11"/>
                  <a:pt x="78" y="12"/>
                </a:cubicBezTo>
                <a:lnTo>
                  <a:pt x="78" y="18"/>
                </a:lnTo>
                <a:close/>
                <a:moveTo>
                  <a:pt x="78" y="59"/>
                </a:moveTo>
                <a:cubicBezTo>
                  <a:pt x="78" y="59"/>
                  <a:pt x="72" y="60"/>
                  <a:pt x="72" y="60"/>
                </a:cubicBezTo>
                <a:quadBezTo>
                  <a:pt x="71" y="61"/>
                  <a:pt x="70" y="62"/>
                </a:quadBezTo>
                <a:cubicBezTo>
                  <a:pt x="71" y="63"/>
                  <a:pt x="72" y="67"/>
                  <a:pt x="72" y="68"/>
                </a:cubicBezTo>
                <a:quadBezTo>
                  <a:pt x="72" y="68"/>
                  <a:pt x="72" y="68"/>
                </a:quadBezTo>
                <a:cubicBezTo>
                  <a:pt x="72" y="68"/>
                  <a:pt x="68" y="71"/>
                  <a:pt x="67" y="71"/>
                </a:cubicBezTo>
                <a:cubicBezTo>
                  <a:pt x="67" y="71"/>
                  <a:pt x="64" y="67"/>
                  <a:pt x="63" y="66"/>
                </a:cubicBezTo>
                <a:quadBezTo>
                  <a:pt x="63" y="66"/>
                  <a:pt x="62" y="66"/>
                </a:quadBezTo>
                <a:cubicBezTo>
                  <a:pt x="62" y="66"/>
                  <a:pt x="61" y="66"/>
                  <a:pt x="61" y="66"/>
                </a:cubicBezTo>
                <a:cubicBezTo>
                  <a:pt x="61" y="67"/>
                  <a:pt x="58" y="71"/>
                  <a:pt x="57" y="71"/>
                </a:cubicBezTo>
                <a:cubicBezTo>
                  <a:pt x="57" y="71"/>
                  <a:pt x="53" y="68"/>
                  <a:pt x="52" y="68"/>
                </a:cubicBezTo>
                <a:quadBezTo>
                  <a:pt x="52" y="68"/>
                  <a:pt x="52" y="68"/>
                </a:quadBezTo>
                <a:cubicBezTo>
                  <a:pt x="52" y="67"/>
                  <a:pt x="54" y="63"/>
                  <a:pt x="54" y="62"/>
                </a:cubicBezTo>
                <a:quadBezTo>
                  <a:pt x="53" y="61"/>
                  <a:pt x="53" y="60"/>
                </a:quadBezTo>
                <a:cubicBezTo>
                  <a:pt x="52" y="60"/>
                  <a:pt x="47" y="59"/>
                  <a:pt x="47" y="59"/>
                </a:cubicBezTo>
                <a:quadBezTo>
                  <a:pt x="47" y="53"/>
                  <a:pt x="47" y="53"/>
                </a:quadBezTo>
                <a:cubicBezTo>
                  <a:pt x="47" y="52"/>
                  <a:pt x="52" y="52"/>
                  <a:pt x="53" y="52"/>
                </a:cubicBezTo>
                <a:cubicBezTo>
                  <a:pt x="53" y="51"/>
                  <a:pt x="53" y="50"/>
                  <a:pt x="54" y="50"/>
                </a:cubicBezTo>
                <a:cubicBezTo>
                  <a:pt x="54" y="49"/>
                  <a:pt x="52" y="45"/>
                  <a:pt x="52" y="44"/>
                </a:cubicBezTo>
                <a:quadBezTo>
                  <a:pt x="52" y="44"/>
                  <a:pt x="52" y="44"/>
                </a:quadBezTo>
                <a:cubicBezTo>
                  <a:pt x="53" y="44"/>
                  <a:pt x="57" y="41"/>
                  <a:pt x="57" y="41"/>
                </a:cubicBezTo>
                <a:cubicBezTo>
                  <a:pt x="58" y="41"/>
                  <a:pt x="61" y="45"/>
                  <a:pt x="61" y="46"/>
                </a:cubicBezTo>
                <a:cubicBezTo>
                  <a:pt x="61" y="46"/>
                  <a:pt x="62" y="46"/>
                  <a:pt x="62" y="46"/>
                </a:cubicBezTo>
                <a:quadBezTo>
                  <a:pt x="63" y="46"/>
                  <a:pt x="63" y="46"/>
                </a:quadBezTo>
                <a:cubicBezTo>
                  <a:pt x="64" y="44"/>
                  <a:pt x="66" y="43"/>
                  <a:pt x="67" y="41"/>
                </a:cubicBezTo>
                <a:quadBezTo>
                  <a:pt x="67" y="41"/>
                  <a:pt x="67" y="41"/>
                </a:quadBezTo>
                <a:cubicBezTo>
                  <a:pt x="68" y="41"/>
                  <a:pt x="72" y="44"/>
                  <a:pt x="72" y="44"/>
                </a:cubicBezTo>
                <a:quadBezTo>
                  <a:pt x="72" y="44"/>
                  <a:pt x="72" y="44"/>
                </a:quadBezTo>
                <a:cubicBezTo>
                  <a:pt x="72" y="45"/>
                  <a:pt x="71" y="49"/>
                  <a:pt x="70" y="50"/>
                </a:cubicBezTo>
                <a:cubicBezTo>
                  <a:pt x="71" y="50"/>
                  <a:pt x="71" y="51"/>
                  <a:pt x="72" y="52"/>
                </a:cubicBezTo>
                <a:cubicBezTo>
                  <a:pt x="72" y="52"/>
                  <a:pt x="78" y="52"/>
                  <a:pt x="78" y="53"/>
                </a:cubicBezTo>
                <a:lnTo>
                  <a:pt x="78" y="59"/>
                </a:lnTo>
                <a:close/>
                <a:moveTo>
                  <a:pt x="62" y="10"/>
                </a:moveTo>
                <a:cubicBezTo>
                  <a:pt x="59" y="10"/>
                  <a:pt x="57" y="12"/>
                  <a:pt x="57" y="15"/>
                </a:cubicBezTo>
                <a:cubicBezTo>
                  <a:pt x="57" y="18"/>
                  <a:pt x="59" y="20"/>
                  <a:pt x="62" y="20"/>
                </a:cubicBezTo>
                <a:cubicBezTo>
                  <a:pt x="65" y="20"/>
                  <a:pt x="67" y="18"/>
                  <a:pt x="67" y="15"/>
                </a:cubicBezTo>
                <a:cubicBezTo>
                  <a:pt x="67" y="12"/>
                  <a:pt x="65" y="10"/>
                  <a:pt x="62" y="10"/>
                </a:cubicBezTo>
                <a:close/>
                <a:moveTo>
                  <a:pt x="62" y="51"/>
                </a:moveTo>
                <a:cubicBezTo>
                  <a:pt x="59" y="51"/>
                  <a:pt x="57" y="53"/>
                  <a:pt x="57" y="56"/>
                </a:cubicBezTo>
                <a:cubicBezTo>
                  <a:pt x="57" y="59"/>
                  <a:pt x="59" y="61"/>
                  <a:pt x="62" y="61"/>
                </a:cubicBezTo>
                <a:cubicBezTo>
                  <a:pt x="65" y="61"/>
                  <a:pt x="67" y="59"/>
                  <a:pt x="67" y="56"/>
                </a:cubicBezTo>
                <a:cubicBezTo>
                  <a:pt x="67" y="53"/>
                  <a:pt x="65" y="51"/>
                  <a:pt x="62" y="5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lvl="0">
              <a:defRPr/>
            </a:pPr>
            <a:endParaRPr lang="th-TH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4" y="4406900"/>
            <a:ext cx="84200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4" y="2906713"/>
            <a:ext cx="84200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2024-06-28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299" y="1600200"/>
            <a:ext cx="437514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49" y="1600200"/>
            <a:ext cx="437514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2024-06-28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2024-06-28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494030" y="1643063"/>
            <a:ext cx="89153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>
              <a:defRPr/>
            </a:pPr>
            <a:r>
              <a:rPr lang="ko-KR" altLang="en-US"/>
              <a:t>표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2024-06-28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95299" y="1600200"/>
            <a:ext cx="437514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5035549" y="1600200"/>
            <a:ext cx="437514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94030" y="3984220"/>
            <a:ext cx="437514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4279" y="3984220"/>
            <a:ext cx="437514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2024-06-28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4" y="4800600"/>
            <a:ext cx="59435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4" y="612775"/>
            <a:ext cx="59435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ko-KR" altLang="en-US"/>
              <a:t>그림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4" y="5367338"/>
            <a:ext cx="59435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2024-06-28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906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2024-06-28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299" y="274638"/>
            <a:ext cx="8915398" cy="1143000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321700" y="2214563"/>
            <a:ext cx="5262579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>
              <a:defRPr/>
            </a:pPr>
            <a:r>
              <a:rPr lang="ko-KR" altLang="en-US"/>
              <a:t>첫째 목차</a:t>
            </a:r>
          </a:p>
          <a:p>
            <a:pPr lvl="0">
              <a:defRPr/>
            </a:pPr>
            <a:r>
              <a:rPr lang="ko-KR" altLang="en-US"/>
              <a:t>둘째 목차</a:t>
            </a:r>
          </a:p>
          <a:p>
            <a:pPr lvl="0">
              <a:defRPr/>
            </a:pPr>
            <a:r>
              <a:rPr lang="ko-KR" altLang="en-US"/>
              <a:t>셋째 목차</a:t>
            </a:r>
          </a:p>
          <a:p>
            <a:pPr lvl="0">
              <a:defRPr/>
            </a:pPr>
            <a:r>
              <a:rPr lang="ko-KR" altLang="en-US"/>
              <a:t>넷째 목차</a:t>
            </a:r>
          </a:p>
          <a:p>
            <a:pPr lvl="0">
              <a:defRPr/>
            </a:pPr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2024-06-28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49" y="274638"/>
            <a:ext cx="2228849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299" y="274638"/>
            <a:ext cx="6521449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2024-06-28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한컴오피스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299" y="274638"/>
            <a:ext cx="89153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299" y="1600200"/>
            <a:ext cx="8915398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299" y="6356350"/>
            <a:ext cx="23113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2024-06-28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49" y="6356350"/>
            <a:ext cx="31368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299" y="6356350"/>
            <a:ext cx="23113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  <p:sldLayoutId id="2147483994" r:id="rId12"/>
    <p:sldLayoutId id="2147483995" r:id="rId13"/>
    <p:sldLayoutId id="2147483996" r:id="rId14"/>
    <p:sldLayoutId id="2147483997" r:id="rId15"/>
  </p:sldLayoutIdLst>
  <p:transition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11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11" Type="http://schemas.openxmlformats.org/officeDocument/2006/relationships/image" Target="../media/image31.png"/><Relationship Id="rId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11" Type="http://schemas.openxmlformats.org/officeDocument/2006/relationships/image" Target="../media/image31.png"/><Relationship Id="rId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11" Type="http://schemas.openxmlformats.org/officeDocument/2006/relationships/image" Target="../media/image31.png"/><Relationship Id="rId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3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11" Type="http://schemas.openxmlformats.org/officeDocument/2006/relationships/image" Target="../media/image32.png"/><Relationship Id="rId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11" Type="http://schemas.openxmlformats.org/officeDocument/2006/relationships/image" Target="../media/image33.png"/><Relationship Id="rId5" Type="http://schemas.openxmlformats.org/officeDocument/2006/relationships/image" Target="../media/image29.png"/><Relationship Id="rId10" Type="http://schemas.openxmlformats.org/officeDocument/2006/relationships/image" Target="../media/image32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11" Type="http://schemas.openxmlformats.org/officeDocument/2006/relationships/image" Target="../media/image33.png"/><Relationship Id="rId5" Type="http://schemas.openxmlformats.org/officeDocument/2006/relationships/image" Target="../media/image29.png"/><Relationship Id="rId10" Type="http://schemas.openxmlformats.org/officeDocument/2006/relationships/image" Target="../media/image32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860616" y="2383777"/>
            <a:ext cx="6003905" cy="67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86000"/>
              </a:lnSpc>
              <a:defRPr/>
            </a:pPr>
            <a:r>
              <a:rPr lang="ko-KR" altLang="en-US" sz="4400">
                <a:cs typeface="Arial" pitchFamily="34" charset="0"/>
              </a:rPr>
              <a:t>위치조정 도장유닛</a:t>
            </a:r>
            <a:endParaRPr lang="en-US" altLang="ko-KR" sz="4400" b="1" spc="-150">
              <a:latin typeface="Arial"/>
              <a:cs typeface="Ari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9339" y="1857936"/>
            <a:ext cx="43214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GU VINA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5CAE29-6394-4608-955E-794322C57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35" y="139379"/>
            <a:ext cx="1170420" cy="2787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71767" y="0"/>
            <a:ext cx="5024767" cy="6858000"/>
          </a:xfrm>
          <a:prstGeom prst="rect">
            <a:avLst/>
          </a:prstGeom>
        </p:spPr>
      </p:pic>
      <p:sp>
        <p:nvSpPr>
          <p:cNvPr id="4" name="TextBox 1"/>
          <p:cNvSpPr txBox="1"/>
          <p:nvPr/>
        </p:nvSpPr>
        <p:spPr>
          <a:xfrm>
            <a:off x="5629028" y="1325346"/>
            <a:ext cx="3143496" cy="118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 b="1">
                <a:latin typeface="Arial"/>
                <a:cs typeface="Arial"/>
              </a:rPr>
              <a:t>Table of</a:t>
            </a:r>
          </a:p>
          <a:p>
            <a:pPr lvl="0">
              <a:defRPr/>
            </a:pPr>
            <a:r>
              <a:rPr lang="en-US" altLang="ko-KR" sz="3600" b="1">
                <a:solidFill>
                  <a:srgbClr val="D70909"/>
                </a:solidFill>
                <a:latin typeface="Arial"/>
                <a:cs typeface="Arial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33803" y="2705100"/>
            <a:ext cx="3645089" cy="240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6000" indent="-296000">
              <a:lnSpc>
                <a:spcPct val="160000"/>
              </a:lnSpc>
              <a:buAutoNum type="arabicPeriod"/>
              <a:defRPr/>
            </a:pPr>
            <a:r>
              <a:rPr lang="en-US" altLang="ko-KR" sz="1600">
                <a:solidFill>
                  <a:srgbClr val="595959"/>
                </a:solidFill>
                <a:latin typeface="나눔고딕"/>
                <a:ea typeface="나눔고딕"/>
              </a:rPr>
              <a:t>Definition</a:t>
            </a:r>
          </a:p>
          <a:p>
            <a:pPr marL="296000" indent="-296000">
              <a:lnSpc>
                <a:spcPct val="160000"/>
              </a:lnSpc>
              <a:buAutoNum type="arabicPeriod"/>
              <a:defRPr/>
            </a:pPr>
            <a:r>
              <a:rPr lang="en-US" sz="1600">
                <a:solidFill>
                  <a:srgbClr val="595959"/>
                </a:solidFill>
                <a:latin typeface="나눔고딕"/>
                <a:ea typeface="나눔고딕"/>
                <a:cs typeface="Poppins"/>
              </a:rPr>
              <a:t>Specification</a:t>
            </a:r>
          </a:p>
          <a:p>
            <a:pPr marL="296000" indent="-296000">
              <a:lnSpc>
                <a:spcPct val="160000"/>
              </a:lnSpc>
              <a:buAutoNum type="arabicPeriod"/>
              <a:defRPr/>
            </a:pPr>
            <a:r>
              <a:rPr lang="en-US" sz="1600">
                <a:solidFill>
                  <a:srgbClr val="595959"/>
                </a:solidFill>
                <a:latin typeface="나눔고딕"/>
                <a:ea typeface="나눔고딕"/>
                <a:cs typeface="Poppins"/>
              </a:rPr>
              <a:t>Functional description</a:t>
            </a:r>
          </a:p>
          <a:p>
            <a:pPr marL="296000" indent="-296000">
              <a:lnSpc>
                <a:spcPct val="160000"/>
              </a:lnSpc>
              <a:buAutoNum type="arabicPeriod"/>
              <a:defRPr/>
            </a:pPr>
            <a:r>
              <a:rPr lang="en-US" sz="1600">
                <a:solidFill>
                  <a:srgbClr val="595959"/>
                </a:solidFill>
                <a:latin typeface="나눔고딕"/>
                <a:ea typeface="나눔고딕"/>
                <a:cs typeface="Poppins"/>
              </a:rPr>
              <a:t>PLC HMI </a:t>
            </a:r>
          </a:p>
          <a:p>
            <a:pPr marL="296000" indent="-296000">
              <a:lnSpc>
                <a:spcPct val="160000"/>
              </a:lnSpc>
              <a:buAutoNum type="arabicPeriod"/>
              <a:defRPr/>
            </a:pPr>
            <a:r>
              <a:rPr lang="en-US" sz="1600">
                <a:solidFill>
                  <a:srgbClr val="595959"/>
                </a:solidFill>
                <a:latin typeface="나눔고딕"/>
                <a:ea typeface="나눔고딕"/>
                <a:cs typeface="Poppins"/>
              </a:rPr>
              <a:t>PC Control System</a:t>
            </a:r>
          </a:p>
          <a:p>
            <a:pPr marL="296000" indent="-296000">
              <a:lnSpc>
                <a:spcPct val="160000"/>
              </a:lnSpc>
              <a:buAutoNum type="arabicPeriod"/>
              <a:defRPr/>
            </a:pPr>
            <a:r>
              <a:rPr lang="en-US" sz="1600">
                <a:solidFill>
                  <a:srgbClr val="595959"/>
                </a:solidFill>
                <a:latin typeface="나눔고딕"/>
                <a:ea typeface="나눔고딕"/>
                <a:cs typeface="Poppins"/>
              </a:rPr>
              <a:t>Integrated Monitoring System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8256058" y="0"/>
            <a:ext cx="1649941" cy="1649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직사각형 290">
            <a:extLst>
              <a:ext uri="{FF2B5EF4-FFF2-40B4-BE49-F238E27FC236}">
                <a16:creationId xmlns:a16="http://schemas.microsoft.com/office/drawing/2014/main" id="{DEF6B24C-4C62-4C57-BA14-375D120C198D}"/>
              </a:ext>
            </a:extLst>
          </p:cNvPr>
          <p:cNvSpPr/>
          <p:nvPr/>
        </p:nvSpPr>
        <p:spPr>
          <a:xfrm>
            <a:off x="386257" y="2122415"/>
            <a:ext cx="2618424" cy="9379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274796" cy="377796"/>
              <a:chOff x="791279" y="377417"/>
              <a:chExt cx="2274796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037375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00. </a:t>
                </a:r>
                <a:r>
                  <a:rPr lang="ko-KR" altLang="en-US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설비 개념도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/>
            <p:nvPr/>
          </p:nvCxnSpPr>
          <p:spPr>
            <a:xfrm>
              <a:off x="2906472" y="583043"/>
              <a:ext cx="7036871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AE7F0A-7601-4DC4-A7E7-858FC1DC12D5}"/>
              </a:ext>
            </a:extLst>
          </p:cNvPr>
          <p:cNvSpPr txBox="1"/>
          <p:nvPr/>
        </p:nvSpPr>
        <p:spPr>
          <a:xfrm>
            <a:off x="5274249" y="5888364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9A520D25-8D50-4C31-A86D-0FB750B73A7A}"/>
              </a:ext>
            </a:extLst>
          </p:cNvPr>
          <p:cNvGrpSpPr/>
          <p:nvPr/>
        </p:nvGrpSpPr>
        <p:grpSpPr>
          <a:xfrm>
            <a:off x="3479313" y="916880"/>
            <a:ext cx="1468023" cy="830997"/>
            <a:chOff x="3873939" y="1686132"/>
            <a:chExt cx="1468023" cy="830997"/>
          </a:xfrm>
        </p:grpSpPr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8815CBD5-B866-4BD0-9BFA-ABE2BF414227}"/>
                </a:ext>
              </a:extLst>
            </p:cNvPr>
            <p:cNvGrpSpPr/>
            <p:nvPr/>
          </p:nvGrpSpPr>
          <p:grpSpPr>
            <a:xfrm>
              <a:off x="3873939" y="1686132"/>
              <a:ext cx="1468023" cy="830997"/>
              <a:chOff x="3170262" y="1853451"/>
              <a:chExt cx="1468023" cy="830997"/>
            </a:xfrm>
          </p:grpSpPr>
          <p:pic>
            <p:nvPicPr>
              <p:cNvPr id="115" name="Picture 4" descr="serverì ëí ì´ë¯¸ì§ ê²ìê²°ê³¼">
                <a:extLst>
                  <a:ext uri="{FF2B5EF4-FFF2-40B4-BE49-F238E27FC236}">
                    <a16:creationId xmlns:a16="http://schemas.microsoft.com/office/drawing/2014/main" id="{C16F00D7-D613-44D7-B0FB-7AE7558D8A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192" t="18227" r="23442" b="12106"/>
              <a:stretch/>
            </p:blipFill>
            <p:spPr bwMode="auto">
              <a:xfrm>
                <a:off x="4020245" y="1853451"/>
                <a:ext cx="313649" cy="5033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8C089D2-3478-4E61-A047-50BA797F151C}"/>
                  </a:ext>
                </a:extLst>
              </p:cNvPr>
              <p:cNvSpPr txBox="1"/>
              <p:nvPr/>
            </p:nvSpPr>
            <p:spPr>
              <a:xfrm>
                <a:off x="3170262" y="2438227"/>
                <a:ext cx="146802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b="1">
                    <a:solidFill>
                      <a:prstClr val="black"/>
                    </a:solidFill>
                    <a:latin typeface="맑은 고딕" panose="020F0502020204030204"/>
                  </a:rPr>
                  <a:t> </a:t>
                </a:r>
                <a:r>
                  <a:rPr lang="en-US" altLang="ko-KR" sz="1000" b="1">
                    <a:solidFill>
                      <a:prstClr val="black"/>
                    </a:solidFill>
                    <a:latin typeface="맑은 고딕" panose="020F0502020204030204"/>
                  </a:rPr>
                  <a:t>PC</a:t>
                </a:r>
                <a:endParaRPr lang="ko-KR" altLang="en-US" sz="1000" b="1" dirty="0">
                  <a:solidFill>
                    <a:prstClr val="black"/>
                  </a:solidFill>
                  <a:latin typeface="맑은 고딕" panose="020F0502020204030204"/>
                </a:endParaRPr>
              </a:p>
            </p:txBody>
          </p:sp>
        </p:grpSp>
        <p:pic>
          <p:nvPicPr>
            <p:cNvPr id="114" name="Picture 9">
              <a:extLst>
                <a:ext uri="{FF2B5EF4-FFF2-40B4-BE49-F238E27FC236}">
                  <a16:creationId xmlns:a16="http://schemas.microsoft.com/office/drawing/2014/main" id="{6D4264E2-B56B-4E01-9180-FA0A89B406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0311" y="1780513"/>
              <a:ext cx="621684" cy="4670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7" name="그림 116">
            <a:extLst>
              <a:ext uri="{FF2B5EF4-FFF2-40B4-BE49-F238E27FC236}">
                <a16:creationId xmlns:a16="http://schemas.microsoft.com/office/drawing/2014/main" id="{D507842A-EA8C-4EF4-B67D-CEA5AE389B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51" y="3698690"/>
            <a:ext cx="527907" cy="431551"/>
          </a:xfrm>
          <a:prstGeom prst="rect">
            <a:avLst/>
          </a:prstGeom>
        </p:spPr>
      </p:pic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7C723FF7-7CE6-44E8-882E-8DD08322DA48}"/>
              </a:ext>
            </a:extLst>
          </p:cNvPr>
          <p:cNvCxnSpPr/>
          <p:nvPr/>
        </p:nvCxnSpPr>
        <p:spPr>
          <a:xfrm>
            <a:off x="4788931" y="1270879"/>
            <a:ext cx="836663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802A0F24-9C82-4737-8889-6D342B3AA335}"/>
              </a:ext>
            </a:extLst>
          </p:cNvPr>
          <p:cNvGrpSpPr/>
          <p:nvPr/>
        </p:nvGrpSpPr>
        <p:grpSpPr>
          <a:xfrm>
            <a:off x="5565099" y="815086"/>
            <a:ext cx="1468023" cy="1087038"/>
            <a:chOff x="2517548" y="1495816"/>
            <a:chExt cx="1468023" cy="1087038"/>
          </a:xfrm>
        </p:grpSpPr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CC8175DB-742A-4C1E-B421-322BC8166EB9}"/>
                </a:ext>
              </a:extLst>
            </p:cNvPr>
            <p:cNvGrpSpPr/>
            <p:nvPr/>
          </p:nvGrpSpPr>
          <p:grpSpPr>
            <a:xfrm>
              <a:off x="2719334" y="1495816"/>
              <a:ext cx="1118443" cy="807927"/>
              <a:chOff x="2719334" y="1495816"/>
              <a:chExt cx="1118443" cy="807927"/>
            </a:xfrm>
          </p:grpSpPr>
          <p:pic>
            <p:nvPicPr>
              <p:cNvPr id="177" name="Picture 23" descr="ëª¨ëí° ìì´ì½ pngì ëí ì´ë¯¸ì§ ê²ìê²°ê³¼">
                <a:extLst>
                  <a:ext uri="{FF2B5EF4-FFF2-40B4-BE49-F238E27FC236}">
                    <a16:creationId xmlns:a16="http://schemas.microsoft.com/office/drawing/2014/main" id="{45E349B3-732A-44CE-A9DF-05F74EF0F6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849" b="20915"/>
              <a:stretch/>
            </p:blipFill>
            <p:spPr bwMode="auto">
              <a:xfrm>
                <a:off x="2719334" y="1495816"/>
                <a:ext cx="1118443" cy="8079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8" name="그림 177">
                <a:extLst>
                  <a:ext uri="{FF2B5EF4-FFF2-40B4-BE49-F238E27FC236}">
                    <a16:creationId xmlns:a16="http://schemas.microsoft.com/office/drawing/2014/main" id="{817FC1BB-2BB6-45F2-A293-B73364BF38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63769" y="1562833"/>
                <a:ext cx="1021185" cy="616030"/>
              </a:xfrm>
              <a:prstGeom prst="rect">
                <a:avLst/>
              </a:prstGeom>
            </p:spPr>
          </p:pic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B7420D4E-0937-4B9F-9435-9E85C27EA25D}"/>
                </a:ext>
              </a:extLst>
            </p:cNvPr>
            <p:cNvSpPr txBox="1"/>
            <p:nvPr/>
          </p:nvSpPr>
          <p:spPr>
            <a:xfrm>
              <a:off x="2517548" y="2336633"/>
              <a:ext cx="14680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>
                  <a:solidFill>
                    <a:prstClr val="black"/>
                  </a:solidFill>
                  <a:latin typeface="맑은 고딕" panose="020F0502020204030204"/>
                </a:rPr>
                <a:t>현황판</a:t>
              </a:r>
              <a:endParaRPr lang="ko-KR" altLang="en-US" sz="10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3944F8D8-5088-4549-8E37-7CF4CE295691}"/>
              </a:ext>
            </a:extLst>
          </p:cNvPr>
          <p:cNvGrpSpPr/>
          <p:nvPr/>
        </p:nvGrpSpPr>
        <p:grpSpPr>
          <a:xfrm>
            <a:off x="627645" y="788552"/>
            <a:ext cx="1828780" cy="474933"/>
            <a:chOff x="755491" y="1933076"/>
            <a:chExt cx="1828780" cy="474933"/>
          </a:xfrm>
        </p:grpSpPr>
        <p:cxnSp>
          <p:nvCxnSpPr>
            <p:cNvPr id="180" name="직선 화살표 연결선 179">
              <a:extLst>
                <a:ext uri="{FF2B5EF4-FFF2-40B4-BE49-F238E27FC236}">
                  <a16:creationId xmlns:a16="http://schemas.microsoft.com/office/drawing/2014/main" id="{64C84EC9-A145-4996-B5C3-2717FEB1FC5D}"/>
                </a:ext>
              </a:extLst>
            </p:cNvPr>
            <p:cNvCxnSpPr>
              <a:cxnSpLocks/>
            </p:cNvCxnSpPr>
            <p:nvPr/>
          </p:nvCxnSpPr>
          <p:spPr>
            <a:xfrm>
              <a:off x="755491" y="2063881"/>
              <a:ext cx="313065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0070C0"/>
              </a:solidFill>
              <a:prstDash val="solid"/>
              <a:miter lim="800000"/>
              <a:headEnd type="triangle"/>
              <a:tailEnd type="none"/>
            </a:ln>
            <a:effectLst/>
          </p:spPr>
        </p:cxn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0203B9D1-AC23-422A-A45B-7428E7A8E333}"/>
                </a:ext>
              </a:extLst>
            </p:cNvPr>
            <p:cNvSpPr txBox="1"/>
            <p:nvPr/>
          </p:nvSpPr>
          <p:spPr>
            <a:xfrm>
              <a:off x="1051479" y="1933076"/>
              <a:ext cx="153279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PLC</a:t>
              </a:r>
              <a:r>
                <a: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 </a:t>
              </a:r>
              <a:r>
                <a:rPr kumimoji="0" lang="en-US" altLang="ko-KR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&lt;-&gt; </a:t>
              </a:r>
              <a:r>
                <a: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설비 데이터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1AD6497A-05C8-4F31-B254-9B876EDDF0C8}"/>
                </a:ext>
              </a:extLst>
            </p:cNvPr>
            <p:cNvSpPr txBox="1"/>
            <p:nvPr/>
          </p:nvSpPr>
          <p:spPr>
            <a:xfrm>
              <a:off x="1051479" y="2146399"/>
              <a:ext cx="142058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PLC &lt;-&gt; </a:t>
              </a:r>
              <a:r>
                <a:rPr lang="en-US" altLang="ko-KR" sz="1100" kern="0">
                  <a:solidFill>
                    <a:prstClr val="black"/>
                  </a:solidFill>
                  <a:latin typeface="맑은 고딕" panose="020F0502020204030204"/>
                </a:rPr>
                <a:t>PC</a:t>
              </a:r>
              <a:r>
                <a:rPr kumimoji="0" lang="en-US" altLang="ko-KR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 </a:t>
              </a:r>
              <a:r>
                <a: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데이터</a:t>
              </a:r>
            </a:p>
          </p:txBody>
        </p:sp>
        <p:cxnSp>
          <p:nvCxnSpPr>
            <p:cNvPr id="183" name="직선 화살표 연결선 182">
              <a:extLst>
                <a:ext uri="{FF2B5EF4-FFF2-40B4-BE49-F238E27FC236}">
                  <a16:creationId xmlns:a16="http://schemas.microsoft.com/office/drawing/2014/main" id="{74F4C61F-6FA3-4BE7-A0CE-6D21BB3D8537}"/>
                </a:ext>
              </a:extLst>
            </p:cNvPr>
            <p:cNvCxnSpPr>
              <a:cxnSpLocks/>
            </p:cNvCxnSpPr>
            <p:nvPr/>
          </p:nvCxnSpPr>
          <p:spPr>
            <a:xfrm>
              <a:off x="755491" y="2277204"/>
              <a:ext cx="313065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92D050"/>
              </a:solidFill>
              <a:prstDash val="solid"/>
              <a:miter lim="800000"/>
              <a:headEnd type="triangle"/>
              <a:tailEnd type="none"/>
            </a:ln>
            <a:effectLst/>
          </p:spPr>
        </p:cxnSp>
      </p:grp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A57E80C0-2DA1-4F64-B1ED-DF4247BC85C2}"/>
              </a:ext>
            </a:extLst>
          </p:cNvPr>
          <p:cNvSpPr/>
          <p:nvPr/>
        </p:nvSpPr>
        <p:spPr>
          <a:xfrm>
            <a:off x="389602" y="3666183"/>
            <a:ext cx="2102559" cy="2073063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3ABE1A52-089A-450E-9B3A-73B4AEAB054B}"/>
              </a:ext>
            </a:extLst>
          </p:cNvPr>
          <p:cNvSpPr txBox="1"/>
          <p:nvPr/>
        </p:nvSpPr>
        <p:spPr>
          <a:xfrm>
            <a:off x="-74550" y="3680086"/>
            <a:ext cx="14680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>
                <a:solidFill>
                  <a:prstClr val="black"/>
                </a:solidFill>
                <a:latin typeface="맑은 고딕" panose="020F0502020204030204"/>
              </a:rPr>
              <a:t>4</a:t>
            </a:r>
            <a:r>
              <a:rPr lang="ko-KR" altLang="en-US" sz="1000" b="1">
                <a:solidFill>
                  <a:prstClr val="black"/>
                </a:solidFill>
                <a:latin typeface="맑은 고딕" panose="020F0502020204030204"/>
              </a:rPr>
              <a:t>부스</a:t>
            </a:r>
            <a:endParaRPr lang="ko-KR" altLang="en-US" sz="1000" b="1" dirty="0">
              <a:solidFill>
                <a:prstClr val="black"/>
              </a:solidFill>
              <a:latin typeface="맑은 고딕" panose="020F0502020204030204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80D5EEA5-13E9-49E9-B74E-E8A9CDD3B76B}"/>
              </a:ext>
            </a:extLst>
          </p:cNvPr>
          <p:cNvSpPr/>
          <p:nvPr/>
        </p:nvSpPr>
        <p:spPr>
          <a:xfrm>
            <a:off x="2660380" y="3666183"/>
            <a:ext cx="2102559" cy="2073063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B3B7140B-30AA-42FB-9D2D-50348ABA6236}"/>
              </a:ext>
            </a:extLst>
          </p:cNvPr>
          <p:cNvSpPr/>
          <p:nvPr/>
        </p:nvSpPr>
        <p:spPr>
          <a:xfrm>
            <a:off x="4931158" y="3666183"/>
            <a:ext cx="2102559" cy="2073063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4F728CCB-74AC-4280-A133-3D6C39AAED0B}"/>
              </a:ext>
            </a:extLst>
          </p:cNvPr>
          <p:cNvSpPr/>
          <p:nvPr/>
        </p:nvSpPr>
        <p:spPr>
          <a:xfrm>
            <a:off x="7201935" y="3666183"/>
            <a:ext cx="2102559" cy="2073063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6B27C41-53A2-4547-9EF4-D06396441AC7}"/>
              </a:ext>
            </a:extLst>
          </p:cNvPr>
          <p:cNvSpPr txBox="1"/>
          <p:nvPr/>
        </p:nvSpPr>
        <p:spPr>
          <a:xfrm>
            <a:off x="2203638" y="3668245"/>
            <a:ext cx="14680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>
                <a:solidFill>
                  <a:prstClr val="black"/>
                </a:solidFill>
                <a:latin typeface="맑은 고딕" panose="020F0502020204030204"/>
              </a:rPr>
              <a:t>3</a:t>
            </a:r>
            <a:r>
              <a:rPr lang="ko-KR" altLang="en-US" sz="1000" b="1">
                <a:solidFill>
                  <a:prstClr val="black"/>
                </a:solidFill>
                <a:latin typeface="맑은 고딕" panose="020F0502020204030204"/>
              </a:rPr>
              <a:t>부스</a:t>
            </a:r>
            <a:endParaRPr lang="ko-KR" altLang="en-US" sz="1000" b="1" dirty="0">
              <a:solidFill>
                <a:prstClr val="black"/>
              </a:solidFill>
              <a:latin typeface="맑은 고딕" panose="020F0502020204030204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55F540CF-9B9A-4B48-B195-D8757F137AC7}"/>
              </a:ext>
            </a:extLst>
          </p:cNvPr>
          <p:cNvSpPr txBox="1"/>
          <p:nvPr/>
        </p:nvSpPr>
        <p:spPr>
          <a:xfrm>
            <a:off x="4473250" y="3676634"/>
            <a:ext cx="14680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>
                <a:solidFill>
                  <a:prstClr val="black"/>
                </a:solidFill>
                <a:latin typeface="맑은 고딕" panose="020F0502020204030204"/>
              </a:rPr>
              <a:t>2</a:t>
            </a:r>
            <a:r>
              <a:rPr lang="ko-KR" altLang="en-US" sz="1000" b="1">
                <a:solidFill>
                  <a:prstClr val="black"/>
                </a:solidFill>
                <a:latin typeface="맑은 고딕" panose="020F0502020204030204"/>
              </a:rPr>
              <a:t>부스</a:t>
            </a:r>
            <a:endParaRPr lang="ko-KR" altLang="en-US" sz="1000" b="1" dirty="0">
              <a:solidFill>
                <a:prstClr val="black"/>
              </a:solidFill>
              <a:latin typeface="맑은 고딕" panose="020F0502020204030204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537DC64E-8F95-456A-86DA-0C0C2A5E9AA3}"/>
              </a:ext>
            </a:extLst>
          </p:cNvPr>
          <p:cNvSpPr txBox="1"/>
          <p:nvPr/>
        </p:nvSpPr>
        <p:spPr>
          <a:xfrm>
            <a:off x="6671166" y="3676634"/>
            <a:ext cx="14680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>
                <a:solidFill>
                  <a:prstClr val="black"/>
                </a:solidFill>
                <a:latin typeface="맑은 고딕" panose="020F0502020204030204"/>
              </a:rPr>
              <a:t>1</a:t>
            </a:r>
            <a:r>
              <a:rPr lang="ko-KR" altLang="en-US" sz="1000" b="1">
                <a:solidFill>
                  <a:prstClr val="black"/>
                </a:solidFill>
                <a:latin typeface="맑은 고딕" panose="020F0502020204030204"/>
              </a:rPr>
              <a:t>부스</a:t>
            </a:r>
            <a:endParaRPr lang="ko-KR" altLang="en-US" sz="1000" b="1" dirty="0">
              <a:solidFill>
                <a:prstClr val="black"/>
              </a:solidFill>
              <a:latin typeface="맑은 고딕" panose="020F0502020204030204"/>
            </a:endParaRPr>
          </a:p>
        </p:txBody>
      </p:sp>
      <p:pic>
        <p:nvPicPr>
          <p:cNvPr id="220" name="그림 219">
            <a:extLst>
              <a:ext uri="{FF2B5EF4-FFF2-40B4-BE49-F238E27FC236}">
                <a16:creationId xmlns:a16="http://schemas.microsoft.com/office/drawing/2014/main" id="{FF3810B0-963B-48AC-862D-8574799A19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558" y="3698690"/>
            <a:ext cx="527907" cy="431551"/>
          </a:xfrm>
          <a:prstGeom prst="rect">
            <a:avLst/>
          </a:prstGeom>
        </p:spPr>
      </p:pic>
      <p:pic>
        <p:nvPicPr>
          <p:cNvPr id="221" name="그림 220">
            <a:extLst>
              <a:ext uri="{FF2B5EF4-FFF2-40B4-BE49-F238E27FC236}">
                <a16:creationId xmlns:a16="http://schemas.microsoft.com/office/drawing/2014/main" id="{E033FD81-06D2-4BF0-895A-AE3E276E1E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642" y="3698690"/>
            <a:ext cx="527907" cy="431551"/>
          </a:xfrm>
          <a:prstGeom prst="rect">
            <a:avLst/>
          </a:prstGeom>
        </p:spPr>
      </p:pic>
      <p:pic>
        <p:nvPicPr>
          <p:cNvPr id="222" name="그림 221">
            <a:extLst>
              <a:ext uri="{FF2B5EF4-FFF2-40B4-BE49-F238E27FC236}">
                <a16:creationId xmlns:a16="http://schemas.microsoft.com/office/drawing/2014/main" id="{C7D498C7-99FF-4D50-A28D-6F6559B598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453" y="3698690"/>
            <a:ext cx="527907" cy="431551"/>
          </a:xfrm>
          <a:prstGeom prst="rect">
            <a:avLst/>
          </a:prstGeom>
        </p:spPr>
      </p:pic>
      <p:sp>
        <p:nvSpPr>
          <p:cNvPr id="226" name="TextBox 225">
            <a:extLst>
              <a:ext uri="{FF2B5EF4-FFF2-40B4-BE49-F238E27FC236}">
                <a16:creationId xmlns:a16="http://schemas.microsoft.com/office/drawing/2014/main" id="{EE401DBE-C301-4845-9FAA-4542C09F9B47}"/>
              </a:ext>
            </a:extLst>
          </p:cNvPr>
          <p:cNvSpPr txBox="1"/>
          <p:nvPr/>
        </p:nvSpPr>
        <p:spPr>
          <a:xfrm>
            <a:off x="2731626" y="1286571"/>
            <a:ext cx="11272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>
                <a:latin typeface="+mn-ea"/>
              </a:rPr>
              <a:t>작업지시정보</a:t>
            </a:r>
            <a:endParaRPr lang="en-US" altLang="ko-KR" sz="1050">
              <a:latin typeface="+mn-ea"/>
            </a:endParaRPr>
          </a:p>
          <a:p>
            <a:r>
              <a:rPr lang="ko-KR" altLang="en-US" sz="1050">
                <a:latin typeface="+mn-ea"/>
              </a:rPr>
              <a:t>로봇셋팅정보</a:t>
            </a:r>
            <a:endParaRPr lang="en-US" altLang="ko-KR" sz="1050">
              <a:latin typeface="+mn-ea"/>
            </a:endParaRPr>
          </a:p>
          <a:p>
            <a:r>
              <a:rPr lang="ko-KR" altLang="en-US" sz="1050">
                <a:latin typeface="+mn-ea"/>
              </a:rPr>
              <a:t>도장기셋팅정보</a:t>
            </a:r>
            <a:endParaRPr lang="en-US" altLang="ko-KR" sz="1050">
              <a:latin typeface="+mn-ea"/>
            </a:endParaRPr>
          </a:p>
          <a:p>
            <a:r>
              <a:rPr lang="ko-KR" altLang="en-US" sz="1050">
                <a:latin typeface="+mn-ea"/>
              </a:rPr>
              <a:t>도료셋팅정보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5E767A46-9051-4279-A9BB-CCEDCE9BC2A1}"/>
              </a:ext>
            </a:extLst>
          </p:cNvPr>
          <p:cNvSpPr txBox="1"/>
          <p:nvPr/>
        </p:nvSpPr>
        <p:spPr>
          <a:xfrm>
            <a:off x="6885328" y="1195238"/>
            <a:ext cx="202651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>
                <a:latin typeface="+mn-ea"/>
              </a:rPr>
              <a:t>작업진행현황</a:t>
            </a:r>
            <a:endParaRPr lang="en-US" altLang="ko-KR" sz="1050">
              <a:latin typeface="+mn-ea"/>
            </a:endParaRPr>
          </a:p>
          <a:p>
            <a:r>
              <a:rPr lang="ko-KR" altLang="en-US" sz="1050">
                <a:latin typeface="+mn-ea"/>
              </a:rPr>
              <a:t>컨베이어속도</a:t>
            </a:r>
            <a:r>
              <a:rPr lang="en-US" altLang="ko-KR" sz="1050">
                <a:latin typeface="+mn-ea"/>
              </a:rPr>
              <a:t>, </a:t>
            </a:r>
            <a:r>
              <a:rPr lang="ko-KR" altLang="en-US" sz="1050">
                <a:latin typeface="+mn-ea"/>
              </a:rPr>
              <a:t>흡</a:t>
            </a:r>
            <a:r>
              <a:rPr lang="en-US" altLang="ko-KR" sz="1050">
                <a:latin typeface="+mn-ea"/>
              </a:rPr>
              <a:t>/</a:t>
            </a:r>
            <a:r>
              <a:rPr lang="ko-KR" altLang="en-US" sz="1050">
                <a:latin typeface="+mn-ea"/>
              </a:rPr>
              <a:t>배기</a:t>
            </a:r>
            <a:r>
              <a:rPr lang="en-US" altLang="ko-KR" sz="1050">
                <a:latin typeface="+mn-ea"/>
              </a:rPr>
              <a:t> </a:t>
            </a:r>
            <a:r>
              <a:rPr lang="ko-KR" altLang="en-US" sz="1050">
                <a:latin typeface="+mn-ea"/>
              </a:rPr>
              <a:t>등 현황</a:t>
            </a:r>
            <a:endParaRPr lang="en-US" altLang="ko-KR" sz="1050">
              <a:latin typeface="+mn-ea"/>
            </a:endParaRPr>
          </a:p>
          <a:p>
            <a:r>
              <a:rPr lang="ko-KR" altLang="en-US" sz="1050">
                <a:latin typeface="+mn-ea"/>
              </a:rPr>
              <a:t>로봇상태값</a:t>
            </a:r>
            <a:r>
              <a:rPr lang="en-US" altLang="ko-KR" sz="1050">
                <a:latin typeface="+mn-ea"/>
              </a:rPr>
              <a:t> </a:t>
            </a:r>
            <a:r>
              <a:rPr lang="ko-KR" altLang="en-US" sz="1050">
                <a:latin typeface="+mn-ea"/>
              </a:rPr>
              <a:t>등</a:t>
            </a:r>
            <a:endParaRPr lang="en-US" altLang="ko-KR" sz="1050">
              <a:latin typeface="+mn-ea"/>
            </a:endParaRPr>
          </a:p>
        </p:txBody>
      </p:sp>
      <p:pic>
        <p:nvPicPr>
          <p:cNvPr id="233" name="그림 232">
            <a:extLst>
              <a:ext uri="{FF2B5EF4-FFF2-40B4-BE49-F238E27FC236}">
                <a16:creationId xmlns:a16="http://schemas.microsoft.com/office/drawing/2014/main" id="{BB42583D-352E-4BD0-94FF-9D8D11169B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358" y="2367947"/>
            <a:ext cx="527907" cy="431551"/>
          </a:xfrm>
          <a:prstGeom prst="rect">
            <a:avLst/>
          </a:prstGeom>
        </p:spPr>
      </p:pic>
      <p:pic>
        <p:nvPicPr>
          <p:cNvPr id="245" name="그림 244">
            <a:extLst>
              <a:ext uri="{FF2B5EF4-FFF2-40B4-BE49-F238E27FC236}">
                <a16:creationId xmlns:a16="http://schemas.microsoft.com/office/drawing/2014/main" id="{09983322-501D-49FE-AF59-B0DC7E230C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580" y="4934743"/>
            <a:ext cx="980234" cy="715176"/>
          </a:xfrm>
          <a:prstGeom prst="rect">
            <a:avLst/>
          </a:prstGeom>
        </p:spPr>
      </p:pic>
      <p:cxnSp>
        <p:nvCxnSpPr>
          <p:cNvPr id="250" name="연결선: 꺾임 249">
            <a:extLst>
              <a:ext uri="{FF2B5EF4-FFF2-40B4-BE49-F238E27FC236}">
                <a16:creationId xmlns:a16="http://schemas.microsoft.com/office/drawing/2014/main" id="{9AC5E352-7DF0-4DF1-A3DD-017B865CBB13}"/>
              </a:ext>
            </a:extLst>
          </p:cNvPr>
          <p:cNvCxnSpPr>
            <a:cxnSpLocks/>
            <a:stCxn id="222" idx="2"/>
            <a:endCxn id="280" idx="0"/>
          </p:cNvCxnSpPr>
          <p:nvPr/>
        </p:nvCxnSpPr>
        <p:spPr>
          <a:xfrm rot="5400000">
            <a:off x="7617006" y="4273384"/>
            <a:ext cx="833544" cy="54725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pic>
        <p:nvPicPr>
          <p:cNvPr id="252" name="그림 251">
            <a:extLst>
              <a:ext uri="{FF2B5EF4-FFF2-40B4-BE49-F238E27FC236}">
                <a16:creationId xmlns:a16="http://schemas.microsoft.com/office/drawing/2014/main" id="{E6AC8461-F47B-4B70-9C7C-CA44640056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134" y="4925070"/>
            <a:ext cx="495029" cy="287699"/>
          </a:xfrm>
          <a:prstGeom prst="rect">
            <a:avLst/>
          </a:prstGeom>
        </p:spPr>
      </p:pic>
      <p:pic>
        <p:nvPicPr>
          <p:cNvPr id="254" name="그림 253">
            <a:extLst>
              <a:ext uri="{FF2B5EF4-FFF2-40B4-BE49-F238E27FC236}">
                <a16:creationId xmlns:a16="http://schemas.microsoft.com/office/drawing/2014/main" id="{54D6419C-D27B-4587-BDDD-E1FD2BDFE7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7547" y="5196623"/>
            <a:ext cx="325291" cy="421106"/>
          </a:xfrm>
          <a:prstGeom prst="rect">
            <a:avLst/>
          </a:prstGeom>
        </p:spPr>
      </p:pic>
      <p:cxnSp>
        <p:nvCxnSpPr>
          <p:cNvPr id="255" name="연결선: 꺾임 254">
            <a:extLst>
              <a:ext uri="{FF2B5EF4-FFF2-40B4-BE49-F238E27FC236}">
                <a16:creationId xmlns:a16="http://schemas.microsoft.com/office/drawing/2014/main" id="{EB4D3FE9-88DA-44CF-8349-237778F13BE5}"/>
              </a:ext>
            </a:extLst>
          </p:cNvPr>
          <p:cNvCxnSpPr>
            <a:cxnSpLocks/>
            <a:stCxn id="117" idx="2"/>
            <a:endCxn id="252" idx="0"/>
          </p:cNvCxnSpPr>
          <p:nvPr/>
        </p:nvCxnSpPr>
        <p:spPr>
          <a:xfrm rot="5400000">
            <a:off x="675013" y="4188877"/>
            <a:ext cx="794829" cy="67755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258" name="연결선: 꺾임 257">
            <a:extLst>
              <a:ext uri="{FF2B5EF4-FFF2-40B4-BE49-F238E27FC236}">
                <a16:creationId xmlns:a16="http://schemas.microsoft.com/office/drawing/2014/main" id="{1B245A91-D2E3-41BA-845F-0CCDF963940A}"/>
              </a:ext>
            </a:extLst>
          </p:cNvPr>
          <p:cNvCxnSpPr>
            <a:cxnSpLocks/>
            <a:stCxn id="117" idx="2"/>
            <a:endCxn id="245" idx="0"/>
          </p:cNvCxnSpPr>
          <p:nvPr/>
        </p:nvCxnSpPr>
        <p:spPr>
          <a:xfrm rot="5400000">
            <a:off x="1007200" y="4530738"/>
            <a:ext cx="804502" cy="350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261" name="연결선: 꺾임 260">
            <a:extLst>
              <a:ext uri="{FF2B5EF4-FFF2-40B4-BE49-F238E27FC236}">
                <a16:creationId xmlns:a16="http://schemas.microsoft.com/office/drawing/2014/main" id="{12090876-673E-4EAE-92A7-A5161D4CF118}"/>
              </a:ext>
            </a:extLst>
          </p:cNvPr>
          <p:cNvCxnSpPr>
            <a:cxnSpLocks/>
            <a:stCxn id="117" idx="2"/>
            <a:endCxn id="254" idx="0"/>
          </p:cNvCxnSpPr>
          <p:nvPr/>
        </p:nvCxnSpPr>
        <p:spPr>
          <a:xfrm rot="16200000" flipH="1">
            <a:off x="1237508" y="4303938"/>
            <a:ext cx="1066382" cy="718988"/>
          </a:xfrm>
          <a:prstGeom prst="bentConnector3">
            <a:avLst>
              <a:gd name="adj1" fmla="val 37413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D91CD41E-F7CF-42DA-9431-D5C71F4370AD}"/>
              </a:ext>
            </a:extLst>
          </p:cNvPr>
          <p:cNvSpPr txBox="1"/>
          <p:nvPr/>
        </p:nvSpPr>
        <p:spPr>
          <a:xfrm>
            <a:off x="386257" y="3967155"/>
            <a:ext cx="90601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>
                <a:latin typeface="+mn-ea"/>
              </a:rPr>
              <a:t>도장기정보</a:t>
            </a:r>
            <a:endParaRPr lang="en-US" altLang="ko-KR" sz="1050">
              <a:latin typeface="+mn-ea"/>
            </a:endParaRPr>
          </a:p>
          <a:p>
            <a:r>
              <a:rPr lang="ko-KR" altLang="en-US" sz="1050">
                <a:latin typeface="+mn-ea"/>
              </a:rPr>
              <a:t>로봇정보</a:t>
            </a:r>
            <a:endParaRPr lang="en-US" altLang="ko-KR" sz="1050">
              <a:latin typeface="+mn-ea"/>
            </a:endParaRPr>
          </a:p>
          <a:p>
            <a:r>
              <a:rPr lang="ko-KR" altLang="en-US" sz="1050">
                <a:latin typeface="+mn-ea"/>
              </a:rPr>
              <a:t>도료정보</a:t>
            </a:r>
            <a:endParaRPr lang="en-US" altLang="ko-KR" sz="1050">
              <a:latin typeface="+mn-ea"/>
            </a:endParaRPr>
          </a:p>
          <a:p>
            <a:r>
              <a:rPr lang="ko-KR" altLang="en-US" sz="1050">
                <a:latin typeface="+mn-ea"/>
              </a:rPr>
              <a:t>로드셀</a:t>
            </a:r>
            <a:r>
              <a:rPr lang="en-US" altLang="ko-KR" sz="1050">
                <a:latin typeface="+mn-ea"/>
              </a:rPr>
              <a:t> </a:t>
            </a:r>
            <a:r>
              <a:rPr lang="ko-KR" altLang="en-US" sz="1050">
                <a:latin typeface="+mn-ea"/>
              </a:rPr>
              <a:t>정보</a:t>
            </a:r>
          </a:p>
        </p:txBody>
      </p:sp>
      <p:pic>
        <p:nvPicPr>
          <p:cNvPr id="266" name="그림 265">
            <a:extLst>
              <a:ext uri="{FF2B5EF4-FFF2-40B4-BE49-F238E27FC236}">
                <a16:creationId xmlns:a16="http://schemas.microsoft.com/office/drawing/2014/main" id="{681CE1FB-3260-4B55-A949-A6FCBCD970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2060" y="4968641"/>
            <a:ext cx="980234" cy="715176"/>
          </a:xfrm>
          <a:prstGeom prst="rect">
            <a:avLst/>
          </a:prstGeom>
        </p:spPr>
      </p:pic>
      <p:pic>
        <p:nvPicPr>
          <p:cNvPr id="267" name="그림 266">
            <a:extLst>
              <a:ext uri="{FF2B5EF4-FFF2-40B4-BE49-F238E27FC236}">
                <a16:creationId xmlns:a16="http://schemas.microsoft.com/office/drawing/2014/main" id="{CE5F5A84-C57A-4F21-8086-6F47C8366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0614" y="4958968"/>
            <a:ext cx="495029" cy="287699"/>
          </a:xfrm>
          <a:prstGeom prst="rect">
            <a:avLst/>
          </a:prstGeom>
        </p:spPr>
      </p:pic>
      <p:pic>
        <p:nvPicPr>
          <p:cNvPr id="268" name="그림 267">
            <a:extLst>
              <a:ext uri="{FF2B5EF4-FFF2-40B4-BE49-F238E27FC236}">
                <a16:creationId xmlns:a16="http://schemas.microsoft.com/office/drawing/2014/main" id="{706BE0AC-E76D-4E89-A20F-BFC775B7A7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2027" y="5230521"/>
            <a:ext cx="325291" cy="421106"/>
          </a:xfrm>
          <a:prstGeom prst="rect">
            <a:avLst/>
          </a:prstGeom>
        </p:spPr>
      </p:pic>
      <p:cxnSp>
        <p:nvCxnSpPr>
          <p:cNvPr id="269" name="연결선: 꺾임 268">
            <a:extLst>
              <a:ext uri="{FF2B5EF4-FFF2-40B4-BE49-F238E27FC236}">
                <a16:creationId xmlns:a16="http://schemas.microsoft.com/office/drawing/2014/main" id="{86272CAB-7461-48CA-94BB-9772BD1302EC}"/>
              </a:ext>
            </a:extLst>
          </p:cNvPr>
          <p:cNvCxnSpPr>
            <a:cxnSpLocks/>
            <a:endCxn id="267" idx="0"/>
          </p:cNvCxnSpPr>
          <p:nvPr/>
        </p:nvCxnSpPr>
        <p:spPr>
          <a:xfrm rot="5400000">
            <a:off x="2959493" y="4222775"/>
            <a:ext cx="794829" cy="67755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270" name="연결선: 꺾임 269">
            <a:extLst>
              <a:ext uri="{FF2B5EF4-FFF2-40B4-BE49-F238E27FC236}">
                <a16:creationId xmlns:a16="http://schemas.microsoft.com/office/drawing/2014/main" id="{5982DC86-37DA-4159-BF50-93C36D7A0319}"/>
              </a:ext>
            </a:extLst>
          </p:cNvPr>
          <p:cNvCxnSpPr>
            <a:cxnSpLocks/>
            <a:endCxn id="266" idx="0"/>
          </p:cNvCxnSpPr>
          <p:nvPr/>
        </p:nvCxnSpPr>
        <p:spPr>
          <a:xfrm rot="5400000">
            <a:off x="3291680" y="4564636"/>
            <a:ext cx="804502" cy="350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271" name="연결선: 꺾임 270">
            <a:extLst>
              <a:ext uri="{FF2B5EF4-FFF2-40B4-BE49-F238E27FC236}">
                <a16:creationId xmlns:a16="http://schemas.microsoft.com/office/drawing/2014/main" id="{205AAEF3-F6EB-4612-90BA-B75B57C44528}"/>
              </a:ext>
            </a:extLst>
          </p:cNvPr>
          <p:cNvCxnSpPr>
            <a:cxnSpLocks/>
            <a:endCxn id="268" idx="0"/>
          </p:cNvCxnSpPr>
          <p:nvPr/>
        </p:nvCxnSpPr>
        <p:spPr>
          <a:xfrm rot="16200000" flipH="1">
            <a:off x="3521988" y="4337836"/>
            <a:ext cx="1066382" cy="718988"/>
          </a:xfrm>
          <a:prstGeom prst="bentConnector3">
            <a:avLst>
              <a:gd name="adj1" fmla="val 37413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sp>
        <p:nvSpPr>
          <p:cNvPr id="272" name="TextBox 271">
            <a:extLst>
              <a:ext uri="{FF2B5EF4-FFF2-40B4-BE49-F238E27FC236}">
                <a16:creationId xmlns:a16="http://schemas.microsoft.com/office/drawing/2014/main" id="{38B9D83D-9CC8-4196-B8A9-FE5C03FB26AC}"/>
              </a:ext>
            </a:extLst>
          </p:cNvPr>
          <p:cNvSpPr txBox="1"/>
          <p:nvPr/>
        </p:nvSpPr>
        <p:spPr>
          <a:xfrm>
            <a:off x="2670737" y="4001053"/>
            <a:ext cx="90601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>
                <a:latin typeface="+mn-ea"/>
              </a:rPr>
              <a:t>도장기정보</a:t>
            </a:r>
            <a:endParaRPr lang="en-US" altLang="ko-KR" sz="1050">
              <a:latin typeface="+mn-ea"/>
            </a:endParaRPr>
          </a:p>
          <a:p>
            <a:r>
              <a:rPr lang="ko-KR" altLang="en-US" sz="1050">
                <a:latin typeface="+mn-ea"/>
              </a:rPr>
              <a:t>로봇정보</a:t>
            </a:r>
            <a:endParaRPr lang="en-US" altLang="ko-KR" sz="1050">
              <a:latin typeface="+mn-ea"/>
            </a:endParaRPr>
          </a:p>
          <a:p>
            <a:r>
              <a:rPr lang="ko-KR" altLang="en-US" sz="1050">
                <a:latin typeface="+mn-ea"/>
              </a:rPr>
              <a:t>도료정보</a:t>
            </a:r>
            <a:endParaRPr lang="en-US" altLang="ko-KR" sz="1050">
              <a:latin typeface="+mn-ea"/>
            </a:endParaRPr>
          </a:p>
          <a:p>
            <a:r>
              <a:rPr lang="ko-KR" altLang="en-US" sz="1050">
                <a:latin typeface="+mn-ea"/>
              </a:rPr>
              <a:t>로드셀</a:t>
            </a:r>
            <a:r>
              <a:rPr lang="en-US" altLang="ko-KR" sz="1050">
                <a:latin typeface="+mn-ea"/>
              </a:rPr>
              <a:t> </a:t>
            </a:r>
            <a:r>
              <a:rPr lang="ko-KR" altLang="en-US" sz="1050">
                <a:latin typeface="+mn-ea"/>
              </a:rPr>
              <a:t>정보</a:t>
            </a:r>
          </a:p>
        </p:txBody>
      </p:sp>
      <p:pic>
        <p:nvPicPr>
          <p:cNvPr id="273" name="그림 272">
            <a:extLst>
              <a:ext uri="{FF2B5EF4-FFF2-40B4-BE49-F238E27FC236}">
                <a16:creationId xmlns:a16="http://schemas.microsoft.com/office/drawing/2014/main" id="{7406AD0A-34A1-43B5-B2C0-342990F65F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2679" y="4984787"/>
            <a:ext cx="980234" cy="715176"/>
          </a:xfrm>
          <a:prstGeom prst="rect">
            <a:avLst/>
          </a:prstGeom>
        </p:spPr>
      </p:pic>
      <p:pic>
        <p:nvPicPr>
          <p:cNvPr id="274" name="그림 273">
            <a:extLst>
              <a:ext uri="{FF2B5EF4-FFF2-40B4-BE49-F238E27FC236}">
                <a16:creationId xmlns:a16="http://schemas.microsoft.com/office/drawing/2014/main" id="{EBCBD257-9E32-4532-B1BF-4C59C50DB1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1233" y="4975114"/>
            <a:ext cx="495029" cy="287699"/>
          </a:xfrm>
          <a:prstGeom prst="rect">
            <a:avLst/>
          </a:prstGeom>
        </p:spPr>
      </p:pic>
      <p:pic>
        <p:nvPicPr>
          <p:cNvPr id="275" name="그림 274">
            <a:extLst>
              <a:ext uri="{FF2B5EF4-FFF2-40B4-BE49-F238E27FC236}">
                <a16:creationId xmlns:a16="http://schemas.microsoft.com/office/drawing/2014/main" id="{1F756B62-484F-4756-9958-2A5E3BEF63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2646" y="5246667"/>
            <a:ext cx="325291" cy="421106"/>
          </a:xfrm>
          <a:prstGeom prst="rect">
            <a:avLst/>
          </a:prstGeom>
        </p:spPr>
      </p:pic>
      <p:cxnSp>
        <p:nvCxnSpPr>
          <p:cNvPr id="276" name="연결선: 꺾임 275">
            <a:extLst>
              <a:ext uri="{FF2B5EF4-FFF2-40B4-BE49-F238E27FC236}">
                <a16:creationId xmlns:a16="http://schemas.microsoft.com/office/drawing/2014/main" id="{FDD4813E-BB66-47B5-A5F0-7CF3B8297FF5}"/>
              </a:ext>
            </a:extLst>
          </p:cNvPr>
          <p:cNvCxnSpPr>
            <a:cxnSpLocks/>
            <a:endCxn id="274" idx="0"/>
          </p:cNvCxnSpPr>
          <p:nvPr/>
        </p:nvCxnSpPr>
        <p:spPr>
          <a:xfrm rot="5400000">
            <a:off x="5240112" y="4238921"/>
            <a:ext cx="794829" cy="67755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277" name="연결선: 꺾임 276">
            <a:extLst>
              <a:ext uri="{FF2B5EF4-FFF2-40B4-BE49-F238E27FC236}">
                <a16:creationId xmlns:a16="http://schemas.microsoft.com/office/drawing/2014/main" id="{E19A6A46-9325-4953-B6A7-FA3942DBE6C9}"/>
              </a:ext>
            </a:extLst>
          </p:cNvPr>
          <p:cNvCxnSpPr>
            <a:cxnSpLocks/>
            <a:endCxn id="273" idx="0"/>
          </p:cNvCxnSpPr>
          <p:nvPr/>
        </p:nvCxnSpPr>
        <p:spPr>
          <a:xfrm rot="5400000">
            <a:off x="5572299" y="4580782"/>
            <a:ext cx="804502" cy="350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278" name="연결선: 꺾임 277">
            <a:extLst>
              <a:ext uri="{FF2B5EF4-FFF2-40B4-BE49-F238E27FC236}">
                <a16:creationId xmlns:a16="http://schemas.microsoft.com/office/drawing/2014/main" id="{0626C902-9141-4F67-AFB6-AF8E60A912A7}"/>
              </a:ext>
            </a:extLst>
          </p:cNvPr>
          <p:cNvCxnSpPr>
            <a:cxnSpLocks/>
            <a:endCxn id="275" idx="0"/>
          </p:cNvCxnSpPr>
          <p:nvPr/>
        </p:nvCxnSpPr>
        <p:spPr>
          <a:xfrm rot="16200000" flipH="1">
            <a:off x="5802607" y="4353982"/>
            <a:ext cx="1066382" cy="718988"/>
          </a:xfrm>
          <a:prstGeom prst="bentConnector3">
            <a:avLst>
              <a:gd name="adj1" fmla="val 37413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AFD9B05F-EA80-41A6-AF2C-1648E5A33843}"/>
              </a:ext>
            </a:extLst>
          </p:cNvPr>
          <p:cNvSpPr txBox="1"/>
          <p:nvPr/>
        </p:nvSpPr>
        <p:spPr>
          <a:xfrm>
            <a:off x="4951356" y="4017199"/>
            <a:ext cx="90601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>
                <a:latin typeface="+mn-ea"/>
              </a:rPr>
              <a:t>도장기정보</a:t>
            </a:r>
            <a:endParaRPr lang="en-US" altLang="ko-KR" sz="1050">
              <a:latin typeface="+mn-ea"/>
            </a:endParaRPr>
          </a:p>
          <a:p>
            <a:r>
              <a:rPr lang="ko-KR" altLang="en-US" sz="1050">
                <a:latin typeface="+mn-ea"/>
              </a:rPr>
              <a:t>로봇정보</a:t>
            </a:r>
            <a:endParaRPr lang="en-US" altLang="ko-KR" sz="1050">
              <a:latin typeface="+mn-ea"/>
            </a:endParaRPr>
          </a:p>
          <a:p>
            <a:r>
              <a:rPr lang="ko-KR" altLang="en-US" sz="1050">
                <a:latin typeface="+mn-ea"/>
              </a:rPr>
              <a:t>도료정보</a:t>
            </a:r>
            <a:endParaRPr lang="en-US" altLang="ko-KR" sz="1050">
              <a:latin typeface="+mn-ea"/>
            </a:endParaRPr>
          </a:p>
          <a:p>
            <a:r>
              <a:rPr lang="ko-KR" altLang="en-US" sz="1050">
                <a:latin typeface="+mn-ea"/>
              </a:rPr>
              <a:t>로드셀</a:t>
            </a:r>
            <a:r>
              <a:rPr lang="en-US" altLang="ko-KR" sz="1050">
                <a:latin typeface="+mn-ea"/>
              </a:rPr>
              <a:t> </a:t>
            </a:r>
            <a:r>
              <a:rPr lang="ko-KR" altLang="en-US" sz="1050">
                <a:latin typeface="+mn-ea"/>
              </a:rPr>
              <a:t>정보</a:t>
            </a:r>
          </a:p>
        </p:txBody>
      </p:sp>
      <p:pic>
        <p:nvPicPr>
          <p:cNvPr id="280" name="그림 279">
            <a:extLst>
              <a:ext uri="{FF2B5EF4-FFF2-40B4-BE49-F238E27FC236}">
                <a16:creationId xmlns:a16="http://schemas.microsoft.com/office/drawing/2014/main" id="{EB70530D-2D11-4C0F-853F-27A9799204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1109" y="4963785"/>
            <a:ext cx="758080" cy="440578"/>
          </a:xfrm>
          <a:prstGeom prst="rect">
            <a:avLst/>
          </a:prstGeom>
        </p:spPr>
      </p:pic>
      <p:pic>
        <p:nvPicPr>
          <p:cNvPr id="281" name="그림 280">
            <a:extLst>
              <a:ext uri="{FF2B5EF4-FFF2-40B4-BE49-F238E27FC236}">
                <a16:creationId xmlns:a16="http://schemas.microsoft.com/office/drawing/2014/main" id="{879ABF15-97C9-4B8B-8E93-DA02513C7A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8473" y="4952593"/>
            <a:ext cx="417060" cy="539906"/>
          </a:xfrm>
          <a:prstGeom prst="rect">
            <a:avLst/>
          </a:prstGeom>
        </p:spPr>
      </p:pic>
      <p:cxnSp>
        <p:nvCxnSpPr>
          <p:cNvPr id="285" name="연결선: 꺾임 284">
            <a:extLst>
              <a:ext uri="{FF2B5EF4-FFF2-40B4-BE49-F238E27FC236}">
                <a16:creationId xmlns:a16="http://schemas.microsoft.com/office/drawing/2014/main" id="{125ABE53-0E04-4BCC-8306-5E025BEDC038}"/>
              </a:ext>
            </a:extLst>
          </p:cNvPr>
          <p:cNvCxnSpPr>
            <a:cxnSpLocks/>
            <a:stCxn id="222" idx="2"/>
            <a:endCxn id="281" idx="0"/>
          </p:cNvCxnSpPr>
          <p:nvPr/>
        </p:nvCxnSpPr>
        <p:spPr>
          <a:xfrm rot="16200000" flipH="1">
            <a:off x="8166029" y="4271619"/>
            <a:ext cx="822352" cy="53959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sp>
        <p:nvSpPr>
          <p:cNvPr id="288" name="TextBox 287">
            <a:extLst>
              <a:ext uri="{FF2B5EF4-FFF2-40B4-BE49-F238E27FC236}">
                <a16:creationId xmlns:a16="http://schemas.microsoft.com/office/drawing/2014/main" id="{D73039F1-040C-4780-B93F-AEA51BF3DE8D}"/>
              </a:ext>
            </a:extLst>
          </p:cNvPr>
          <p:cNvSpPr txBox="1"/>
          <p:nvPr/>
        </p:nvSpPr>
        <p:spPr>
          <a:xfrm>
            <a:off x="7167645" y="4078008"/>
            <a:ext cx="85792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>
                <a:latin typeface="+mn-ea"/>
              </a:rPr>
              <a:t>도장기정보</a:t>
            </a:r>
            <a:endParaRPr lang="en-US" altLang="ko-KR" sz="1050">
              <a:latin typeface="+mn-ea"/>
            </a:endParaRPr>
          </a:p>
          <a:p>
            <a:r>
              <a:rPr lang="ko-KR" altLang="en-US" sz="1050">
                <a:latin typeface="+mn-ea"/>
              </a:rPr>
              <a:t>도료정보</a:t>
            </a:r>
          </a:p>
        </p:txBody>
      </p: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F9932109-34A1-463D-89FF-96B076933A0A}"/>
              </a:ext>
            </a:extLst>
          </p:cNvPr>
          <p:cNvCxnSpPr>
            <a:cxnSpLocks/>
            <a:stCxn id="116" idx="2"/>
            <a:endCxn id="117" idx="0"/>
          </p:cNvCxnSpPr>
          <p:nvPr/>
        </p:nvCxnSpPr>
        <p:spPr>
          <a:xfrm rot="5400000">
            <a:off x="1836859" y="1322223"/>
            <a:ext cx="1950813" cy="2802120"/>
          </a:xfrm>
          <a:prstGeom prst="bentConnector3">
            <a:avLst>
              <a:gd name="adj1" fmla="val 78812"/>
            </a:avLst>
          </a:prstGeom>
          <a:noFill/>
          <a:ln w="12700" cap="flat" cmpd="sng" algn="ctr">
            <a:solidFill>
              <a:srgbClr val="92D050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223" name="연결선: 꺾임 222">
            <a:extLst>
              <a:ext uri="{FF2B5EF4-FFF2-40B4-BE49-F238E27FC236}">
                <a16:creationId xmlns:a16="http://schemas.microsoft.com/office/drawing/2014/main" id="{D1B5995B-E03C-4543-88B2-80099EAAF9AB}"/>
              </a:ext>
            </a:extLst>
          </p:cNvPr>
          <p:cNvCxnSpPr>
            <a:cxnSpLocks/>
            <a:stCxn id="116" idx="2"/>
            <a:endCxn id="220" idx="0"/>
          </p:cNvCxnSpPr>
          <p:nvPr/>
        </p:nvCxnSpPr>
        <p:spPr>
          <a:xfrm rot="5400000">
            <a:off x="2992513" y="2477877"/>
            <a:ext cx="1950813" cy="490813"/>
          </a:xfrm>
          <a:prstGeom prst="bentConnector3">
            <a:avLst>
              <a:gd name="adj1" fmla="val 78812"/>
            </a:avLst>
          </a:prstGeom>
          <a:noFill/>
          <a:ln w="12700" cap="flat" cmpd="sng" algn="ctr">
            <a:solidFill>
              <a:srgbClr val="92D050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224" name="연결선: 꺾임 223">
            <a:extLst>
              <a:ext uri="{FF2B5EF4-FFF2-40B4-BE49-F238E27FC236}">
                <a16:creationId xmlns:a16="http://schemas.microsoft.com/office/drawing/2014/main" id="{B508E005-9AD9-4038-BB71-E6229ABB86CC}"/>
              </a:ext>
            </a:extLst>
          </p:cNvPr>
          <p:cNvCxnSpPr>
            <a:cxnSpLocks/>
            <a:stCxn id="116" idx="2"/>
            <a:endCxn id="221" idx="0"/>
          </p:cNvCxnSpPr>
          <p:nvPr/>
        </p:nvCxnSpPr>
        <p:spPr>
          <a:xfrm rot="16200000" flipH="1">
            <a:off x="4136554" y="1824647"/>
            <a:ext cx="1950813" cy="1797271"/>
          </a:xfrm>
          <a:prstGeom prst="bentConnector3">
            <a:avLst>
              <a:gd name="adj1" fmla="val 78382"/>
            </a:avLst>
          </a:prstGeom>
          <a:noFill/>
          <a:ln w="12700" cap="flat" cmpd="sng" algn="ctr">
            <a:solidFill>
              <a:srgbClr val="92D050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225" name="연결선: 꺾임 224">
            <a:extLst>
              <a:ext uri="{FF2B5EF4-FFF2-40B4-BE49-F238E27FC236}">
                <a16:creationId xmlns:a16="http://schemas.microsoft.com/office/drawing/2014/main" id="{B065EE22-0B26-414B-AC22-4A4E1E838B85}"/>
              </a:ext>
            </a:extLst>
          </p:cNvPr>
          <p:cNvCxnSpPr>
            <a:cxnSpLocks/>
            <a:stCxn id="116" idx="2"/>
            <a:endCxn id="222" idx="0"/>
          </p:cNvCxnSpPr>
          <p:nvPr/>
        </p:nvCxnSpPr>
        <p:spPr>
          <a:xfrm rot="16200000" flipH="1">
            <a:off x="5284960" y="676242"/>
            <a:ext cx="1950813" cy="4094082"/>
          </a:xfrm>
          <a:prstGeom prst="bentConnector3">
            <a:avLst>
              <a:gd name="adj1" fmla="val 78382"/>
            </a:avLst>
          </a:prstGeom>
          <a:noFill/>
          <a:ln w="12700" cap="flat" cmpd="sng" algn="ctr">
            <a:solidFill>
              <a:srgbClr val="92D05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083D92A6-05D1-48A7-A661-BFFE6EFD5CF8}"/>
              </a:ext>
            </a:extLst>
          </p:cNvPr>
          <p:cNvSpPr txBox="1"/>
          <p:nvPr/>
        </p:nvSpPr>
        <p:spPr>
          <a:xfrm>
            <a:off x="485941" y="2308176"/>
            <a:ext cx="1505540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>
                <a:latin typeface="+mn-ea"/>
              </a:rPr>
              <a:t>컨베이어속도 및 </a:t>
            </a:r>
            <a:r>
              <a:rPr lang="en-US" altLang="ko-KR" sz="1050">
                <a:latin typeface="+mn-ea"/>
              </a:rPr>
              <a:t>RPM</a:t>
            </a:r>
          </a:p>
          <a:p>
            <a:r>
              <a:rPr lang="ko-KR" altLang="en-US" sz="1050">
                <a:latin typeface="+mn-ea"/>
              </a:rPr>
              <a:t>흡</a:t>
            </a:r>
            <a:r>
              <a:rPr lang="en-US" altLang="ko-KR" sz="1050">
                <a:latin typeface="+mn-ea"/>
              </a:rPr>
              <a:t>/</a:t>
            </a:r>
            <a:r>
              <a:rPr lang="ko-KR" altLang="en-US" sz="1050">
                <a:latin typeface="+mn-ea"/>
              </a:rPr>
              <a:t>배기</a:t>
            </a:r>
            <a:r>
              <a:rPr lang="en-US" altLang="ko-KR" sz="1050">
                <a:latin typeface="+mn-ea"/>
              </a:rPr>
              <a:t> ON/OFF</a:t>
            </a:r>
          </a:p>
          <a:p>
            <a:r>
              <a:rPr lang="ko-KR" altLang="en-US" sz="1050">
                <a:latin typeface="+mn-ea"/>
              </a:rPr>
              <a:t>건조로온도</a:t>
            </a:r>
            <a:r>
              <a:rPr lang="en-US" altLang="ko-KR" sz="1050">
                <a:latin typeface="+mn-ea"/>
              </a:rPr>
              <a:t> </a:t>
            </a:r>
            <a:r>
              <a:rPr lang="ko-KR" altLang="en-US" sz="1050">
                <a:latin typeface="+mn-ea"/>
              </a:rPr>
              <a:t>등</a:t>
            </a:r>
            <a:endParaRPr lang="en-US" altLang="ko-KR" sz="1050">
              <a:latin typeface="+mn-ea"/>
            </a:endParaRPr>
          </a:p>
        </p:txBody>
      </p:sp>
      <p:cxnSp>
        <p:nvCxnSpPr>
          <p:cNvPr id="292" name="연결선: 꺾임 291">
            <a:extLst>
              <a:ext uri="{FF2B5EF4-FFF2-40B4-BE49-F238E27FC236}">
                <a16:creationId xmlns:a16="http://schemas.microsoft.com/office/drawing/2014/main" id="{CC4E74DA-011D-40D9-A166-412B618B2DF9}"/>
              </a:ext>
            </a:extLst>
          </p:cNvPr>
          <p:cNvCxnSpPr>
            <a:cxnSpLocks/>
            <a:stCxn id="116" idx="2"/>
            <a:endCxn id="291" idx="3"/>
          </p:cNvCxnSpPr>
          <p:nvPr/>
        </p:nvCxnSpPr>
        <p:spPr>
          <a:xfrm rot="5400000">
            <a:off x="3187250" y="1620247"/>
            <a:ext cx="843506" cy="1098767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26528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274796" cy="377796"/>
              <a:chOff x="791279" y="377417"/>
              <a:chExt cx="2274796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037375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00. </a:t>
                </a:r>
                <a:r>
                  <a:rPr lang="ko-KR" altLang="en-US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작업 시나리오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/>
            <p:nvPr/>
          </p:nvCxnSpPr>
          <p:spPr>
            <a:xfrm>
              <a:off x="2906472" y="583043"/>
              <a:ext cx="7036871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AE7F0A-7601-4DC4-A7E7-858FC1DC12D5}"/>
              </a:ext>
            </a:extLst>
          </p:cNvPr>
          <p:cNvSpPr txBox="1"/>
          <p:nvPr/>
        </p:nvSpPr>
        <p:spPr>
          <a:xfrm>
            <a:off x="5274249" y="5888364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AFE780-220A-4789-9B2C-A6A5F31BDB93}"/>
              </a:ext>
            </a:extLst>
          </p:cNvPr>
          <p:cNvSpPr txBox="1"/>
          <p:nvPr/>
        </p:nvSpPr>
        <p:spPr>
          <a:xfrm>
            <a:off x="512673" y="663900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■ </a:t>
            </a:r>
            <a:r>
              <a:rPr lang="en-US" altLang="ko-KR"/>
              <a:t>GU VINA</a:t>
            </a:r>
            <a:r>
              <a:rPr lang="ko-KR" altLang="en-US"/>
              <a:t> 도장작업 순서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C2AE0F-5E6D-41EE-815D-6BA994513EC8}"/>
              </a:ext>
            </a:extLst>
          </p:cNvPr>
          <p:cNvSpPr txBox="1"/>
          <p:nvPr/>
        </p:nvSpPr>
        <p:spPr>
          <a:xfrm>
            <a:off x="605897" y="1053591"/>
            <a:ext cx="6886757" cy="4101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/>
              <a:t>1. </a:t>
            </a:r>
            <a:r>
              <a:rPr lang="ko-KR" altLang="en-US" sz="1200"/>
              <a:t>작업자가 매일 아침 </a:t>
            </a:r>
            <a:r>
              <a:rPr lang="en-US" altLang="ko-KR" sz="1200"/>
              <a:t>PC</a:t>
            </a:r>
            <a:r>
              <a:rPr lang="ko-KR" altLang="en-US" sz="1200"/>
              <a:t>를 통하여 작업일지를 등록한다</a:t>
            </a:r>
            <a:r>
              <a:rPr lang="en-US" altLang="ko-KR" sz="1200"/>
              <a:t>. (</a:t>
            </a:r>
            <a:r>
              <a:rPr lang="ko-KR" altLang="en-US" sz="1200"/>
              <a:t>티칭번호</a:t>
            </a:r>
            <a:r>
              <a:rPr lang="en-US" altLang="ko-KR" sz="1200"/>
              <a:t>, </a:t>
            </a:r>
            <a:r>
              <a:rPr lang="ko-KR" altLang="en-US" sz="1200"/>
              <a:t>작업수량 등</a:t>
            </a:r>
            <a:r>
              <a:rPr lang="en-US" altLang="ko-KR" sz="1200"/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1200"/>
              <a:t>2. PC</a:t>
            </a:r>
            <a:r>
              <a:rPr lang="ko-KR" altLang="en-US" sz="1200"/>
              <a:t>에 등록된 작업일지의 작업순서</a:t>
            </a:r>
            <a:r>
              <a:rPr lang="en-US" altLang="ko-KR" sz="1200"/>
              <a:t>(</a:t>
            </a:r>
            <a:r>
              <a:rPr lang="ko-KR" altLang="en-US" sz="1200"/>
              <a:t>티칭번호</a:t>
            </a:r>
            <a:r>
              <a:rPr lang="en-US" altLang="ko-KR" sz="1200"/>
              <a:t>)</a:t>
            </a:r>
            <a:r>
              <a:rPr lang="ko-KR" altLang="en-US" sz="1200"/>
              <a:t>는 각 부스별 </a:t>
            </a:r>
            <a:r>
              <a:rPr lang="en-US" altLang="ko-KR" sz="1200"/>
              <a:t>PLC</a:t>
            </a:r>
            <a:r>
              <a:rPr lang="ko-KR" altLang="en-US" sz="1200"/>
              <a:t>로 보내진다</a:t>
            </a:r>
            <a:r>
              <a:rPr lang="en-US" altLang="ko-KR" sz="1200"/>
              <a:t>.</a:t>
            </a:r>
            <a:r>
              <a:rPr lang="ko-KR" altLang="en-US" sz="1200"/>
              <a:t> </a:t>
            </a:r>
            <a:endParaRPr lang="en-US" altLang="ko-KR" sz="1200"/>
          </a:p>
          <a:p>
            <a:pPr>
              <a:lnSpc>
                <a:spcPct val="200000"/>
              </a:lnSpc>
            </a:pPr>
            <a:r>
              <a:rPr lang="en-US" altLang="ko-KR" sz="1200"/>
              <a:t>3. </a:t>
            </a:r>
            <a:r>
              <a:rPr lang="ko-KR" altLang="en-US" sz="1200"/>
              <a:t>작업자는 자동운전이 가능한 상태인지 각 부스별 상황을 체크 후 </a:t>
            </a:r>
            <a:r>
              <a:rPr lang="en-US" altLang="ko-KR" sz="1200"/>
              <a:t>PLC</a:t>
            </a:r>
            <a:r>
              <a:rPr lang="ko-KR" altLang="en-US" sz="1200"/>
              <a:t>의 자동운전 버튼 클릭</a:t>
            </a:r>
            <a:endParaRPr lang="en-US" altLang="ko-KR" sz="1200"/>
          </a:p>
          <a:p>
            <a:pPr>
              <a:lnSpc>
                <a:spcPct val="200000"/>
              </a:lnSpc>
            </a:pPr>
            <a:r>
              <a:rPr lang="en-US" altLang="ko-KR" sz="1200"/>
              <a:t>4. PC</a:t>
            </a:r>
            <a:r>
              <a:rPr lang="ko-KR" altLang="en-US" sz="1200"/>
              <a:t>는 각 부스별 </a:t>
            </a:r>
            <a:r>
              <a:rPr lang="en-US" altLang="ko-KR" sz="1200"/>
              <a:t>PLC</a:t>
            </a:r>
            <a:r>
              <a:rPr lang="ko-KR" altLang="en-US" sz="1200"/>
              <a:t>에서 자동운전 신호를 받으며</a:t>
            </a:r>
            <a:r>
              <a:rPr lang="en-US" altLang="ko-KR" sz="1200"/>
              <a:t>, </a:t>
            </a:r>
            <a:r>
              <a:rPr lang="ko-KR" altLang="en-US" sz="1200"/>
              <a:t>작업자는 </a:t>
            </a:r>
            <a:r>
              <a:rPr lang="en-US" altLang="ko-KR" sz="1200"/>
              <a:t>PC</a:t>
            </a:r>
            <a:r>
              <a:rPr lang="ko-KR" altLang="en-US" sz="1200"/>
              <a:t>에서 작업진행을 클릭하여 작업 시작</a:t>
            </a:r>
          </a:p>
          <a:p>
            <a:pPr>
              <a:lnSpc>
                <a:spcPct val="200000"/>
              </a:lnSpc>
            </a:pPr>
            <a:r>
              <a:rPr lang="en-US" altLang="ko-KR" sz="1200"/>
              <a:t>5. PLC</a:t>
            </a:r>
            <a:r>
              <a:rPr lang="ko-KR" altLang="en-US" sz="1200"/>
              <a:t>는 엔코더와 제품감지 센서를 통하여 각 부스의 로봇에게 </a:t>
            </a:r>
            <a:r>
              <a:rPr lang="en-US" altLang="ko-KR" sz="1200"/>
              <a:t>START </a:t>
            </a:r>
            <a:r>
              <a:rPr lang="ko-KR" altLang="en-US" sz="1200"/>
              <a:t>신호를 전달</a:t>
            </a:r>
            <a:endParaRPr lang="en-US" altLang="ko-KR" sz="1200"/>
          </a:p>
          <a:p>
            <a:pPr>
              <a:lnSpc>
                <a:spcPct val="200000"/>
              </a:lnSpc>
            </a:pPr>
            <a:r>
              <a:rPr lang="en-US" altLang="ko-KR" sz="1200"/>
              <a:t>6. 3</a:t>
            </a:r>
            <a:r>
              <a:rPr lang="ko-KR" altLang="en-US" sz="1200"/>
              <a:t>축 로봇은 </a:t>
            </a:r>
            <a:r>
              <a:rPr lang="en-US" altLang="ko-KR" sz="1200"/>
              <a:t>PLC</a:t>
            </a:r>
            <a:r>
              <a:rPr lang="ko-KR" altLang="en-US" sz="1200"/>
              <a:t>로부터 작업신호를 전달받아 작업수행을 진행한다</a:t>
            </a:r>
            <a:r>
              <a:rPr lang="en-US" altLang="ko-KR" sz="1200"/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200"/>
              <a:t> 6-1. </a:t>
            </a:r>
            <a:r>
              <a:rPr lang="ko-KR" altLang="en-US" sz="1200"/>
              <a:t>작업종료 시 </a:t>
            </a:r>
            <a:r>
              <a:rPr lang="en-US" altLang="ko-KR" sz="1200"/>
              <a:t>3</a:t>
            </a:r>
            <a:r>
              <a:rPr lang="ko-KR" altLang="en-US" sz="1200"/>
              <a:t>축 로봇은 </a:t>
            </a:r>
            <a:r>
              <a:rPr lang="en-US" altLang="ko-KR" sz="1200"/>
              <a:t>PLC</a:t>
            </a:r>
            <a:r>
              <a:rPr lang="ko-KR" altLang="en-US" sz="1200"/>
              <a:t>에 작업종료 신호를 전달한다</a:t>
            </a:r>
            <a:r>
              <a:rPr lang="en-US" altLang="ko-KR" sz="1200"/>
              <a:t>. </a:t>
            </a:r>
          </a:p>
          <a:p>
            <a:pPr>
              <a:lnSpc>
                <a:spcPct val="200000"/>
              </a:lnSpc>
            </a:pPr>
            <a:r>
              <a:rPr lang="en-US" altLang="ko-KR" sz="1200"/>
              <a:t> 6-2. </a:t>
            </a:r>
            <a:r>
              <a:rPr lang="ko-KR" altLang="en-US" sz="1200"/>
              <a:t>각 </a:t>
            </a:r>
            <a:r>
              <a:rPr lang="en-US" altLang="ko-KR" sz="1200"/>
              <a:t>PLC</a:t>
            </a:r>
            <a:r>
              <a:rPr lang="ko-KR" altLang="en-US" sz="1200"/>
              <a:t>별 순차적으로 작업종료 신호를 </a:t>
            </a:r>
            <a:r>
              <a:rPr lang="en-US" altLang="ko-KR" sz="1200"/>
              <a:t>PC</a:t>
            </a:r>
            <a:r>
              <a:rPr lang="ko-KR" altLang="en-US" sz="1200"/>
              <a:t>로 전달한다</a:t>
            </a:r>
            <a:r>
              <a:rPr lang="en-US" altLang="ko-KR" sz="1200"/>
              <a:t>. </a:t>
            </a:r>
          </a:p>
          <a:p>
            <a:pPr>
              <a:lnSpc>
                <a:spcPct val="200000"/>
              </a:lnSpc>
            </a:pPr>
            <a:r>
              <a:rPr lang="en-US" altLang="ko-KR" sz="1200"/>
              <a:t>7. </a:t>
            </a:r>
            <a:r>
              <a:rPr lang="ko-KR" altLang="en-US" sz="1200"/>
              <a:t>당일 작업일지 순서대로 </a:t>
            </a:r>
            <a:r>
              <a:rPr lang="en-US" altLang="ko-KR" sz="1200"/>
              <a:t>5</a:t>
            </a:r>
            <a:r>
              <a:rPr lang="ko-KR" altLang="en-US" sz="1200"/>
              <a:t>번</a:t>
            </a:r>
            <a:r>
              <a:rPr lang="en-US" altLang="ko-KR" sz="1200"/>
              <a:t>~6</a:t>
            </a:r>
            <a:r>
              <a:rPr lang="ko-KR" altLang="en-US" sz="1200"/>
              <a:t>번을 반복한다</a:t>
            </a:r>
            <a:r>
              <a:rPr lang="en-US" altLang="ko-KR" sz="1200"/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200"/>
              <a:t>8. </a:t>
            </a:r>
            <a:r>
              <a:rPr lang="ko-KR" altLang="en-US" sz="1200"/>
              <a:t>모든 작업이 완료 후 작업자는 </a:t>
            </a:r>
            <a:r>
              <a:rPr lang="en-US" altLang="ko-KR" sz="1200"/>
              <a:t>PLC </a:t>
            </a:r>
            <a:r>
              <a:rPr lang="ko-KR" altLang="en-US" sz="1200"/>
              <a:t>또는 </a:t>
            </a:r>
            <a:r>
              <a:rPr lang="en-US" altLang="ko-KR" sz="1200"/>
              <a:t>PC</a:t>
            </a:r>
            <a:r>
              <a:rPr lang="ko-KR" altLang="en-US" sz="1200"/>
              <a:t>를 통하여 세척작업 진행</a:t>
            </a:r>
            <a:r>
              <a:rPr lang="en-US" altLang="ko-KR" sz="1200"/>
              <a:t>(PURGE)</a:t>
            </a:r>
          </a:p>
          <a:p>
            <a:pPr>
              <a:lnSpc>
                <a:spcPct val="200000"/>
              </a:lnSpc>
            </a:pPr>
            <a:r>
              <a:rPr lang="en-US" altLang="ko-KR" sz="1200"/>
              <a:t>9. </a:t>
            </a:r>
            <a:r>
              <a:rPr lang="ko-KR" altLang="en-US" sz="1200"/>
              <a:t>다음 날 신규 작업진행 시 작업자는 </a:t>
            </a:r>
            <a:r>
              <a:rPr lang="en-US" altLang="ko-KR" sz="1200"/>
              <a:t>PLC </a:t>
            </a:r>
            <a:r>
              <a:rPr lang="ko-KR" altLang="en-US" sz="1200"/>
              <a:t>총 생산량 리셋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36493616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274796" cy="377796"/>
              <a:chOff x="791279" y="377417"/>
              <a:chExt cx="2274796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037375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01. Definition</a:t>
                </a:r>
                <a:endParaRPr lang="ko-KR" altLang="en-US" sz="1400" b="1">
                  <a:solidFill>
                    <a:srgbClr val="454545"/>
                  </a:solidFill>
                  <a:latin typeface="나눔고딕"/>
                  <a:ea typeface="나눔고딕"/>
                  <a:cs typeface="Poppins"/>
                </a:endParaRP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/>
            <p:nvPr/>
          </p:nvCxnSpPr>
          <p:spPr>
            <a:xfrm>
              <a:off x="2906472" y="583043"/>
              <a:ext cx="7036871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01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F478C13-95D1-4026-A590-A4F824C66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399" y="1281296"/>
            <a:ext cx="5044054" cy="3680126"/>
          </a:xfrm>
          <a:prstGeom prst="rect">
            <a:avLst/>
          </a:prstGeom>
        </p:spPr>
      </p:pic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02E70F5E-97AD-4F53-B858-20BC9992D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304584"/>
              </p:ext>
            </p:extLst>
          </p:nvPr>
        </p:nvGraphicFramePr>
        <p:xfrm>
          <a:off x="179354" y="1556792"/>
          <a:ext cx="3913959" cy="3129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634">
                  <a:extLst>
                    <a:ext uri="{9D8B030D-6E8A-4147-A177-3AD203B41FA5}">
                      <a16:colId xmlns:a16="http://schemas.microsoft.com/office/drawing/2014/main" val="2394496081"/>
                    </a:ext>
                  </a:extLst>
                </a:gridCol>
                <a:gridCol w="2931325">
                  <a:extLst>
                    <a:ext uri="{9D8B030D-6E8A-4147-A177-3AD203B41FA5}">
                      <a16:colId xmlns:a16="http://schemas.microsoft.com/office/drawing/2014/main" val="93197358"/>
                    </a:ext>
                  </a:extLst>
                </a:gridCol>
              </a:tblGrid>
              <a:tr h="3485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 (PJT)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cs typeface="Arial" pitchFamily="34" charset="0"/>
                        </a:rPr>
                        <a:t>위치조정 도장유닛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912231"/>
                  </a:ext>
                </a:extLst>
              </a:tr>
              <a:tr h="9719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Definition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정밀 위치 조정 도장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분사 설비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1858214"/>
                  </a:ext>
                </a:extLst>
              </a:tr>
              <a:tr h="10456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다품종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대상별 위치를 조정하여 도장분사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52572"/>
                  </a:ext>
                </a:extLst>
              </a:tr>
              <a:tr h="763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Linear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type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34555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9DAE7F0A-7601-4DC4-A7E7-858FC1DC12D5}"/>
              </a:ext>
            </a:extLst>
          </p:cNvPr>
          <p:cNvSpPr txBox="1"/>
          <p:nvPr/>
        </p:nvSpPr>
        <p:spPr>
          <a:xfrm>
            <a:off x="5274249" y="5658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274796" cy="377796"/>
              <a:chOff x="791279" y="377417"/>
              <a:chExt cx="2274796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037375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02. Specification</a:t>
                </a:r>
                <a:endParaRPr lang="ko-KR" altLang="en-US" sz="1400" b="1">
                  <a:solidFill>
                    <a:srgbClr val="454545"/>
                  </a:solidFill>
                  <a:latin typeface="나눔고딕"/>
                  <a:ea typeface="나눔고딕"/>
                  <a:cs typeface="Poppins"/>
                </a:endParaRP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/>
            <p:nvPr/>
          </p:nvCxnSpPr>
          <p:spPr>
            <a:xfrm>
              <a:off x="2906472" y="583043"/>
              <a:ext cx="7036871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02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1D202935-99AB-4181-B65D-7AC9D8C01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284354"/>
              </p:ext>
            </p:extLst>
          </p:nvPr>
        </p:nvGraphicFramePr>
        <p:xfrm>
          <a:off x="4376986" y="1668447"/>
          <a:ext cx="4731518" cy="308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09">
                  <a:extLst>
                    <a:ext uri="{9D8B030D-6E8A-4147-A177-3AD203B41FA5}">
                      <a16:colId xmlns:a16="http://schemas.microsoft.com/office/drawing/2014/main" val="239449608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93197358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346759913"/>
                    </a:ext>
                  </a:extLst>
                </a:gridCol>
                <a:gridCol w="1296145">
                  <a:extLst>
                    <a:ext uri="{9D8B030D-6E8A-4147-A177-3AD203B41FA5}">
                      <a16:colId xmlns:a16="http://schemas.microsoft.com/office/drawing/2014/main" val="3966359885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 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n-US" altLang="ko-KR" sz="1100" b="1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1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축</a:t>
                      </a:r>
                      <a:endParaRPr lang="ko-KR" altLang="en-US" sz="11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ko-KR" altLang="en-US" sz="11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91223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Stroke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800mm</a:t>
                      </a:r>
                      <a:endParaRPr lang="en-US" altLang="ko-KR" sz="11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300mm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도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18582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Repeatability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0.01mm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448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Ball Screw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363534"/>
                  </a:ext>
                </a:extLst>
              </a:tr>
              <a:tr h="319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Guide Type</a:t>
                      </a:r>
                      <a:endParaRPr lang="ko-KR" altLang="en-US" dirty="0"/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LM Guide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풀리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벨트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1443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Servo</a:t>
                      </a:r>
                      <a:r>
                        <a:rPr lang="en-US" altLang="ko-KR" sz="1100" b="1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Motor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Font typeface="Arial" pitchFamily="34" charset="0"/>
                        <a:buNone/>
                      </a:pP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MSMF022L1S2</a:t>
                      </a:r>
                      <a:b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 200W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휴먼모음T" pitchFamily="18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MSMF022L1T2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 200W</a:t>
                      </a:r>
                      <a:endParaRPr lang="en-US" altLang="ko-KR" sz="11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휴먼모음T" pitchFamily="18" charset="-127"/>
                        <a:cs typeface="Arial" panose="020B0604020202020204" pitchFamily="34" charset="0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u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유지 브레이크</a:t>
                      </a:r>
                      <a:endParaRPr lang="ko-KR" altLang="en-US" sz="1100" b="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MSMF022L1S2</a:t>
                      </a:r>
                      <a:b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 200W</a:t>
                      </a:r>
                      <a:endParaRPr lang="en-US" altLang="ko-KR" sz="11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휴먼모음T" pitchFamily="18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763804"/>
                  </a:ext>
                </a:extLst>
              </a:tr>
              <a:tr h="3400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무게 </a:t>
                      </a: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(Kg)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56489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최고속도 </a:t>
                      </a: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(mm/sec)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350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914632"/>
                  </a:ext>
                </a:extLst>
              </a:tr>
            </a:tbl>
          </a:graphicData>
        </a:graphic>
      </p:graphicFrame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936A54B-F5F0-4942-9BFF-EC9822B0341A}"/>
              </a:ext>
            </a:extLst>
          </p:cNvPr>
          <p:cNvCxnSpPr/>
          <p:nvPr/>
        </p:nvCxnSpPr>
        <p:spPr>
          <a:xfrm>
            <a:off x="6261807" y="2545854"/>
            <a:ext cx="764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D444287-23B5-435C-95CE-A136BB6E25BE}"/>
              </a:ext>
            </a:extLst>
          </p:cNvPr>
          <p:cNvCxnSpPr/>
          <p:nvPr/>
        </p:nvCxnSpPr>
        <p:spPr>
          <a:xfrm>
            <a:off x="6264188" y="2483354"/>
            <a:ext cx="72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C1DA01E-BFD0-4F67-8C4A-F2625AE00F7D}"/>
              </a:ext>
            </a:extLst>
          </p:cNvPr>
          <p:cNvCxnSpPr/>
          <p:nvPr/>
        </p:nvCxnSpPr>
        <p:spPr>
          <a:xfrm flipV="1">
            <a:off x="6300192" y="2447350"/>
            <a:ext cx="0" cy="720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9C4FFF0F-F9F7-409F-B5D7-136DFA2E0E4F}"/>
              </a:ext>
            </a:extLst>
          </p:cNvPr>
          <p:cNvCxnSpPr/>
          <p:nvPr/>
        </p:nvCxnSpPr>
        <p:spPr>
          <a:xfrm>
            <a:off x="8206023" y="2231360"/>
            <a:ext cx="764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9237DE3-F1C5-4F24-92C3-0CE6BA4C3698}"/>
              </a:ext>
            </a:extLst>
          </p:cNvPr>
          <p:cNvCxnSpPr/>
          <p:nvPr/>
        </p:nvCxnSpPr>
        <p:spPr>
          <a:xfrm>
            <a:off x="8208404" y="2168860"/>
            <a:ext cx="72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CE7246EC-D9A8-4C2D-86FF-D6E55879255E}"/>
              </a:ext>
            </a:extLst>
          </p:cNvPr>
          <p:cNvCxnSpPr/>
          <p:nvPr/>
        </p:nvCxnSpPr>
        <p:spPr>
          <a:xfrm flipV="1">
            <a:off x="8244408" y="2132856"/>
            <a:ext cx="0" cy="720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그림 42">
            <a:extLst>
              <a:ext uri="{FF2B5EF4-FFF2-40B4-BE49-F238E27FC236}">
                <a16:creationId xmlns:a16="http://schemas.microsoft.com/office/drawing/2014/main" id="{8AB4B421-6FFE-4F4A-870E-61141C1379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108"/>
          <a:stretch/>
        </p:blipFill>
        <p:spPr>
          <a:xfrm>
            <a:off x="6374581" y="2742259"/>
            <a:ext cx="152106" cy="13754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D042245-3666-4219-B2F1-B8460C264BB8}"/>
              </a:ext>
            </a:extLst>
          </p:cNvPr>
          <p:cNvSpPr txBox="1"/>
          <p:nvPr/>
        </p:nvSpPr>
        <p:spPr>
          <a:xfrm>
            <a:off x="5274249" y="5658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A010FC29-3245-46E3-81EC-86FF509A1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10" y="1120571"/>
            <a:ext cx="3385999" cy="432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61371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03. Functional description</a:t>
                </a:r>
                <a:endParaRPr lang="ko-KR" altLang="en-US" sz="1400" b="1">
                  <a:solidFill>
                    <a:srgbClr val="454545"/>
                  </a:solidFill>
                  <a:latin typeface="나눔고딕"/>
                  <a:ea typeface="나눔고딕"/>
                  <a:cs typeface="Poppins"/>
                </a:endParaRP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3367236" y="583043"/>
              <a:ext cx="6576107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0E1CF7-9B2F-411F-BC98-9AB45C46340A}"/>
              </a:ext>
            </a:extLst>
          </p:cNvPr>
          <p:cNvSpPr txBox="1"/>
          <p:nvPr/>
        </p:nvSpPr>
        <p:spPr>
          <a:xfrm>
            <a:off x="1397060" y="1434746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Arial" panose="020B0604020202020204" pitchFamily="34" charset="0"/>
                <a:cs typeface="Arial" panose="020B0604020202020204" pitchFamily="34" charset="0"/>
              </a:rPr>
              <a:t>배선 흐림도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B2488358-A36E-4ADC-9472-8E2F35A19668}"/>
              </a:ext>
            </a:extLst>
          </p:cNvPr>
          <p:cNvCxnSpPr/>
          <p:nvPr/>
        </p:nvCxnSpPr>
        <p:spPr>
          <a:xfrm>
            <a:off x="931005" y="1551675"/>
            <a:ext cx="352665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695BBB82-AA58-412A-B571-3637E7A1AC28}"/>
              </a:ext>
            </a:extLst>
          </p:cNvPr>
          <p:cNvSpPr txBox="1"/>
          <p:nvPr/>
        </p:nvSpPr>
        <p:spPr>
          <a:xfrm>
            <a:off x="915551" y="1898615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5BA14987-E9F2-4337-8FEE-A133B14BAC92}"/>
              </a:ext>
            </a:extLst>
          </p:cNvPr>
          <p:cNvSpPr/>
          <p:nvPr/>
        </p:nvSpPr>
        <p:spPr>
          <a:xfrm>
            <a:off x="939334" y="1928750"/>
            <a:ext cx="222061" cy="216730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75F85FD-1ECD-45FA-A998-65CFD79E7567}"/>
              </a:ext>
            </a:extLst>
          </p:cNvPr>
          <p:cNvSpPr txBox="1"/>
          <p:nvPr/>
        </p:nvSpPr>
        <p:spPr>
          <a:xfrm>
            <a:off x="1224146" y="1898615"/>
            <a:ext cx="2626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Arial" panose="020B0604020202020204" pitchFamily="34" charset="0"/>
                <a:cs typeface="Arial" panose="020B0604020202020204" pitchFamily="34" charset="0"/>
              </a:rPr>
              <a:t>Panasonic Servo Motor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0C15DDC-3F74-4381-A4FD-C56770E26503}"/>
              </a:ext>
            </a:extLst>
          </p:cNvPr>
          <p:cNvSpPr txBox="1"/>
          <p:nvPr/>
        </p:nvSpPr>
        <p:spPr>
          <a:xfrm>
            <a:off x="915551" y="219579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E05CE3FE-C3FD-4F90-8FAF-48C2A1EC951D}"/>
              </a:ext>
            </a:extLst>
          </p:cNvPr>
          <p:cNvSpPr/>
          <p:nvPr/>
        </p:nvSpPr>
        <p:spPr>
          <a:xfrm>
            <a:off x="939334" y="2225927"/>
            <a:ext cx="222061" cy="216730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9709C03-5F01-4F90-B0A4-D584013970F3}"/>
              </a:ext>
            </a:extLst>
          </p:cNvPr>
          <p:cNvSpPr txBox="1"/>
          <p:nvPr/>
        </p:nvSpPr>
        <p:spPr>
          <a:xfrm>
            <a:off x="1224146" y="2195792"/>
            <a:ext cx="17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Arial" panose="020B0604020202020204" pitchFamily="34" charset="0"/>
                <a:cs typeface="Arial" panose="020B0604020202020204" pitchFamily="34" charset="0"/>
              </a:rPr>
              <a:t>분사노즐 취부 환봉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B4AC0D1-E724-43AF-B2DA-797CDACF0286}"/>
              </a:ext>
            </a:extLst>
          </p:cNvPr>
          <p:cNvSpPr txBox="1"/>
          <p:nvPr/>
        </p:nvSpPr>
        <p:spPr>
          <a:xfrm>
            <a:off x="920941" y="251096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4F6A34D1-88DD-4F1F-96FF-E8AC0C2D4AC6}"/>
              </a:ext>
            </a:extLst>
          </p:cNvPr>
          <p:cNvSpPr/>
          <p:nvPr/>
        </p:nvSpPr>
        <p:spPr>
          <a:xfrm>
            <a:off x="944724" y="2541098"/>
            <a:ext cx="222061" cy="216730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D002BAB-861F-4D07-AD4E-F9F945DA1135}"/>
              </a:ext>
            </a:extLst>
          </p:cNvPr>
          <p:cNvSpPr txBox="1"/>
          <p:nvPr/>
        </p:nvSpPr>
        <p:spPr>
          <a:xfrm>
            <a:off x="1229536" y="2510963"/>
            <a:ext cx="154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ko-KR" altLang="en-US" sz="1200">
                <a:latin typeface="Arial" panose="020B0604020202020204" pitchFamily="34" charset="0"/>
                <a:cs typeface="Arial" panose="020B0604020202020204" pitchFamily="34" charset="0"/>
              </a:rPr>
              <a:t>축 </a:t>
            </a:r>
            <a:r>
              <a:rPr lang="en-US" altLang="ko-KR" sz="1200">
                <a:latin typeface="Arial" panose="020B0604020202020204" pitchFamily="34" charset="0"/>
                <a:cs typeface="Arial" panose="020B0604020202020204" pitchFamily="34" charset="0"/>
              </a:rPr>
              <a:t>Cable barrier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430A264-FCA3-4EDA-9DF8-3E2393E8D8B9}"/>
              </a:ext>
            </a:extLst>
          </p:cNvPr>
          <p:cNvSpPr txBox="1"/>
          <p:nvPr/>
        </p:nvSpPr>
        <p:spPr>
          <a:xfrm>
            <a:off x="910755" y="2824025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D6E30862-C6F9-4DD6-94AA-00E6A4FA9347}"/>
              </a:ext>
            </a:extLst>
          </p:cNvPr>
          <p:cNvSpPr/>
          <p:nvPr/>
        </p:nvSpPr>
        <p:spPr>
          <a:xfrm>
            <a:off x="934538" y="2854160"/>
            <a:ext cx="222061" cy="216730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8FCFC2A-28BF-4901-B367-EE6328CADEE2}"/>
              </a:ext>
            </a:extLst>
          </p:cNvPr>
          <p:cNvSpPr txBox="1"/>
          <p:nvPr/>
        </p:nvSpPr>
        <p:spPr>
          <a:xfrm>
            <a:off x="1219351" y="2824025"/>
            <a:ext cx="1875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ko-KR" altLang="en-US" sz="1200">
                <a:latin typeface="Arial" panose="020B0604020202020204" pitchFamily="34" charset="0"/>
                <a:cs typeface="Arial" panose="020B0604020202020204" pitchFamily="34" charset="0"/>
              </a:rPr>
              <a:t>축 </a:t>
            </a:r>
            <a:r>
              <a:rPr lang="en-US" altLang="ko-KR" sz="1200">
                <a:latin typeface="Arial" panose="020B0604020202020204" pitchFamily="34" charset="0"/>
                <a:cs typeface="Arial" panose="020B0604020202020204" pitchFamily="34" charset="0"/>
              </a:rPr>
              <a:t>Actuator Clean type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A4DACCE-3D68-422D-86EC-2A0D9CDC6E34}"/>
              </a:ext>
            </a:extLst>
          </p:cNvPr>
          <p:cNvSpPr txBox="1"/>
          <p:nvPr/>
        </p:nvSpPr>
        <p:spPr>
          <a:xfrm>
            <a:off x="909856" y="314103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CC6A9704-30E1-4341-8118-FE2E9318B230}"/>
              </a:ext>
            </a:extLst>
          </p:cNvPr>
          <p:cNvSpPr/>
          <p:nvPr/>
        </p:nvSpPr>
        <p:spPr>
          <a:xfrm>
            <a:off x="933639" y="3171166"/>
            <a:ext cx="222061" cy="216730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19D169F-69E5-4DE9-B19D-A8A95BC4BBD0}"/>
              </a:ext>
            </a:extLst>
          </p:cNvPr>
          <p:cNvSpPr txBox="1"/>
          <p:nvPr/>
        </p:nvSpPr>
        <p:spPr>
          <a:xfrm>
            <a:off x="1218452" y="3141031"/>
            <a:ext cx="1782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Arial" panose="020B0604020202020204" pitchFamily="34" charset="0"/>
                <a:cs typeface="Arial" panose="020B0604020202020204" pitchFamily="34" charset="0"/>
              </a:rPr>
              <a:t>Panasonic Servo Motor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D7C9219-7346-4250-9309-DF6CA6713004}"/>
              </a:ext>
            </a:extLst>
          </p:cNvPr>
          <p:cNvSpPr txBox="1"/>
          <p:nvPr/>
        </p:nvSpPr>
        <p:spPr>
          <a:xfrm>
            <a:off x="920640" y="345803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4D4B1ABD-1C0F-41C5-AF85-162F4F233DDF}"/>
              </a:ext>
            </a:extLst>
          </p:cNvPr>
          <p:cNvSpPr/>
          <p:nvPr/>
        </p:nvSpPr>
        <p:spPr>
          <a:xfrm>
            <a:off x="944423" y="3488172"/>
            <a:ext cx="222061" cy="216730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93BCEE0-C33D-4475-B72E-6E568CEA52DB}"/>
              </a:ext>
            </a:extLst>
          </p:cNvPr>
          <p:cNvSpPr txBox="1"/>
          <p:nvPr/>
        </p:nvSpPr>
        <p:spPr>
          <a:xfrm>
            <a:off x="1229235" y="3458037"/>
            <a:ext cx="2021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ko-KR" altLang="en-US" sz="1200">
                <a:latin typeface="Arial" panose="020B0604020202020204" pitchFamily="34" charset="0"/>
                <a:cs typeface="Arial" panose="020B0604020202020204" pitchFamily="34" charset="0"/>
              </a:rPr>
              <a:t>축 </a:t>
            </a:r>
            <a:r>
              <a:rPr lang="en-US" altLang="ko-KR" sz="1200">
                <a:latin typeface="Arial" panose="020B0604020202020204" pitchFamily="34" charset="0"/>
                <a:cs typeface="Arial" panose="020B0604020202020204" pitchFamily="34" charset="0"/>
              </a:rPr>
              <a:t>Actuator Clean type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A1ECBC1-0C6F-49C8-BEBA-4D0E30429CBD}"/>
              </a:ext>
            </a:extLst>
          </p:cNvPr>
          <p:cNvSpPr txBox="1"/>
          <p:nvPr/>
        </p:nvSpPr>
        <p:spPr>
          <a:xfrm>
            <a:off x="907422" y="379860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8056F217-AE31-4AAA-B98B-2F712D6412DA}"/>
              </a:ext>
            </a:extLst>
          </p:cNvPr>
          <p:cNvSpPr/>
          <p:nvPr/>
        </p:nvSpPr>
        <p:spPr>
          <a:xfrm>
            <a:off x="931205" y="3828737"/>
            <a:ext cx="222061" cy="216730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67CD6D2-9A5A-4DB0-9F17-1C7A3E68F9E6}"/>
              </a:ext>
            </a:extLst>
          </p:cNvPr>
          <p:cNvSpPr txBox="1"/>
          <p:nvPr/>
        </p:nvSpPr>
        <p:spPr>
          <a:xfrm>
            <a:off x="1216017" y="3798602"/>
            <a:ext cx="2626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Arial" panose="020B0604020202020204" pitchFamily="34" charset="0"/>
                <a:cs typeface="Arial" panose="020B0604020202020204" pitchFamily="34" charset="0"/>
              </a:rPr>
              <a:t>Panasonic Servo Motor brake type 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7E23E8F-2753-4B4A-9578-05579BB6B08A}"/>
              </a:ext>
            </a:extLst>
          </p:cNvPr>
          <p:cNvSpPr txBox="1"/>
          <p:nvPr/>
        </p:nvSpPr>
        <p:spPr>
          <a:xfrm>
            <a:off x="923103" y="4125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ko-KR" alt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0CC0B3C4-7B31-4D70-B7E1-CFE8C54E8936}"/>
              </a:ext>
            </a:extLst>
          </p:cNvPr>
          <p:cNvSpPr/>
          <p:nvPr/>
        </p:nvSpPr>
        <p:spPr>
          <a:xfrm>
            <a:off x="946886" y="4155616"/>
            <a:ext cx="222061" cy="216730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8E81F2B-03C6-4D3A-BFED-19A1899F51F3}"/>
              </a:ext>
            </a:extLst>
          </p:cNvPr>
          <p:cNvSpPr txBox="1"/>
          <p:nvPr/>
        </p:nvSpPr>
        <p:spPr>
          <a:xfrm>
            <a:off x="1231698" y="4125481"/>
            <a:ext cx="1393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ko-KR" altLang="en-US" sz="1200">
                <a:latin typeface="Arial" panose="020B0604020202020204" pitchFamily="34" charset="0"/>
                <a:cs typeface="Arial" panose="020B0604020202020204" pitchFamily="34" charset="0"/>
              </a:rPr>
              <a:t>축 </a:t>
            </a:r>
            <a:r>
              <a:rPr lang="en-US" altLang="ko-KR" sz="1200">
                <a:latin typeface="Arial" panose="020B0604020202020204" pitchFamily="34" charset="0"/>
                <a:cs typeface="Arial" panose="020B0604020202020204" pitchFamily="34" charset="0"/>
              </a:rPr>
              <a:t>Cable barrier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D0368C-8FCE-43FC-A7FE-97EF17D18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947" y="834971"/>
            <a:ext cx="5528859" cy="4612120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5658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21365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F3F75BA2-2932-4AAD-85EE-4298C0FA22B2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Standby screen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13C2BFAA-8D3B-4231-AE68-54BFF9438930}"/>
              </a:ext>
            </a:extLst>
          </p:cNvPr>
          <p:cNvSpPr/>
          <p:nvPr/>
        </p:nvSpPr>
        <p:spPr>
          <a:xfrm>
            <a:off x="780964" y="1101445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AE01C1F1-FB77-4C1B-84BF-3A26236F0DD5}"/>
              </a:ext>
            </a:extLst>
          </p:cNvPr>
          <p:cNvSpPr/>
          <p:nvPr/>
        </p:nvSpPr>
        <p:spPr>
          <a:xfrm>
            <a:off x="780964" y="1101445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B3FFEDA5-280D-4EFB-B611-87F78385EF08}"/>
              </a:ext>
            </a:extLst>
          </p:cNvPr>
          <p:cNvSpPr/>
          <p:nvPr/>
        </p:nvSpPr>
        <p:spPr>
          <a:xfrm>
            <a:off x="776288" y="1558172"/>
            <a:ext cx="8369999" cy="199047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2326C60E-0E12-4926-B650-28F0A17E6593}"/>
              </a:ext>
            </a:extLst>
          </p:cNvPr>
          <p:cNvCxnSpPr/>
          <p:nvPr/>
        </p:nvCxnSpPr>
        <p:spPr>
          <a:xfrm>
            <a:off x="780964" y="1558173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5A83FD45-BCE5-4568-A9EE-73D483C49914}"/>
              </a:ext>
            </a:extLst>
          </p:cNvPr>
          <p:cNvCxnSpPr/>
          <p:nvPr/>
        </p:nvCxnSpPr>
        <p:spPr>
          <a:xfrm>
            <a:off x="776289" y="1742447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0423B134-4738-40C0-875F-22AFC6E5EBA8}"/>
              </a:ext>
            </a:extLst>
          </p:cNvPr>
          <p:cNvSpPr/>
          <p:nvPr/>
        </p:nvSpPr>
        <p:spPr>
          <a:xfrm>
            <a:off x="780964" y="1101445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178BE42C-4340-4109-BF3A-B714B48F34D0}"/>
              </a:ext>
            </a:extLst>
          </p:cNvPr>
          <p:cNvCxnSpPr/>
          <p:nvPr/>
        </p:nvCxnSpPr>
        <p:spPr>
          <a:xfrm>
            <a:off x="780964" y="1558173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C40B396D-5329-4916-A82C-A66DFD69B2E7}"/>
              </a:ext>
            </a:extLst>
          </p:cNvPr>
          <p:cNvSpPr txBox="1"/>
          <p:nvPr/>
        </p:nvSpPr>
        <p:spPr>
          <a:xfrm>
            <a:off x="776289" y="1183615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BC1EE626-23BB-4D33-879C-FD142F61FA73}"/>
              </a:ext>
            </a:extLst>
          </p:cNvPr>
          <p:cNvCxnSpPr>
            <a:cxnSpLocks/>
          </p:cNvCxnSpPr>
          <p:nvPr/>
        </p:nvCxnSpPr>
        <p:spPr>
          <a:xfrm>
            <a:off x="803746" y="1558170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0E15E462-9DCE-42DA-ABFB-84199B07CF0D}"/>
              </a:ext>
            </a:extLst>
          </p:cNvPr>
          <p:cNvSpPr txBox="1"/>
          <p:nvPr/>
        </p:nvSpPr>
        <p:spPr>
          <a:xfrm>
            <a:off x="4080946" y="1145143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sp>
        <p:nvSpPr>
          <p:cNvPr id="103" name="빗면 7">
            <a:extLst>
              <a:ext uri="{FF2B5EF4-FFF2-40B4-BE49-F238E27FC236}">
                <a16:creationId xmlns:a16="http://schemas.microsoft.com/office/drawing/2014/main" id="{65D45DB3-C3F7-4D78-81F0-879D10FEDE1B}"/>
              </a:ext>
            </a:extLst>
          </p:cNvPr>
          <p:cNvSpPr/>
          <p:nvPr/>
        </p:nvSpPr>
        <p:spPr>
          <a:xfrm>
            <a:off x="3191557" y="1118725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F35AD13-AEFC-4855-99EB-21115835B2D9}"/>
              </a:ext>
            </a:extLst>
          </p:cNvPr>
          <p:cNvSpPr txBox="1"/>
          <p:nvPr/>
        </p:nvSpPr>
        <p:spPr>
          <a:xfrm>
            <a:off x="6849071" y="1136542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F629348-007D-4AC4-A0DA-3C2F3EA11CD7}"/>
              </a:ext>
            </a:extLst>
          </p:cNvPr>
          <p:cNvSpPr txBox="1"/>
          <p:nvPr/>
        </p:nvSpPr>
        <p:spPr>
          <a:xfrm>
            <a:off x="3500148" y="1145143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Main screen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C94973E9-907E-4629-8F35-7C9A0CCD689E}"/>
              </a:ext>
            </a:extLst>
          </p:cNvPr>
          <p:cNvSpPr/>
          <p:nvPr/>
        </p:nvSpPr>
        <p:spPr>
          <a:xfrm>
            <a:off x="776288" y="1558170"/>
            <a:ext cx="8369999" cy="102035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4AA2F65-6BBB-4D0E-A798-5837E8229936}"/>
              </a:ext>
            </a:extLst>
          </p:cNvPr>
          <p:cNvSpPr txBox="1"/>
          <p:nvPr/>
        </p:nvSpPr>
        <p:spPr>
          <a:xfrm>
            <a:off x="802969" y="1518943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04811B6-741B-4EFD-8E33-7796C52C7570}"/>
              </a:ext>
            </a:extLst>
          </p:cNvPr>
          <p:cNvSpPr txBox="1"/>
          <p:nvPr/>
        </p:nvSpPr>
        <p:spPr>
          <a:xfrm>
            <a:off x="1864389" y="2350261"/>
            <a:ext cx="6065891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F79646">
                    <a:lumMod val="50000"/>
                  </a:srgbClr>
                </a:soli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GU VINA</a:t>
            </a:r>
          </a:p>
          <a:p>
            <a:pPr algn="ctr"/>
            <a:endParaRPr lang="en-US" altLang="ko-KR" dirty="0">
              <a:solidFill>
                <a:srgbClr val="4BACC6">
                  <a:lumMod val="50000"/>
                </a:srgbClr>
              </a:solidFill>
              <a:latin typeface="맑은 고딕"/>
            </a:endParaRPr>
          </a:p>
          <a:p>
            <a:pPr algn="ctr"/>
            <a:r>
              <a:rPr lang="en-US" altLang="ko-KR" sz="3200" b="1" dirty="0">
                <a:solidFill>
                  <a:srgbClr val="1F497D"/>
                </a:solidFill>
                <a:latin typeface="맑은 고딕"/>
              </a:rPr>
              <a:t>WELCOME</a:t>
            </a:r>
          </a:p>
          <a:p>
            <a:pPr algn="ctr"/>
            <a:r>
              <a:rPr lang="en-US" altLang="ko-KR" sz="3200" b="1" dirty="0">
                <a:solidFill>
                  <a:srgbClr val="1F497D"/>
                </a:solidFill>
                <a:latin typeface="맑은 고딕"/>
              </a:rPr>
              <a:t>ROBOT SPRAY Control system</a:t>
            </a:r>
          </a:p>
        </p:txBody>
      </p:sp>
    </p:spTree>
    <p:extLst>
      <p:ext uri="{BB962C8B-B14F-4D97-AF65-F5344CB8AC3E}">
        <p14:creationId xmlns:p14="http://schemas.microsoft.com/office/powerpoint/2010/main" val="316654370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F3F75BA2-2932-4AAD-85EE-4298C0FA22B2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Main screen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67D40E5B-AD0D-4A52-BB69-3C3AC15AEB95}"/>
              </a:ext>
            </a:extLst>
          </p:cNvPr>
          <p:cNvSpPr/>
          <p:nvPr/>
        </p:nvSpPr>
        <p:spPr>
          <a:xfrm>
            <a:off x="780963" y="1105886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D05E11B-48A8-42BD-AD4B-476B462F3E51}"/>
              </a:ext>
            </a:extLst>
          </p:cNvPr>
          <p:cNvSpPr/>
          <p:nvPr/>
        </p:nvSpPr>
        <p:spPr>
          <a:xfrm>
            <a:off x="780963" y="1105886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2C85B10-0AAB-49EE-97CF-842285716076}"/>
              </a:ext>
            </a:extLst>
          </p:cNvPr>
          <p:cNvSpPr txBox="1"/>
          <p:nvPr/>
        </p:nvSpPr>
        <p:spPr>
          <a:xfrm>
            <a:off x="776288" y="1188056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D7DD505E-1A3A-4A4D-BE92-0420FA4A29A6}"/>
              </a:ext>
            </a:extLst>
          </p:cNvPr>
          <p:cNvCxnSpPr/>
          <p:nvPr/>
        </p:nvCxnSpPr>
        <p:spPr>
          <a:xfrm>
            <a:off x="1742113" y="1754216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0B271783-4BA7-48C9-BCA4-67ABCA4D3950}"/>
              </a:ext>
            </a:extLst>
          </p:cNvPr>
          <p:cNvGrpSpPr/>
          <p:nvPr/>
        </p:nvGrpSpPr>
        <p:grpSpPr>
          <a:xfrm>
            <a:off x="793627" y="3556549"/>
            <a:ext cx="936000" cy="450000"/>
            <a:chOff x="395536" y="3731104"/>
            <a:chExt cx="936000" cy="467999"/>
          </a:xfrm>
        </p:grpSpPr>
        <p:sp>
          <p:nvSpPr>
            <p:cNvPr id="158" name="빗면 32">
              <a:extLst>
                <a:ext uri="{FF2B5EF4-FFF2-40B4-BE49-F238E27FC236}">
                  <a16:creationId xmlns:a16="http://schemas.microsoft.com/office/drawing/2014/main" id="{DCC3A408-DC9A-42FA-9985-E8EB3E633765}"/>
                </a:ext>
              </a:extLst>
            </p:cNvPr>
            <p:cNvSpPr/>
            <p:nvPr/>
          </p:nvSpPr>
          <p:spPr>
            <a:xfrm>
              <a:off x="395536" y="3731104"/>
              <a:ext cx="936000" cy="467999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59" name="그림 158">
              <a:extLst>
                <a:ext uri="{FF2B5EF4-FFF2-40B4-BE49-F238E27FC236}">
                  <a16:creationId xmlns:a16="http://schemas.microsoft.com/office/drawing/2014/main" id="{D061A2A5-568A-4795-A90F-2696B2718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0"/>
              <a:ext cx="243765" cy="252000"/>
            </a:xfrm>
            <a:prstGeom prst="rect">
              <a:avLst/>
            </a:prstGeom>
          </p:spPr>
        </p:pic>
        <p:pic>
          <p:nvPicPr>
            <p:cNvPr id="160" name="그림 159">
              <a:extLst>
                <a:ext uri="{FF2B5EF4-FFF2-40B4-BE49-F238E27FC236}">
                  <a16:creationId xmlns:a16="http://schemas.microsoft.com/office/drawing/2014/main" id="{2C719733-92DB-4AF7-BF3C-3B797FF8F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B281A407-D064-4EF6-8F53-A589BF75328F}"/>
              </a:ext>
            </a:extLst>
          </p:cNvPr>
          <p:cNvGrpSpPr/>
          <p:nvPr/>
        </p:nvGrpSpPr>
        <p:grpSpPr>
          <a:xfrm>
            <a:off x="793627" y="4908211"/>
            <a:ext cx="936000" cy="450000"/>
            <a:chOff x="403799" y="5149691"/>
            <a:chExt cx="936000" cy="468001"/>
          </a:xfrm>
        </p:grpSpPr>
        <p:sp>
          <p:nvSpPr>
            <p:cNvPr id="162" name="빗면 77">
              <a:extLst>
                <a:ext uri="{FF2B5EF4-FFF2-40B4-BE49-F238E27FC236}">
                  <a16:creationId xmlns:a16="http://schemas.microsoft.com/office/drawing/2014/main" id="{59660FE6-6FDA-4459-B4B1-8523DB440EDC}"/>
                </a:ext>
              </a:extLst>
            </p:cNvPr>
            <p:cNvSpPr/>
            <p:nvPr/>
          </p:nvSpPr>
          <p:spPr>
            <a:xfrm>
              <a:off x="403799" y="5149691"/>
              <a:ext cx="936000" cy="468001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63" name="그림 162">
              <a:extLst>
                <a:ext uri="{FF2B5EF4-FFF2-40B4-BE49-F238E27FC236}">
                  <a16:creationId xmlns:a16="http://schemas.microsoft.com/office/drawing/2014/main" id="{B0216D41-3BC7-4747-A564-E12CBE2AD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8BE978F6-77D4-413C-AD62-A1B791652D8A}"/>
              </a:ext>
            </a:extLst>
          </p:cNvPr>
          <p:cNvGrpSpPr/>
          <p:nvPr/>
        </p:nvGrpSpPr>
        <p:grpSpPr>
          <a:xfrm>
            <a:off x="793627" y="5358770"/>
            <a:ext cx="936000" cy="450000"/>
            <a:chOff x="395536" y="5625288"/>
            <a:chExt cx="936000" cy="467999"/>
          </a:xfrm>
        </p:grpSpPr>
        <p:sp>
          <p:nvSpPr>
            <p:cNvPr id="165" name="빗면 36">
              <a:extLst>
                <a:ext uri="{FF2B5EF4-FFF2-40B4-BE49-F238E27FC236}">
                  <a16:creationId xmlns:a16="http://schemas.microsoft.com/office/drawing/2014/main" id="{C8B6EF3A-43E1-49EE-B1ED-E0D1AC71AE9A}"/>
                </a:ext>
              </a:extLst>
            </p:cNvPr>
            <p:cNvSpPr/>
            <p:nvPr/>
          </p:nvSpPr>
          <p:spPr>
            <a:xfrm>
              <a:off x="395536" y="5625288"/>
              <a:ext cx="936000" cy="467999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6" name="왼쪽 화살표 1034">
              <a:extLst>
                <a:ext uri="{FF2B5EF4-FFF2-40B4-BE49-F238E27FC236}">
                  <a16:creationId xmlns:a16="http://schemas.microsoft.com/office/drawing/2014/main" id="{741863F9-4C06-4841-BB0E-39EE5715E39B}"/>
                </a:ext>
              </a:extLst>
            </p:cNvPr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67" name="빗면 28">
            <a:extLst>
              <a:ext uri="{FF2B5EF4-FFF2-40B4-BE49-F238E27FC236}">
                <a16:creationId xmlns:a16="http://schemas.microsoft.com/office/drawing/2014/main" id="{AB742680-5D49-4041-B296-A07A39AFAA02}"/>
              </a:ext>
            </a:extLst>
          </p:cNvPr>
          <p:cNvSpPr/>
          <p:nvPr/>
        </p:nvSpPr>
        <p:spPr>
          <a:xfrm>
            <a:off x="793627" y="1754335"/>
            <a:ext cx="936000" cy="450000"/>
          </a:xfrm>
          <a:prstGeom prst="bevel">
            <a:avLst/>
          </a:prstGeom>
          <a:solidFill>
            <a:srgbClr val="FFCC6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9335AA57-1989-4F97-8E61-90A2E57AB7E4}"/>
              </a:ext>
            </a:extLst>
          </p:cNvPr>
          <p:cNvGrpSpPr/>
          <p:nvPr/>
        </p:nvGrpSpPr>
        <p:grpSpPr>
          <a:xfrm>
            <a:off x="793627" y="4457657"/>
            <a:ext cx="936000" cy="450000"/>
            <a:chOff x="395536" y="4674268"/>
            <a:chExt cx="936000" cy="468001"/>
          </a:xfrm>
        </p:grpSpPr>
        <p:sp>
          <p:nvSpPr>
            <p:cNvPr id="169" name="빗면 34">
              <a:extLst>
                <a:ext uri="{FF2B5EF4-FFF2-40B4-BE49-F238E27FC236}">
                  <a16:creationId xmlns:a16="http://schemas.microsoft.com/office/drawing/2014/main" id="{AD8BB32D-EA64-44D1-8F28-B7CFA705C10E}"/>
                </a:ext>
              </a:extLst>
            </p:cNvPr>
            <p:cNvSpPr/>
            <p:nvPr/>
          </p:nvSpPr>
          <p:spPr>
            <a:xfrm>
              <a:off x="395536" y="4674268"/>
              <a:ext cx="936000" cy="468001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70" name="그림 169">
              <a:extLst>
                <a:ext uri="{FF2B5EF4-FFF2-40B4-BE49-F238E27FC236}">
                  <a16:creationId xmlns:a16="http://schemas.microsoft.com/office/drawing/2014/main" id="{DF00845A-EAB3-4D9F-A571-E8388A0B5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6DA5E46A-3AEB-424E-894F-566089E1C5F2}"/>
              </a:ext>
            </a:extLst>
          </p:cNvPr>
          <p:cNvGrpSpPr/>
          <p:nvPr/>
        </p:nvGrpSpPr>
        <p:grpSpPr>
          <a:xfrm>
            <a:off x="793627" y="3105998"/>
            <a:ext cx="936000" cy="450000"/>
            <a:chOff x="410776" y="3498167"/>
            <a:chExt cx="936000" cy="432000"/>
          </a:xfrm>
        </p:grpSpPr>
        <p:sp>
          <p:nvSpPr>
            <p:cNvPr id="172" name="빗면 31">
              <a:extLst>
                <a:ext uri="{FF2B5EF4-FFF2-40B4-BE49-F238E27FC236}">
                  <a16:creationId xmlns:a16="http://schemas.microsoft.com/office/drawing/2014/main" id="{54FA1561-3F86-45C6-BC62-99BE29816F0E}"/>
                </a:ext>
              </a:extLst>
            </p:cNvPr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73" name="그림 172">
              <a:extLst>
                <a:ext uri="{FF2B5EF4-FFF2-40B4-BE49-F238E27FC236}">
                  <a16:creationId xmlns:a16="http://schemas.microsoft.com/office/drawing/2014/main" id="{6AC4BD7F-A071-4A75-A70C-843E5C2A7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6E3ADD82-74D1-41D9-94EB-4617AAC27471}"/>
              </a:ext>
            </a:extLst>
          </p:cNvPr>
          <p:cNvGrpSpPr/>
          <p:nvPr/>
        </p:nvGrpSpPr>
        <p:grpSpPr>
          <a:xfrm>
            <a:off x="793627" y="2204890"/>
            <a:ext cx="936000" cy="450000"/>
            <a:chOff x="410776" y="2635965"/>
            <a:chExt cx="936000" cy="432000"/>
          </a:xfrm>
        </p:grpSpPr>
        <p:sp>
          <p:nvSpPr>
            <p:cNvPr id="175" name="빗면 29">
              <a:extLst>
                <a:ext uri="{FF2B5EF4-FFF2-40B4-BE49-F238E27FC236}">
                  <a16:creationId xmlns:a16="http://schemas.microsoft.com/office/drawing/2014/main" id="{4DD6AFC4-51A5-4DE6-9DAD-F2E99B3EA12C}"/>
                </a:ext>
              </a:extLst>
            </p:cNvPr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76" name="그림 175">
              <a:extLst>
                <a:ext uri="{FF2B5EF4-FFF2-40B4-BE49-F238E27FC236}">
                  <a16:creationId xmlns:a16="http://schemas.microsoft.com/office/drawing/2014/main" id="{513A60A1-3B93-4D6C-84B1-C5F91770E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063B313D-D2BF-47DC-9521-FD760434A9C1}"/>
              </a:ext>
            </a:extLst>
          </p:cNvPr>
          <p:cNvGrpSpPr/>
          <p:nvPr/>
        </p:nvGrpSpPr>
        <p:grpSpPr>
          <a:xfrm>
            <a:off x="793627" y="2655444"/>
            <a:ext cx="936000" cy="450000"/>
            <a:chOff x="410776" y="3067066"/>
            <a:chExt cx="936000" cy="432000"/>
          </a:xfrm>
        </p:grpSpPr>
        <p:sp>
          <p:nvSpPr>
            <p:cNvPr id="178" name="빗면 30">
              <a:extLst>
                <a:ext uri="{FF2B5EF4-FFF2-40B4-BE49-F238E27FC236}">
                  <a16:creationId xmlns:a16="http://schemas.microsoft.com/office/drawing/2014/main" id="{E8F7440B-2D3B-42DE-B3F1-6FBB8F5661BA}"/>
                </a:ext>
              </a:extLst>
            </p:cNvPr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79" name="그림 178">
              <a:extLst>
                <a:ext uri="{FF2B5EF4-FFF2-40B4-BE49-F238E27FC236}">
                  <a16:creationId xmlns:a16="http://schemas.microsoft.com/office/drawing/2014/main" id="{C73A6FE2-DFAC-4649-8882-47F10ABA3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180" name="그림 179">
              <a:extLst>
                <a:ext uri="{FF2B5EF4-FFF2-40B4-BE49-F238E27FC236}">
                  <a16:creationId xmlns:a16="http://schemas.microsoft.com/office/drawing/2014/main" id="{2B843BBF-006A-409D-873B-6D9685965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181" name="그림 180">
              <a:extLst>
                <a:ext uri="{FF2B5EF4-FFF2-40B4-BE49-F238E27FC236}">
                  <a16:creationId xmlns:a16="http://schemas.microsoft.com/office/drawing/2014/main" id="{3F0CD931-3E0C-4CAB-BA0D-3A040B069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DE606150-89FC-4F5E-9D54-AB40EEE85129}"/>
              </a:ext>
            </a:extLst>
          </p:cNvPr>
          <p:cNvGrpSpPr/>
          <p:nvPr/>
        </p:nvGrpSpPr>
        <p:grpSpPr>
          <a:xfrm>
            <a:off x="793627" y="4007107"/>
            <a:ext cx="936000" cy="450000"/>
            <a:chOff x="410776" y="4360369"/>
            <a:chExt cx="936000" cy="432000"/>
          </a:xfrm>
        </p:grpSpPr>
        <p:sp>
          <p:nvSpPr>
            <p:cNvPr id="183" name="빗면 33">
              <a:extLst>
                <a:ext uri="{FF2B5EF4-FFF2-40B4-BE49-F238E27FC236}">
                  <a16:creationId xmlns:a16="http://schemas.microsoft.com/office/drawing/2014/main" id="{C1264E3A-1BF3-4577-8018-72068BF678BC}"/>
                </a:ext>
              </a:extLst>
            </p:cNvPr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84" name="그림 183">
              <a:extLst>
                <a:ext uri="{FF2B5EF4-FFF2-40B4-BE49-F238E27FC236}">
                  <a16:creationId xmlns:a16="http://schemas.microsoft.com/office/drawing/2014/main" id="{7FBC2B13-C04E-44F0-A234-0CDE7A091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8CC4658C-EFFC-466A-9EB9-34B4BD016E7A}"/>
              </a:ext>
            </a:extLst>
          </p:cNvPr>
          <p:cNvGrpSpPr/>
          <p:nvPr/>
        </p:nvGrpSpPr>
        <p:grpSpPr>
          <a:xfrm>
            <a:off x="793627" y="5358766"/>
            <a:ext cx="936000" cy="450000"/>
            <a:chOff x="399664" y="5640976"/>
            <a:chExt cx="936000" cy="450000"/>
          </a:xfrm>
        </p:grpSpPr>
        <p:sp>
          <p:nvSpPr>
            <p:cNvPr id="186" name="빗면 64">
              <a:extLst>
                <a:ext uri="{FF2B5EF4-FFF2-40B4-BE49-F238E27FC236}">
                  <a16:creationId xmlns:a16="http://schemas.microsoft.com/office/drawing/2014/main" id="{93173A5A-E5BE-4EF0-A32C-566406898EA3}"/>
                </a:ext>
              </a:extLst>
            </p:cNvPr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87" name="그림 186">
              <a:extLst>
                <a:ext uri="{FF2B5EF4-FFF2-40B4-BE49-F238E27FC236}">
                  <a16:creationId xmlns:a16="http://schemas.microsoft.com/office/drawing/2014/main" id="{1AEBF3E6-4BDE-43EB-AE7C-4DA6517D3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0A3B951F-9168-45DE-BC5D-E5A58BB23BEC}"/>
              </a:ext>
            </a:extLst>
          </p:cNvPr>
          <p:cNvSpPr/>
          <p:nvPr/>
        </p:nvSpPr>
        <p:spPr>
          <a:xfrm>
            <a:off x="776289" y="1582803"/>
            <a:ext cx="6925978" cy="163435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875C0DCB-A2C9-45E9-95AE-5BBCB2595780}"/>
              </a:ext>
            </a:extLst>
          </p:cNvPr>
          <p:cNvSpPr/>
          <p:nvPr/>
        </p:nvSpPr>
        <p:spPr>
          <a:xfrm>
            <a:off x="776288" y="1562612"/>
            <a:ext cx="6925976" cy="108530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C86D48A2-EDC1-4EEE-9C2D-28A0EC341E89}"/>
              </a:ext>
            </a:extLst>
          </p:cNvPr>
          <p:cNvCxnSpPr>
            <a:cxnSpLocks/>
          </p:cNvCxnSpPr>
          <p:nvPr/>
        </p:nvCxnSpPr>
        <p:spPr>
          <a:xfrm>
            <a:off x="780963" y="1562614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44262795-5C6D-4BD6-971B-0605A88B639E}"/>
              </a:ext>
            </a:extLst>
          </p:cNvPr>
          <p:cNvCxnSpPr/>
          <p:nvPr/>
        </p:nvCxnSpPr>
        <p:spPr>
          <a:xfrm>
            <a:off x="776288" y="1746888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26CC41CF-A48C-4748-BC97-D0852315F19B}"/>
              </a:ext>
            </a:extLst>
          </p:cNvPr>
          <p:cNvSpPr txBox="1"/>
          <p:nvPr/>
        </p:nvSpPr>
        <p:spPr>
          <a:xfrm>
            <a:off x="802968" y="1523384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E9B645F-FA46-41D6-A00C-4094F33F6FE9}"/>
              </a:ext>
            </a:extLst>
          </p:cNvPr>
          <p:cNvCxnSpPr>
            <a:cxnSpLocks/>
          </p:cNvCxnSpPr>
          <p:nvPr/>
        </p:nvCxnSpPr>
        <p:spPr>
          <a:xfrm rot="5400000">
            <a:off x="7890775" y="1652614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4FB4CC0C-1DA2-4E63-9450-44E73905D2BD}"/>
              </a:ext>
            </a:extLst>
          </p:cNvPr>
          <p:cNvSpPr txBox="1"/>
          <p:nvPr/>
        </p:nvSpPr>
        <p:spPr>
          <a:xfrm>
            <a:off x="8299882" y="1542844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prstClr val="black"/>
                </a:solidFill>
                <a:latin typeface="맑은 고딕"/>
              </a:rPr>
              <a:t>ENG</a:t>
            </a:r>
            <a:endParaRPr lang="en-US" altLang="ko-KR" sz="9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E25ED64D-A598-4F32-8B0A-694F23D976E6}"/>
              </a:ext>
            </a:extLst>
          </p:cNvPr>
          <p:cNvSpPr txBox="1"/>
          <p:nvPr/>
        </p:nvSpPr>
        <p:spPr>
          <a:xfrm>
            <a:off x="4080945" y="1149584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pic>
        <p:nvPicPr>
          <p:cNvPr id="196" name="그림 195">
            <a:extLst>
              <a:ext uri="{FF2B5EF4-FFF2-40B4-BE49-F238E27FC236}">
                <a16:creationId xmlns:a16="http://schemas.microsoft.com/office/drawing/2014/main" id="{B754ED98-C299-4B2D-9F30-6719A1C7F39C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EAECF2"/>
              </a:clrFrom>
              <a:clrTo>
                <a:srgbClr val="EAECF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9627" y="1821967"/>
            <a:ext cx="294296" cy="299294"/>
          </a:xfrm>
          <a:prstGeom prst="rect">
            <a:avLst/>
          </a:prstGeom>
        </p:spPr>
      </p:pic>
      <p:graphicFrame>
        <p:nvGraphicFramePr>
          <p:cNvPr id="197" name="표 19">
            <a:extLst>
              <a:ext uri="{FF2B5EF4-FFF2-40B4-BE49-F238E27FC236}">
                <a16:creationId xmlns:a16="http://schemas.microsoft.com/office/drawing/2014/main" id="{82C26CB6-9536-445B-8D07-9E717C483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743606"/>
              </p:ext>
            </p:extLst>
          </p:nvPr>
        </p:nvGraphicFramePr>
        <p:xfrm>
          <a:off x="1872079" y="2299999"/>
          <a:ext cx="7063686" cy="2912272"/>
        </p:xfrm>
        <a:graphic>
          <a:graphicData uri="http://schemas.openxmlformats.org/drawingml/2006/table">
            <a:tbl>
              <a:tblPr firstRow="1" bandRow="1"/>
              <a:tblGrid>
                <a:gridCol w="784854">
                  <a:extLst>
                    <a:ext uri="{9D8B030D-6E8A-4147-A177-3AD203B41FA5}">
                      <a16:colId xmlns:a16="http://schemas.microsoft.com/office/drawing/2014/main" val="1100001536"/>
                    </a:ext>
                  </a:extLst>
                </a:gridCol>
                <a:gridCol w="784854">
                  <a:extLst>
                    <a:ext uri="{9D8B030D-6E8A-4147-A177-3AD203B41FA5}">
                      <a16:colId xmlns:a16="http://schemas.microsoft.com/office/drawing/2014/main" val="1407333974"/>
                    </a:ext>
                  </a:extLst>
                </a:gridCol>
                <a:gridCol w="784854">
                  <a:extLst>
                    <a:ext uri="{9D8B030D-6E8A-4147-A177-3AD203B41FA5}">
                      <a16:colId xmlns:a16="http://schemas.microsoft.com/office/drawing/2014/main" val="3376168875"/>
                    </a:ext>
                  </a:extLst>
                </a:gridCol>
                <a:gridCol w="784854">
                  <a:extLst>
                    <a:ext uri="{9D8B030D-6E8A-4147-A177-3AD203B41FA5}">
                      <a16:colId xmlns:a16="http://schemas.microsoft.com/office/drawing/2014/main" val="2749597528"/>
                    </a:ext>
                  </a:extLst>
                </a:gridCol>
                <a:gridCol w="784854">
                  <a:extLst>
                    <a:ext uri="{9D8B030D-6E8A-4147-A177-3AD203B41FA5}">
                      <a16:colId xmlns:a16="http://schemas.microsoft.com/office/drawing/2014/main" val="3680754141"/>
                    </a:ext>
                  </a:extLst>
                </a:gridCol>
                <a:gridCol w="784854">
                  <a:extLst>
                    <a:ext uri="{9D8B030D-6E8A-4147-A177-3AD203B41FA5}">
                      <a16:colId xmlns:a16="http://schemas.microsoft.com/office/drawing/2014/main" val="791375392"/>
                    </a:ext>
                  </a:extLst>
                </a:gridCol>
                <a:gridCol w="784854">
                  <a:extLst>
                    <a:ext uri="{9D8B030D-6E8A-4147-A177-3AD203B41FA5}">
                      <a16:colId xmlns:a16="http://schemas.microsoft.com/office/drawing/2014/main" val="196244318"/>
                    </a:ext>
                  </a:extLst>
                </a:gridCol>
                <a:gridCol w="784854">
                  <a:extLst>
                    <a:ext uri="{9D8B030D-6E8A-4147-A177-3AD203B41FA5}">
                      <a16:colId xmlns:a16="http://schemas.microsoft.com/office/drawing/2014/main" val="3644431023"/>
                    </a:ext>
                  </a:extLst>
                </a:gridCol>
                <a:gridCol w="784854">
                  <a:extLst>
                    <a:ext uri="{9D8B030D-6E8A-4147-A177-3AD203B41FA5}">
                      <a16:colId xmlns:a16="http://schemas.microsoft.com/office/drawing/2014/main" val="4195525557"/>
                    </a:ext>
                  </a:extLst>
                </a:gridCol>
              </a:tblGrid>
              <a:tr h="2647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/>
                        <a:t>구분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/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/>
                        <a:t>티칭번호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/>
                        <a:t>작업지시수량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/>
                        <a:t>작업완료수량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/>
                        <a:t>로봇상세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/>
                        <a:t>도장기상세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/>
                        <a:t>도료상세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/>
                        <a:t>진행현황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326291"/>
                  </a:ext>
                </a:extLst>
              </a:tr>
              <a:tr h="2647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b="1"/>
                        <a:t>1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AAA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10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100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100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741828"/>
                  </a:ext>
                </a:extLst>
              </a:tr>
              <a:tr h="2647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b="1"/>
                        <a:t>2</a:t>
                      </a:r>
                      <a:endParaRPr lang="ko-KR" altLang="en-US" sz="700" b="1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BBB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20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100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50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69056"/>
                  </a:ext>
                </a:extLst>
              </a:tr>
              <a:tr h="2647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b="1"/>
                        <a:t>3</a:t>
                      </a:r>
                      <a:endParaRPr lang="ko-KR" altLang="en-US" sz="700" b="1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CCC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30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100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434762"/>
                  </a:ext>
                </a:extLst>
              </a:tr>
              <a:tr h="2647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b="1"/>
                        <a:t>4</a:t>
                      </a:r>
                      <a:endParaRPr lang="ko-KR" altLang="en-US" sz="700" b="1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DDD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40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100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452355"/>
                  </a:ext>
                </a:extLst>
              </a:tr>
              <a:tr h="2647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b="1"/>
                        <a:t>5</a:t>
                      </a:r>
                      <a:endParaRPr lang="ko-KR" altLang="en-US" sz="700" b="1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EEE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50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100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158474"/>
                  </a:ext>
                </a:extLst>
              </a:tr>
              <a:tr h="2647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b="1"/>
                        <a:t>6</a:t>
                      </a:r>
                      <a:endParaRPr lang="ko-KR" altLang="en-US" sz="700" b="1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.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198372"/>
                  </a:ext>
                </a:extLst>
              </a:tr>
              <a:tr h="2647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b="1"/>
                        <a:t>7</a:t>
                      </a:r>
                      <a:endParaRPr lang="ko-KR" altLang="en-US" sz="700" b="1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.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968849"/>
                  </a:ext>
                </a:extLst>
              </a:tr>
              <a:tr h="2647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b="1"/>
                        <a:t>8</a:t>
                      </a:r>
                      <a:endParaRPr lang="ko-KR" altLang="en-US" sz="700" b="1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.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051314"/>
                  </a:ext>
                </a:extLst>
              </a:tr>
              <a:tr h="2647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b="1"/>
                        <a:t>9</a:t>
                      </a:r>
                      <a:endParaRPr lang="ko-KR" altLang="en-US" sz="700" b="1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.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341852"/>
                  </a:ext>
                </a:extLst>
              </a:tr>
              <a:tr h="2647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b="1"/>
                        <a:t>10</a:t>
                      </a:r>
                      <a:endParaRPr lang="ko-KR" altLang="en-US" sz="700" b="1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/>
                        <a:t>.</a:t>
                      </a:r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7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223964"/>
                  </a:ext>
                </a:extLst>
              </a:tr>
            </a:tbl>
          </a:graphicData>
        </a:graphic>
      </p:graphicFrame>
      <p:sp>
        <p:nvSpPr>
          <p:cNvPr id="198" name="TextBox 197">
            <a:extLst>
              <a:ext uri="{FF2B5EF4-FFF2-40B4-BE49-F238E27FC236}">
                <a16:creationId xmlns:a16="http://schemas.microsoft.com/office/drawing/2014/main" id="{1FE78103-5A09-4127-B5E0-B6A3F4624A27}"/>
              </a:ext>
            </a:extLst>
          </p:cNvPr>
          <p:cNvSpPr txBox="1"/>
          <p:nvPr/>
        </p:nvSpPr>
        <p:spPr>
          <a:xfrm>
            <a:off x="1810879" y="1851893"/>
            <a:ext cx="1370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prstClr val="black"/>
                </a:solidFill>
                <a:latin typeface="맑은 고딕"/>
              </a:rPr>
              <a:t>■ 작업지시 목록</a:t>
            </a:r>
          </a:p>
        </p:txBody>
      </p:sp>
      <p:pic>
        <p:nvPicPr>
          <p:cNvPr id="199" name="그림 198">
            <a:extLst>
              <a:ext uri="{FF2B5EF4-FFF2-40B4-BE49-F238E27FC236}">
                <a16:creationId xmlns:a16="http://schemas.microsoft.com/office/drawing/2014/main" id="{3E4E134D-AC4C-4CFF-83A9-1A0B87FC22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6322" y="2865048"/>
            <a:ext cx="606965" cy="204521"/>
          </a:xfrm>
          <a:prstGeom prst="rect">
            <a:avLst/>
          </a:prstGeom>
        </p:spPr>
      </p:pic>
      <p:pic>
        <p:nvPicPr>
          <p:cNvPr id="200" name="그림 199">
            <a:extLst>
              <a:ext uri="{FF2B5EF4-FFF2-40B4-BE49-F238E27FC236}">
                <a16:creationId xmlns:a16="http://schemas.microsoft.com/office/drawing/2014/main" id="{288B09D5-E056-49ED-A1CA-241705D988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9880" y="2865048"/>
            <a:ext cx="606965" cy="204521"/>
          </a:xfrm>
          <a:prstGeom prst="rect">
            <a:avLst/>
          </a:prstGeom>
        </p:spPr>
      </p:pic>
      <p:pic>
        <p:nvPicPr>
          <p:cNvPr id="201" name="그림 200">
            <a:extLst>
              <a:ext uri="{FF2B5EF4-FFF2-40B4-BE49-F238E27FC236}">
                <a16:creationId xmlns:a16="http://schemas.microsoft.com/office/drawing/2014/main" id="{766AD4C9-2508-4C75-B95E-DB34EDC3D9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44673" y="2865047"/>
            <a:ext cx="606965" cy="204521"/>
          </a:xfrm>
          <a:prstGeom prst="rect">
            <a:avLst/>
          </a:prstGeom>
        </p:spPr>
      </p:pic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58BC8780-D52A-42DA-806C-7A1017BDCED2}"/>
              </a:ext>
            </a:extLst>
          </p:cNvPr>
          <p:cNvSpPr/>
          <p:nvPr/>
        </p:nvSpPr>
        <p:spPr>
          <a:xfrm>
            <a:off x="8242168" y="2584393"/>
            <a:ext cx="595107" cy="233441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작업완료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8B82B1BC-64FF-4910-8687-6827B8F0E803}"/>
              </a:ext>
            </a:extLst>
          </p:cNvPr>
          <p:cNvSpPr/>
          <p:nvPr/>
        </p:nvSpPr>
        <p:spPr>
          <a:xfrm>
            <a:off x="8252537" y="2848526"/>
            <a:ext cx="595107" cy="233441"/>
          </a:xfrm>
          <a:prstGeom prst="roundRect">
            <a:avLst/>
          </a:prstGeom>
          <a:solidFill>
            <a:srgbClr val="9BBB59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작업중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705DBB8C-A42C-4255-9FA4-9BD35F3F8849}"/>
              </a:ext>
            </a:extLst>
          </p:cNvPr>
          <p:cNvSpPr/>
          <p:nvPr/>
        </p:nvSpPr>
        <p:spPr>
          <a:xfrm>
            <a:off x="8252537" y="3113373"/>
            <a:ext cx="595107" cy="233441"/>
          </a:xfrm>
          <a:prstGeom prst="round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작업대기</a:t>
            </a:r>
          </a:p>
        </p:txBody>
      </p:sp>
      <p:sp>
        <p:nvSpPr>
          <p:cNvPr id="205" name="사각형: 둥근 모서리 204">
            <a:extLst>
              <a:ext uri="{FF2B5EF4-FFF2-40B4-BE49-F238E27FC236}">
                <a16:creationId xmlns:a16="http://schemas.microsoft.com/office/drawing/2014/main" id="{2D443796-D034-47C1-8CFA-662481BAD3DF}"/>
              </a:ext>
            </a:extLst>
          </p:cNvPr>
          <p:cNvSpPr/>
          <p:nvPr/>
        </p:nvSpPr>
        <p:spPr>
          <a:xfrm>
            <a:off x="8252537" y="3378220"/>
            <a:ext cx="595107" cy="233441"/>
          </a:xfrm>
          <a:prstGeom prst="round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작업대기</a:t>
            </a:r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BE6CA847-26C0-47DF-9FDD-F945643B6B7A}"/>
              </a:ext>
            </a:extLst>
          </p:cNvPr>
          <p:cNvSpPr/>
          <p:nvPr/>
        </p:nvSpPr>
        <p:spPr>
          <a:xfrm>
            <a:off x="8252537" y="3643067"/>
            <a:ext cx="595107" cy="233441"/>
          </a:xfrm>
          <a:prstGeom prst="round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작업대기</a:t>
            </a: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E8930BB8-A279-47D6-987B-14EBEC8F5C16}"/>
              </a:ext>
            </a:extLst>
          </p:cNvPr>
          <p:cNvSpPr/>
          <p:nvPr/>
        </p:nvSpPr>
        <p:spPr>
          <a:xfrm>
            <a:off x="8252537" y="3907914"/>
            <a:ext cx="595107" cy="233441"/>
          </a:xfrm>
          <a:prstGeom prst="round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작업대기</a:t>
            </a:r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ABD9B51B-30EE-492F-A68F-8135CC3AD7B0}"/>
              </a:ext>
            </a:extLst>
          </p:cNvPr>
          <p:cNvSpPr/>
          <p:nvPr/>
        </p:nvSpPr>
        <p:spPr>
          <a:xfrm>
            <a:off x="8252537" y="4172761"/>
            <a:ext cx="595107" cy="233441"/>
          </a:xfrm>
          <a:prstGeom prst="round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작업대기</a:t>
            </a:r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CF50A5FA-62B5-43F3-8F76-9455698D0065}"/>
              </a:ext>
            </a:extLst>
          </p:cNvPr>
          <p:cNvSpPr/>
          <p:nvPr/>
        </p:nvSpPr>
        <p:spPr>
          <a:xfrm>
            <a:off x="8252537" y="4437608"/>
            <a:ext cx="595107" cy="233441"/>
          </a:xfrm>
          <a:prstGeom prst="round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작업대기</a:t>
            </a:r>
          </a:p>
        </p:txBody>
      </p:sp>
      <p:sp>
        <p:nvSpPr>
          <p:cNvPr id="210" name="빗면 7">
            <a:extLst>
              <a:ext uri="{FF2B5EF4-FFF2-40B4-BE49-F238E27FC236}">
                <a16:creationId xmlns:a16="http://schemas.microsoft.com/office/drawing/2014/main" id="{50A3B8DD-07DC-48CD-B448-D879295F9B87}"/>
              </a:ext>
            </a:extLst>
          </p:cNvPr>
          <p:cNvSpPr/>
          <p:nvPr/>
        </p:nvSpPr>
        <p:spPr>
          <a:xfrm>
            <a:off x="3191556" y="1123166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BEFC250F-B8A7-4D4C-96B9-1E043B67A8DF}"/>
              </a:ext>
            </a:extLst>
          </p:cNvPr>
          <p:cNvSpPr/>
          <p:nvPr/>
        </p:nvSpPr>
        <p:spPr>
          <a:xfrm>
            <a:off x="8252537" y="4702455"/>
            <a:ext cx="595107" cy="233441"/>
          </a:xfrm>
          <a:prstGeom prst="round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작업대기</a:t>
            </a: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44D9546B-2B0E-4E22-9244-DB92F21091C2}"/>
              </a:ext>
            </a:extLst>
          </p:cNvPr>
          <p:cNvSpPr/>
          <p:nvPr/>
        </p:nvSpPr>
        <p:spPr>
          <a:xfrm>
            <a:off x="8252537" y="4967300"/>
            <a:ext cx="595107" cy="233441"/>
          </a:xfrm>
          <a:prstGeom prst="round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작업대기</a:t>
            </a:r>
          </a:p>
        </p:txBody>
      </p:sp>
      <p:sp>
        <p:nvSpPr>
          <p:cNvPr id="213" name="빗면 85">
            <a:extLst>
              <a:ext uri="{FF2B5EF4-FFF2-40B4-BE49-F238E27FC236}">
                <a16:creationId xmlns:a16="http://schemas.microsoft.com/office/drawing/2014/main" id="{C8C86C86-A2E3-4CE0-A46D-80DA29B4677A}"/>
              </a:ext>
            </a:extLst>
          </p:cNvPr>
          <p:cNvSpPr/>
          <p:nvPr/>
        </p:nvSpPr>
        <p:spPr>
          <a:xfrm>
            <a:off x="7891765" y="5316085"/>
            <a:ext cx="1071868" cy="360000"/>
          </a:xfrm>
          <a:prstGeom prst="bevel">
            <a:avLst>
              <a:gd name="adj" fmla="val 5243"/>
            </a:avLst>
          </a:prstGeom>
          <a:solidFill>
            <a:sysClr val="window" lastClr="FFFFFF">
              <a:lumMod val="75000"/>
            </a:sys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작업시작</a:t>
            </a:r>
            <a:endParaRPr kumimoji="0" lang="en-US" altLang="ko-KR" sz="105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페이지 이동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4" name="말풍선: 사각형 213">
            <a:extLst>
              <a:ext uri="{FF2B5EF4-FFF2-40B4-BE49-F238E27FC236}">
                <a16:creationId xmlns:a16="http://schemas.microsoft.com/office/drawing/2014/main" id="{1BA5C439-DD18-4EBA-B7AD-EA4785A9B088}"/>
              </a:ext>
            </a:extLst>
          </p:cNvPr>
          <p:cNvSpPr/>
          <p:nvPr/>
        </p:nvSpPr>
        <p:spPr>
          <a:xfrm>
            <a:off x="8560022" y="5648392"/>
            <a:ext cx="1266691" cy="352436"/>
          </a:xfrm>
          <a:prstGeom prst="wedgeRectCallout">
            <a:avLst>
              <a:gd name="adj1" fmla="val -33698"/>
              <a:gd name="adj2" fmla="val -100428"/>
            </a:avLst>
          </a:prstGeom>
          <a:solidFill>
            <a:srgbClr val="F79646"/>
          </a:solidFill>
          <a:ln w="25400" cap="flat" cmpd="sng" algn="ctr">
            <a:solidFill>
              <a:srgbClr val="F7964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로 이동</a:t>
            </a: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F5A2E352-1E07-468D-B84E-DEAD41EFC973}"/>
              </a:ext>
            </a:extLst>
          </p:cNvPr>
          <p:cNvSpPr/>
          <p:nvPr/>
        </p:nvSpPr>
        <p:spPr>
          <a:xfrm>
            <a:off x="7549030" y="1561555"/>
            <a:ext cx="609699" cy="164414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n-cs"/>
              </a:rPr>
              <a:t>language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5131980-CAF5-44CB-92FB-E0DE14DEA0BE}"/>
              </a:ext>
            </a:extLst>
          </p:cNvPr>
          <p:cNvSpPr/>
          <p:nvPr/>
        </p:nvSpPr>
        <p:spPr>
          <a:xfrm>
            <a:off x="8941592" y="1581539"/>
            <a:ext cx="194199" cy="159591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217" name="말풍선: 사각형 216">
            <a:extLst>
              <a:ext uri="{FF2B5EF4-FFF2-40B4-BE49-F238E27FC236}">
                <a16:creationId xmlns:a16="http://schemas.microsoft.com/office/drawing/2014/main" id="{79617536-BF49-4130-A37D-40796AD518D8}"/>
              </a:ext>
            </a:extLst>
          </p:cNvPr>
          <p:cNvSpPr/>
          <p:nvPr/>
        </p:nvSpPr>
        <p:spPr>
          <a:xfrm>
            <a:off x="8324218" y="1882317"/>
            <a:ext cx="1046852" cy="240718"/>
          </a:xfrm>
          <a:prstGeom prst="wedgeRectCallout">
            <a:avLst>
              <a:gd name="adj1" fmla="val -33698"/>
              <a:gd name="adj2" fmla="val -100428"/>
            </a:avLst>
          </a:prstGeom>
          <a:solidFill>
            <a:srgbClr val="F79646"/>
          </a:solidFill>
          <a:ln w="25400" cap="flat" cmpd="sng" algn="ctr">
            <a:solidFill>
              <a:srgbClr val="F7964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KOR, VET, ENG</a:t>
            </a:r>
            <a:endParaRPr kumimoji="0" lang="ko-KR" altLang="en-US" sz="9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EF44D9FC-0C61-48C0-A35A-68FC4282B5D7}"/>
              </a:ext>
            </a:extLst>
          </p:cNvPr>
          <p:cNvSpPr txBox="1"/>
          <p:nvPr/>
        </p:nvSpPr>
        <p:spPr>
          <a:xfrm>
            <a:off x="6849070" y="1140983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1E112E60-9C65-43EC-9799-B4314807A127}"/>
              </a:ext>
            </a:extLst>
          </p:cNvPr>
          <p:cNvSpPr txBox="1"/>
          <p:nvPr/>
        </p:nvSpPr>
        <p:spPr>
          <a:xfrm>
            <a:off x="3500147" y="1149584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Main screen</a:t>
            </a:r>
          </a:p>
        </p:txBody>
      </p:sp>
      <p:pic>
        <p:nvPicPr>
          <p:cNvPr id="220" name="그림 219">
            <a:extLst>
              <a:ext uri="{FF2B5EF4-FFF2-40B4-BE49-F238E27FC236}">
                <a16:creationId xmlns:a16="http://schemas.microsoft.com/office/drawing/2014/main" id="{DAA0F91F-0455-4092-B958-C49D80B34DC5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EAECF2"/>
              </a:clrFrom>
              <a:clrTo>
                <a:srgbClr val="EAECF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69337" y="5679907"/>
            <a:ext cx="294296" cy="29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0121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F3F75BA2-2932-4AAD-85EE-4298C0FA22B2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AUTOMATIC OPERATION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1B8F0265-E6B8-456E-8592-3FFB7BA0508D}"/>
              </a:ext>
            </a:extLst>
          </p:cNvPr>
          <p:cNvSpPr/>
          <p:nvPr/>
        </p:nvSpPr>
        <p:spPr>
          <a:xfrm>
            <a:off x="783677" y="1094479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841C443-2D93-49D7-9698-B97552081AEA}"/>
              </a:ext>
            </a:extLst>
          </p:cNvPr>
          <p:cNvSpPr/>
          <p:nvPr/>
        </p:nvSpPr>
        <p:spPr>
          <a:xfrm>
            <a:off x="783677" y="1094479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EBD8A904-19AE-400F-A601-F1AD4CEA55A9}"/>
              </a:ext>
            </a:extLst>
          </p:cNvPr>
          <p:cNvCxnSpPr/>
          <p:nvPr/>
        </p:nvCxnSpPr>
        <p:spPr>
          <a:xfrm>
            <a:off x="1744827" y="1742809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7F0C6F84-E557-4F81-B71A-26517E984726}"/>
              </a:ext>
            </a:extLst>
          </p:cNvPr>
          <p:cNvGrpSpPr/>
          <p:nvPr/>
        </p:nvGrpSpPr>
        <p:grpSpPr>
          <a:xfrm>
            <a:off x="796341" y="3545145"/>
            <a:ext cx="936000" cy="450000"/>
            <a:chOff x="395536" y="3731115"/>
            <a:chExt cx="936000" cy="468000"/>
          </a:xfrm>
        </p:grpSpPr>
        <p:sp>
          <p:nvSpPr>
            <p:cNvPr id="169" name="빗면 32">
              <a:extLst>
                <a:ext uri="{FF2B5EF4-FFF2-40B4-BE49-F238E27FC236}">
                  <a16:creationId xmlns:a16="http://schemas.microsoft.com/office/drawing/2014/main" id="{39CA934F-EF04-41AE-85BB-9EEDE217BF1A}"/>
                </a:ext>
              </a:extLst>
            </p:cNvPr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70" name="그림 169">
              <a:extLst>
                <a:ext uri="{FF2B5EF4-FFF2-40B4-BE49-F238E27FC236}">
                  <a16:creationId xmlns:a16="http://schemas.microsoft.com/office/drawing/2014/main" id="{745614C5-2107-4637-A00E-3FA3035F4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171" name="그림 170">
              <a:extLst>
                <a:ext uri="{FF2B5EF4-FFF2-40B4-BE49-F238E27FC236}">
                  <a16:creationId xmlns:a16="http://schemas.microsoft.com/office/drawing/2014/main" id="{1E3EA067-49B9-4CF3-B243-551F3DA15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8178627C-244A-44B9-84F4-8D8E15DBAF9C}"/>
              </a:ext>
            </a:extLst>
          </p:cNvPr>
          <p:cNvGrpSpPr/>
          <p:nvPr/>
        </p:nvGrpSpPr>
        <p:grpSpPr>
          <a:xfrm>
            <a:off x="796341" y="4896807"/>
            <a:ext cx="936000" cy="450000"/>
            <a:chOff x="403799" y="5149683"/>
            <a:chExt cx="936000" cy="468000"/>
          </a:xfrm>
        </p:grpSpPr>
        <p:sp>
          <p:nvSpPr>
            <p:cNvPr id="173" name="빗면 77">
              <a:extLst>
                <a:ext uri="{FF2B5EF4-FFF2-40B4-BE49-F238E27FC236}">
                  <a16:creationId xmlns:a16="http://schemas.microsoft.com/office/drawing/2014/main" id="{E02A057B-3C92-4B1C-9842-D10643A9B7B5}"/>
                </a:ext>
              </a:extLst>
            </p:cNvPr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74" name="그림 173">
              <a:extLst>
                <a:ext uri="{FF2B5EF4-FFF2-40B4-BE49-F238E27FC236}">
                  <a16:creationId xmlns:a16="http://schemas.microsoft.com/office/drawing/2014/main" id="{66C7251B-1604-41EB-B86F-9DBE7EE70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5493F910-602A-4AF0-A804-B4D330ACB6E1}"/>
              </a:ext>
            </a:extLst>
          </p:cNvPr>
          <p:cNvGrpSpPr/>
          <p:nvPr/>
        </p:nvGrpSpPr>
        <p:grpSpPr>
          <a:xfrm>
            <a:off x="796341" y="5347359"/>
            <a:ext cx="936000" cy="450000"/>
            <a:chOff x="395536" y="5625295"/>
            <a:chExt cx="936000" cy="468000"/>
          </a:xfrm>
        </p:grpSpPr>
        <p:sp>
          <p:nvSpPr>
            <p:cNvPr id="176" name="빗면 36">
              <a:extLst>
                <a:ext uri="{FF2B5EF4-FFF2-40B4-BE49-F238E27FC236}">
                  <a16:creationId xmlns:a16="http://schemas.microsoft.com/office/drawing/2014/main" id="{C94B7C15-6E3A-4B0C-9B11-B7947D4E1660}"/>
                </a:ext>
              </a:extLst>
            </p:cNvPr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7" name="왼쪽 화살표 1034">
              <a:extLst>
                <a:ext uri="{FF2B5EF4-FFF2-40B4-BE49-F238E27FC236}">
                  <a16:creationId xmlns:a16="http://schemas.microsoft.com/office/drawing/2014/main" id="{A6F819A9-DEA5-4C7E-BFAE-DF47874EC2CC}"/>
                </a:ext>
              </a:extLst>
            </p:cNvPr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71C76EF5-DD86-4CEB-B51F-C176E730EF0B}"/>
              </a:ext>
            </a:extLst>
          </p:cNvPr>
          <p:cNvGrpSpPr/>
          <p:nvPr/>
        </p:nvGrpSpPr>
        <p:grpSpPr>
          <a:xfrm>
            <a:off x="796341" y="1742929"/>
            <a:ext cx="936000" cy="450000"/>
            <a:chOff x="395536" y="1844823"/>
            <a:chExt cx="936000" cy="468000"/>
          </a:xfrm>
        </p:grpSpPr>
        <p:sp>
          <p:nvSpPr>
            <p:cNvPr id="179" name="빗면 28">
              <a:extLst>
                <a:ext uri="{FF2B5EF4-FFF2-40B4-BE49-F238E27FC236}">
                  <a16:creationId xmlns:a16="http://schemas.microsoft.com/office/drawing/2014/main" id="{54F1785A-6195-4EE7-97B6-AEC7A48A3CE3}"/>
                </a:ext>
              </a:extLst>
            </p:cNvPr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80" name="그림 179">
              <a:extLst>
                <a:ext uri="{FF2B5EF4-FFF2-40B4-BE49-F238E27FC236}">
                  <a16:creationId xmlns:a16="http://schemas.microsoft.com/office/drawing/2014/main" id="{BF3589F4-76A9-4776-9916-8BD261A8B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E5C1B2C8-CDC8-433F-BD35-9E6D8ABDD285}"/>
              </a:ext>
            </a:extLst>
          </p:cNvPr>
          <p:cNvGrpSpPr/>
          <p:nvPr/>
        </p:nvGrpSpPr>
        <p:grpSpPr>
          <a:xfrm>
            <a:off x="796341" y="4446253"/>
            <a:ext cx="936000" cy="450000"/>
            <a:chOff x="395536" y="4674261"/>
            <a:chExt cx="936000" cy="468000"/>
          </a:xfrm>
        </p:grpSpPr>
        <p:sp>
          <p:nvSpPr>
            <p:cNvPr id="182" name="빗면 34">
              <a:extLst>
                <a:ext uri="{FF2B5EF4-FFF2-40B4-BE49-F238E27FC236}">
                  <a16:creationId xmlns:a16="http://schemas.microsoft.com/office/drawing/2014/main" id="{618DF0EB-7DE8-4B46-8D44-45EA4A712324}"/>
                </a:ext>
              </a:extLst>
            </p:cNvPr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83" name="그림 182">
              <a:extLst>
                <a:ext uri="{FF2B5EF4-FFF2-40B4-BE49-F238E27FC236}">
                  <a16:creationId xmlns:a16="http://schemas.microsoft.com/office/drawing/2014/main" id="{955FFE1D-C6E0-4A25-A440-D6BFF19CC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05B98F78-CAD3-45F6-A1CB-5FB0FF460A53}"/>
              </a:ext>
            </a:extLst>
          </p:cNvPr>
          <p:cNvGrpSpPr/>
          <p:nvPr/>
        </p:nvGrpSpPr>
        <p:grpSpPr>
          <a:xfrm>
            <a:off x="796341" y="3094591"/>
            <a:ext cx="936000" cy="450000"/>
            <a:chOff x="410776" y="3498167"/>
            <a:chExt cx="936000" cy="432000"/>
          </a:xfrm>
        </p:grpSpPr>
        <p:sp>
          <p:nvSpPr>
            <p:cNvPr id="185" name="빗면 31">
              <a:extLst>
                <a:ext uri="{FF2B5EF4-FFF2-40B4-BE49-F238E27FC236}">
                  <a16:creationId xmlns:a16="http://schemas.microsoft.com/office/drawing/2014/main" id="{B177455D-E2B7-446F-93D3-62A182FEC207}"/>
                </a:ext>
              </a:extLst>
            </p:cNvPr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86" name="그림 185">
              <a:extLst>
                <a:ext uri="{FF2B5EF4-FFF2-40B4-BE49-F238E27FC236}">
                  <a16:creationId xmlns:a16="http://schemas.microsoft.com/office/drawing/2014/main" id="{706EDF8C-0EE3-4869-B7E4-5B64AC726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F64587EA-BA32-4619-BE7E-6D34D1AA1554}"/>
              </a:ext>
            </a:extLst>
          </p:cNvPr>
          <p:cNvGrpSpPr/>
          <p:nvPr/>
        </p:nvGrpSpPr>
        <p:grpSpPr>
          <a:xfrm>
            <a:off x="796341" y="2193483"/>
            <a:ext cx="936000" cy="450000"/>
            <a:chOff x="410776" y="2635965"/>
            <a:chExt cx="936000" cy="432000"/>
          </a:xfrm>
        </p:grpSpPr>
        <p:sp>
          <p:nvSpPr>
            <p:cNvPr id="188" name="빗면 29">
              <a:extLst>
                <a:ext uri="{FF2B5EF4-FFF2-40B4-BE49-F238E27FC236}">
                  <a16:creationId xmlns:a16="http://schemas.microsoft.com/office/drawing/2014/main" id="{F93A1E68-DFAF-429F-ACE0-96B1C4B73141}"/>
                </a:ext>
              </a:extLst>
            </p:cNvPr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89" name="그림 188">
              <a:extLst>
                <a:ext uri="{FF2B5EF4-FFF2-40B4-BE49-F238E27FC236}">
                  <a16:creationId xmlns:a16="http://schemas.microsoft.com/office/drawing/2014/main" id="{03EA10A6-B225-4FE9-8D7E-BCA77CF0E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A17F4993-4B01-4D7C-A599-D00A8F8A077A}"/>
              </a:ext>
            </a:extLst>
          </p:cNvPr>
          <p:cNvGrpSpPr/>
          <p:nvPr/>
        </p:nvGrpSpPr>
        <p:grpSpPr>
          <a:xfrm>
            <a:off x="796341" y="2644037"/>
            <a:ext cx="936000" cy="450000"/>
            <a:chOff x="410776" y="3067066"/>
            <a:chExt cx="936000" cy="432000"/>
          </a:xfrm>
        </p:grpSpPr>
        <p:sp>
          <p:nvSpPr>
            <p:cNvPr id="191" name="빗면 30">
              <a:extLst>
                <a:ext uri="{FF2B5EF4-FFF2-40B4-BE49-F238E27FC236}">
                  <a16:creationId xmlns:a16="http://schemas.microsoft.com/office/drawing/2014/main" id="{26CB728A-572B-4860-A1BA-7EFB529D0922}"/>
                </a:ext>
              </a:extLst>
            </p:cNvPr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92" name="그림 191">
              <a:extLst>
                <a:ext uri="{FF2B5EF4-FFF2-40B4-BE49-F238E27FC236}">
                  <a16:creationId xmlns:a16="http://schemas.microsoft.com/office/drawing/2014/main" id="{26902219-A87E-49E7-8AA2-E988CCA95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193" name="그림 192">
              <a:extLst>
                <a:ext uri="{FF2B5EF4-FFF2-40B4-BE49-F238E27FC236}">
                  <a16:creationId xmlns:a16="http://schemas.microsoft.com/office/drawing/2014/main" id="{C5B1A2EC-0B87-48A0-B9A2-6D05A0BCF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194" name="그림 193">
              <a:extLst>
                <a:ext uri="{FF2B5EF4-FFF2-40B4-BE49-F238E27FC236}">
                  <a16:creationId xmlns:a16="http://schemas.microsoft.com/office/drawing/2014/main" id="{A730AA0F-CD1E-45A6-979F-591EC8F3A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BE53D815-40E3-4C7A-9C8A-D35E86C984AA}"/>
              </a:ext>
            </a:extLst>
          </p:cNvPr>
          <p:cNvGrpSpPr/>
          <p:nvPr/>
        </p:nvGrpSpPr>
        <p:grpSpPr>
          <a:xfrm>
            <a:off x="796341" y="3995699"/>
            <a:ext cx="936000" cy="450000"/>
            <a:chOff x="410776" y="4360369"/>
            <a:chExt cx="936000" cy="432000"/>
          </a:xfrm>
        </p:grpSpPr>
        <p:sp>
          <p:nvSpPr>
            <p:cNvPr id="196" name="빗면 33">
              <a:extLst>
                <a:ext uri="{FF2B5EF4-FFF2-40B4-BE49-F238E27FC236}">
                  <a16:creationId xmlns:a16="http://schemas.microsoft.com/office/drawing/2014/main" id="{D7E501ED-F709-4E43-9616-92D492755343}"/>
                </a:ext>
              </a:extLst>
            </p:cNvPr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E4A9D96C-2D8E-4934-AAE0-CEB60EA59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CB0356B9-4226-46C2-A7F5-2C19AA8EEC0D}"/>
              </a:ext>
            </a:extLst>
          </p:cNvPr>
          <p:cNvGrpSpPr/>
          <p:nvPr/>
        </p:nvGrpSpPr>
        <p:grpSpPr>
          <a:xfrm>
            <a:off x="796341" y="5347359"/>
            <a:ext cx="936000" cy="450000"/>
            <a:chOff x="399664" y="5640976"/>
            <a:chExt cx="936000" cy="450000"/>
          </a:xfrm>
        </p:grpSpPr>
        <p:sp>
          <p:nvSpPr>
            <p:cNvPr id="199" name="빗면 49">
              <a:extLst>
                <a:ext uri="{FF2B5EF4-FFF2-40B4-BE49-F238E27FC236}">
                  <a16:creationId xmlns:a16="http://schemas.microsoft.com/office/drawing/2014/main" id="{A6C50AE7-3241-4B9A-AFA8-8C3C2CCEE7E6}"/>
                </a:ext>
              </a:extLst>
            </p:cNvPr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00" name="그림 199">
              <a:extLst>
                <a:ext uri="{FF2B5EF4-FFF2-40B4-BE49-F238E27FC236}">
                  <a16:creationId xmlns:a16="http://schemas.microsoft.com/office/drawing/2014/main" id="{5ADEEDCC-B5EA-4B01-A9EB-B4FF314F8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37BCF915-0B08-4457-802A-E695A6894A50}"/>
              </a:ext>
            </a:extLst>
          </p:cNvPr>
          <p:cNvSpPr/>
          <p:nvPr/>
        </p:nvSpPr>
        <p:spPr>
          <a:xfrm>
            <a:off x="779002" y="1551207"/>
            <a:ext cx="7200000" cy="180000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203BE151-DB7F-441D-95E2-D2A57911DA83}"/>
              </a:ext>
            </a:extLst>
          </p:cNvPr>
          <p:cNvSpPr/>
          <p:nvPr/>
        </p:nvSpPr>
        <p:spPr>
          <a:xfrm>
            <a:off x="779002" y="1551205"/>
            <a:ext cx="7200000" cy="90000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4921F18F-59D1-4BE9-8075-513366C9FF0D}"/>
              </a:ext>
            </a:extLst>
          </p:cNvPr>
          <p:cNvCxnSpPr/>
          <p:nvPr/>
        </p:nvCxnSpPr>
        <p:spPr>
          <a:xfrm>
            <a:off x="783677" y="1551207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FF0C7F1D-13D8-4C62-8750-2A352BC76604}"/>
              </a:ext>
            </a:extLst>
          </p:cNvPr>
          <p:cNvCxnSpPr/>
          <p:nvPr/>
        </p:nvCxnSpPr>
        <p:spPr>
          <a:xfrm>
            <a:off x="779002" y="1735481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4BE4781F-0E0F-4E25-8238-E2634EE54D2C}"/>
              </a:ext>
            </a:extLst>
          </p:cNvPr>
          <p:cNvSpPr txBox="1"/>
          <p:nvPr/>
        </p:nvSpPr>
        <p:spPr>
          <a:xfrm>
            <a:off x="805682" y="1511977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E42D3EA6-BE86-4CF7-8B52-BED6DB778EDB}"/>
              </a:ext>
            </a:extLst>
          </p:cNvPr>
          <p:cNvCxnSpPr/>
          <p:nvPr/>
        </p:nvCxnSpPr>
        <p:spPr>
          <a:xfrm rot="5400000">
            <a:off x="7893489" y="1641207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BC5D190-42FD-47BD-8440-AB68906E8B31}"/>
              </a:ext>
            </a:extLst>
          </p:cNvPr>
          <p:cNvCxnSpPr/>
          <p:nvPr/>
        </p:nvCxnSpPr>
        <p:spPr>
          <a:xfrm>
            <a:off x="1786367" y="4926439"/>
            <a:ext cx="2966286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59973B87-967A-453E-BDE8-2EC60029E7DE}"/>
              </a:ext>
            </a:extLst>
          </p:cNvPr>
          <p:cNvGrpSpPr/>
          <p:nvPr/>
        </p:nvGrpSpPr>
        <p:grpSpPr>
          <a:xfrm>
            <a:off x="5445103" y="4978424"/>
            <a:ext cx="1656144" cy="787621"/>
            <a:chOff x="4906928" y="5272041"/>
            <a:chExt cx="1656144" cy="787621"/>
          </a:xfrm>
        </p:grpSpPr>
        <p:sp>
          <p:nvSpPr>
            <p:cNvPr id="209" name="빗면 40">
              <a:extLst>
                <a:ext uri="{FF2B5EF4-FFF2-40B4-BE49-F238E27FC236}">
                  <a16:creationId xmlns:a16="http://schemas.microsoft.com/office/drawing/2014/main" id="{E43C3A04-C743-4775-B3BF-F266E2E212D0}"/>
                </a:ext>
              </a:extLst>
            </p:cNvPr>
            <p:cNvSpPr/>
            <p:nvPr/>
          </p:nvSpPr>
          <p:spPr>
            <a:xfrm>
              <a:off x="5303072" y="5272041"/>
              <a:ext cx="1260000" cy="360000"/>
            </a:xfrm>
            <a:prstGeom prst="bevel">
              <a:avLst/>
            </a:prstGeom>
            <a:solidFill>
              <a:srgbClr val="92D050"/>
            </a:solidFill>
            <a:ln w="9525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COLOR 1 OFF</a:t>
              </a: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0" name="빗면 75">
              <a:extLst>
                <a:ext uri="{FF2B5EF4-FFF2-40B4-BE49-F238E27FC236}">
                  <a16:creationId xmlns:a16="http://schemas.microsoft.com/office/drawing/2014/main" id="{75F0F5E7-F42A-4C56-A9D7-E46E92BDB586}"/>
                </a:ext>
              </a:extLst>
            </p:cNvPr>
            <p:cNvSpPr/>
            <p:nvPr/>
          </p:nvSpPr>
          <p:spPr>
            <a:xfrm>
              <a:off x="5303072" y="5674325"/>
              <a:ext cx="1260000" cy="360000"/>
            </a:xfrm>
            <a:prstGeom prst="bevel">
              <a:avLst/>
            </a:prstGeom>
            <a:solidFill>
              <a:srgbClr val="F79646">
                <a:lumMod val="60000"/>
                <a:lumOff val="40000"/>
              </a:srgbClr>
            </a:solidFill>
            <a:ln w="9525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COLOR 2 OFF</a:t>
              </a: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11" name="그룹 210">
              <a:extLst>
                <a:ext uri="{FF2B5EF4-FFF2-40B4-BE49-F238E27FC236}">
                  <a16:creationId xmlns:a16="http://schemas.microsoft.com/office/drawing/2014/main" id="{E60E4568-32E0-4777-8AC7-B7034B133428}"/>
                </a:ext>
              </a:extLst>
            </p:cNvPr>
            <p:cNvGrpSpPr/>
            <p:nvPr/>
          </p:nvGrpSpPr>
          <p:grpSpPr>
            <a:xfrm>
              <a:off x="4906928" y="5274832"/>
              <a:ext cx="360000" cy="784830"/>
              <a:chOff x="5076096" y="5268754"/>
              <a:chExt cx="360000" cy="784830"/>
            </a:xfrm>
          </p:grpSpPr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2BF4BF9A-444F-4079-912D-56CDE7EEB613}"/>
                  </a:ext>
                </a:extLst>
              </p:cNvPr>
              <p:cNvSpPr/>
              <p:nvPr/>
            </p:nvSpPr>
            <p:spPr>
              <a:xfrm>
                <a:off x="5076096" y="5283169"/>
                <a:ext cx="360000" cy="756000"/>
              </a:xfrm>
              <a:prstGeom prst="rect">
                <a:avLst/>
              </a:prstGeom>
              <a:solidFill>
                <a:srgbClr val="002060"/>
              </a:solidFill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B0FB324-A658-43B7-8B14-855E07E57E14}"/>
                  </a:ext>
                </a:extLst>
              </p:cNvPr>
              <p:cNvSpPr txBox="1"/>
              <p:nvPr/>
            </p:nvSpPr>
            <p:spPr>
              <a:xfrm>
                <a:off x="5118879" y="5268754"/>
                <a:ext cx="274434" cy="784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di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</a:rPr>
                  <a:t>C</a:t>
                </a:r>
              </a:p>
              <a:p>
                <a:pPr marL="0" marR="0" lvl="0" indent="0" algn="di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</a:rPr>
                  <a:t>O</a:t>
                </a:r>
              </a:p>
              <a:p>
                <a:pPr marL="0" marR="0" lvl="0" indent="0" algn="di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</a:rPr>
                  <a:t>L</a:t>
                </a:r>
              </a:p>
              <a:p>
                <a:pPr marL="0" marR="0" lvl="0" indent="0" algn="di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</a:rPr>
                  <a:t>O</a:t>
                </a:r>
              </a:p>
              <a:p>
                <a:pPr marL="0" marR="0" lvl="0" indent="0" algn="di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</a:rPr>
                  <a:t>R</a:t>
                </a:r>
                <a:endPara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</p:grpSp>
      </p:grpSp>
      <p:sp>
        <p:nvSpPr>
          <p:cNvPr id="214" name="빗면 85">
            <a:extLst>
              <a:ext uri="{FF2B5EF4-FFF2-40B4-BE49-F238E27FC236}">
                <a16:creationId xmlns:a16="http://schemas.microsoft.com/office/drawing/2014/main" id="{6D79E32F-2E6D-4569-8987-E75F5525F1CE}"/>
              </a:ext>
            </a:extLst>
          </p:cNvPr>
          <p:cNvSpPr/>
          <p:nvPr/>
        </p:nvSpPr>
        <p:spPr>
          <a:xfrm>
            <a:off x="3987104" y="5377215"/>
            <a:ext cx="1044000" cy="360000"/>
          </a:xfrm>
          <a:prstGeom prst="bevel">
            <a:avLst>
              <a:gd name="adj" fmla="val 5243"/>
            </a:avLst>
          </a:prstGeom>
          <a:solidFill>
            <a:sysClr val="window" lastClr="FFFFFF">
              <a:lumMod val="75000"/>
            </a:sys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ROBOT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READY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5" name="빗면 87">
            <a:extLst>
              <a:ext uri="{FF2B5EF4-FFF2-40B4-BE49-F238E27FC236}">
                <a16:creationId xmlns:a16="http://schemas.microsoft.com/office/drawing/2014/main" id="{4329BAD4-5149-4A30-9357-3B857AB4102B}"/>
              </a:ext>
            </a:extLst>
          </p:cNvPr>
          <p:cNvSpPr/>
          <p:nvPr/>
        </p:nvSpPr>
        <p:spPr>
          <a:xfrm>
            <a:off x="1791104" y="5377215"/>
            <a:ext cx="1044000" cy="360000"/>
          </a:xfrm>
          <a:prstGeom prst="bevel">
            <a:avLst>
              <a:gd name="adj" fmla="val 5243"/>
            </a:avLst>
          </a:prstGeom>
          <a:solidFill>
            <a:srgbClr val="FFFF00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ROBOT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HOME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6" name="빗면 88">
            <a:extLst>
              <a:ext uri="{FF2B5EF4-FFF2-40B4-BE49-F238E27FC236}">
                <a16:creationId xmlns:a16="http://schemas.microsoft.com/office/drawing/2014/main" id="{46279795-187A-4098-8900-B503EEC3AFAC}"/>
              </a:ext>
            </a:extLst>
          </p:cNvPr>
          <p:cNvSpPr/>
          <p:nvPr/>
        </p:nvSpPr>
        <p:spPr>
          <a:xfrm>
            <a:off x="2889104" y="5377215"/>
            <a:ext cx="1044000" cy="360000"/>
          </a:xfrm>
          <a:prstGeom prst="bevel">
            <a:avLst>
              <a:gd name="adj" fmla="val 5243"/>
            </a:avLst>
          </a:prstGeom>
          <a:solidFill>
            <a:srgbClr val="4BACC6">
              <a:lumMod val="60000"/>
              <a:lumOff val="40000"/>
            </a:srgb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SPRAY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POSITION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7" name="표 216">
            <a:extLst>
              <a:ext uri="{FF2B5EF4-FFF2-40B4-BE49-F238E27FC236}">
                <a16:creationId xmlns:a16="http://schemas.microsoft.com/office/drawing/2014/main" id="{A7FD6877-6D71-4C45-8AB9-03C6C05C4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950466"/>
              </p:ext>
            </p:extLst>
          </p:nvPr>
        </p:nvGraphicFramePr>
        <p:xfrm>
          <a:off x="1791104" y="4960650"/>
          <a:ext cx="3240000" cy="370840"/>
        </p:xfrm>
        <a:graphic>
          <a:graphicData uri="http://schemas.openxmlformats.org/drawingml/2006/table">
            <a:tbl>
              <a:tblPr firstRow="1" bandRow="1"/>
              <a:tblGrid>
                <a:gridCol w="810000">
                  <a:extLst>
                    <a:ext uri="{9D8B030D-6E8A-4147-A177-3AD203B41FA5}">
                      <a16:colId xmlns:a16="http://schemas.microsoft.com/office/drawing/2014/main" val="1456784045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790058166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1195972614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354142489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LEFT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DRIVING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ross"/>
                      <a:lightRig rig="flood" dir="t"/>
                    </a:cell3D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12345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RIGHT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DRIVING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ross"/>
                      <a:lightRig rig="flood" dir="t"/>
                    </a:cell3D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12345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381606"/>
                  </a:ext>
                </a:extLst>
              </a:tr>
            </a:tbl>
          </a:graphicData>
        </a:graphic>
      </p:graphicFrame>
      <p:pic>
        <p:nvPicPr>
          <p:cNvPr id="218" name="그림 217">
            <a:extLst>
              <a:ext uri="{FF2B5EF4-FFF2-40B4-BE49-F238E27FC236}">
                <a16:creationId xmlns:a16="http://schemas.microsoft.com/office/drawing/2014/main" id="{E70E5E89-D9FD-4258-B9A7-83E542F0CA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76712" y="2130922"/>
            <a:ext cx="7364300" cy="2795518"/>
          </a:xfrm>
          <a:prstGeom prst="rect">
            <a:avLst/>
          </a:prstGeom>
        </p:spPr>
      </p:pic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B69C0127-7CA4-4A86-B92A-EB4DD3CF1AE4}"/>
              </a:ext>
            </a:extLst>
          </p:cNvPr>
          <p:cNvSpPr/>
          <p:nvPr/>
        </p:nvSpPr>
        <p:spPr>
          <a:xfrm>
            <a:off x="1806278" y="1812770"/>
            <a:ext cx="786131" cy="272427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티칭번호</a:t>
            </a: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26B14F04-0193-4698-A174-756136562284}"/>
              </a:ext>
            </a:extLst>
          </p:cNvPr>
          <p:cNvSpPr/>
          <p:nvPr/>
        </p:nvSpPr>
        <p:spPr>
          <a:xfrm>
            <a:off x="4176588" y="1812770"/>
            <a:ext cx="4917729" cy="272427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4923747-9E84-4A24-A167-60213D8AF106}"/>
              </a:ext>
            </a:extLst>
          </p:cNvPr>
          <p:cNvSpPr/>
          <p:nvPr/>
        </p:nvSpPr>
        <p:spPr>
          <a:xfrm>
            <a:off x="2617702" y="1812769"/>
            <a:ext cx="1054825" cy="272427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티칭번호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C19FE9E2-BCF9-421D-AAB3-1C5AB19A7AFB}"/>
              </a:ext>
            </a:extLst>
          </p:cNvPr>
          <p:cNvSpPr txBox="1"/>
          <p:nvPr/>
        </p:nvSpPr>
        <p:spPr>
          <a:xfrm>
            <a:off x="2832198" y="1812769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prstClr val="black"/>
                </a:solidFill>
                <a:latin typeface="맑은 고딕"/>
              </a:rPr>
              <a:t>10</a:t>
            </a:r>
            <a:endParaRPr lang="ko-KR" altLang="en-US" sz="110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CF3B2DC7-92F5-4AAC-B91D-F68A857B2C11}"/>
              </a:ext>
            </a:extLst>
          </p:cNvPr>
          <p:cNvSpPr/>
          <p:nvPr/>
        </p:nvSpPr>
        <p:spPr>
          <a:xfrm>
            <a:off x="3672533" y="1812768"/>
            <a:ext cx="504054" cy="272427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Save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BC4D1B2B-BA8F-4E69-AB50-345D76FD3B5F}"/>
              </a:ext>
            </a:extLst>
          </p:cNvPr>
          <p:cNvSpPr txBox="1"/>
          <p:nvPr/>
        </p:nvSpPr>
        <p:spPr>
          <a:xfrm>
            <a:off x="4433633" y="1828957"/>
            <a:ext cx="13324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>
                <a:solidFill>
                  <a:prstClr val="black"/>
                </a:solidFill>
                <a:latin typeface="맑은 고딕"/>
              </a:rPr>
              <a:t>D-2104 20240628</a:t>
            </a:r>
            <a:endParaRPr lang="ko-KR" altLang="en-US" sz="1050" b="1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A8D170D8-BD6B-4F9F-BDF7-E485A85B2513}"/>
              </a:ext>
            </a:extLst>
          </p:cNvPr>
          <p:cNvSpPr/>
          <p:nvPr/>
        </p:nvSpPr>
        <p:spPr>
          <a:xfrm>
            <a:off x="2840826" y="1838229"/>
            <a:ext cx="496809" cy="23277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20</a:t>
            </a:r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08BDEA3-840C-46D3-AF90-E276A1ABF32D}"/>
              </a:ext>
            </a:extLst>
          </p:cNvPr>
          <p:cNvSpPr txBox="1"/>
          <p:nvPr/>
        </p:nvSpPr>
        <p:spPr>
          <a:xfrm>
            <a:off x="779002" y="1176649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5EBE8AB1-34E2-480E-B9DE-4FAAE009FF3C}"/>
              </a:ext>
            </a:extLst>
          </p:cNvPr>
          <p:cNvCxnSpPr>
            <a:cxnSpLocks/>
          </p:cNvCxnSpPr>
          <p:nvPr/>
        </p:nvCxnSpPr>
        <p:spPr>
          <a:xfrm>
            <a:off x="783677" y="1551207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C3190396-606B-4E0C-9FE3-08AA7CC825D4}"/>
              </a:ext>
            </a:extLst>
          </p:cNvPr>
          <p:cNvCxnSpPr>
            <a:cxnSpLocks/>
          </p:cNvCxnSpPr>
          <p:nvPr/>
        </p:nvCxnSpPr>
        <p:spPr>
          <a:xfrm rot="5400000">
            <a:off x="7893489" y="1641207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16EDB323-8D82-4E80-9295-A8F3F9ADD238}"/>
              </a:ext>
            </a:extLst>
          </p:cNvPr>
          <p:cNvSpPr txBox="1"/>
          <p:nvPr/>
        </p:nvSpPr>
        <p:spPr>
          <a:xfrm>
            <a:off x="8302596" y="1531437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prstClr val="black"/>
                </a:solidFill>
                <a:latin typeface="맑은 고딕"/>
              </a:rPr>
              <a:t>ENG</a:t>
            </a:r>
            <a:endParaRPr lang="en-US" altLang="ko-KR" sz="9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881A259-F1AC-4731-A1C8-0EFFBB66EB68}"/>
              </a:ext>
            </a:extLst>
          </p:cNvPr>
          <p:cNvSpPr txBox="1"/>
          <p:nvPr/>
        </p:nvSpPr>
        <p:spPr>
          <a:xfrm>
            <a:off x="4083659" y="1138177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sp>
        <p:nvSpPr>
          <p:cNvPr id="231" name="빗면 7">
            <a:extLst>
              <a:ext uri="{FF2B5EF4-FFF2-40B4-BE49-F238E27FC236}">
                <a16:creationId xmlns:a16="http://schemas.microsoft.com/office/drawing/2014/main" id="{E62DEA5E-CE4F-4656-A7B1-9EF59253E037}"/>
              </a:ext>
            </a:extLst>
          </p:cNvPr>
          <p:cNvSpPr/>
          <p:nvPr/>
        </p:nvSpPr>
        <p:spPr>
          <a:xfrm>
            <a:off x="3194270" y="1111759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AC80DB27-95CD-4B81-9D06-3F13C3C499DF}"/>
              </a:ext>
            </a:extLst>
          </p:cNvPr>
          <p:cNvSpPr/>
          <p:nvPr/>
        </p:nvSpPr>
        <p:spPr>
          <a:xfrm>
            <a:off x="7551744" y="1550148"/>
            <a:ext cx="609699" cy="164414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n-cs"/>
              </a:rPr>
              <a:t>language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8A2823C1-EBDF-431A-AFA5-3FCA103E2F07}"/>
              </a:ext>
            </a:extLst>
          </p:cNvPr>
          <p:cNvSpPr/>
          <p:nvPr/>
        </p:nvSpPr>
        <p:spPr>
          <a:xfrm>
            <a:off x="8944306" y="1570132"/>
            <a:ext cx="194199" cy="159591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00D15FD0-DE9B-4B7A-ABF3-630880D61AA7}"/>
              </a:ext>
            </a:extLst>
          </p:cNvPr>
          <p:cNvSpPr txBox="1"/>
          <p:nvPr/>
        </p:nvSpPr>
        <p:spPr>
          <a:xfrm>
            <a:off x="6851784" y="1129576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4A1F00A8-8181-478A-8E99-190D9F6F5C83}"/>
              </a:ext>
            </a:extLst>
          </p:cNvPr>
          <p:cNvSpPr txBox="1"/>
          <p:nvPr/>
        </p:nvSpPr>
        <p:spPr>
          <a:xfrm>
            <a:off x="3502861" y="1138177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AUTOMATIC OPERATION</a:t>
            </a:r>
          </a:p>
        </p:txBody>
      </p:sp>
      <p:sp>
        <p:nvSpPr>
          <p:cNvPr id="236" name="말풍선: 사각형 235">
            <a:extLst>
              <a:ext uri="{FF2B5EF4-FFF2-40B4-BE49-F238E27FC236}">
                <a16:creationId xmlns:a16="http://schemas.microsoft.com/office/drawing/2014/main" id="{D19BCD58-FA71-44B5-B539-C3058955555F}"/>
              </a:ext>
            </a:extLst>
          </p:cNvPr>
          <p:cNvSpPr/>
          <p:nvPr/>
        </p:nvSpPr>
        <p:spPr>
          <a:xfrm>
            <a:off x="5932388" y="1871060"/>
            <a:ext cx="2046614" cy="203868"/>
          </a:xfrm>
          <a:prstGeom prst="wedgeRectCallout">
            <a:avLst>
              <a:gd name="adj1" fmla="val -59355"/>
              <a:gd name="adj2" fmla="val -20493"/>
            </a:avLst>
          </a:prstGeom>
          <a:solidFill>
            <a:srgbClr val="F79646"/>
          </a:solidFill>
          <a:ln w="25400" cap="flat" cmpd="sng" algn="ctr">
            <a:solidFill>
              <a:srgbClr val="F7964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티칭번호에 부여된 모델명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07E85B6A-518A-454E-A1D1-EE35E25FD22D}"/>
              </a:ext>
            </a:extLst>
          </p:cNvPr>
          <p:cNvSpPr txBox="1"/>
          <p:nvPr/>
        </p:nvSpPr>
        <p:spPr>
          <a:xfrm>
            <a:off x="7508074" y="4845821"/>
            <a:ext cx="8066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>
                <a:solidFill>
                  <a:prstClr val="black"/>
                </a:solidFill>
                <a:latin typeface="맑은 고딕"/>
              </a:rPr>
              <a:t>MANUAL</a:t>
            </a:r>
          </a:p>
          <a:p>
            <a:pPr algn="ctr"/>
            <a:r>
              <a:rPr lang="en-US" altLang="ko-KR" sz="1100" b="1">
                <a:solidFill>
                  <a:prstClr val="black"/>
                </a:solidFill>
                <a:latin typeface="맑은 고딕"/>
              </a:rPr>
              <a:t>START</a:t>
            </a:r>
            <a:endParaRPr lang="ko-KR" altLang="en-US" sz="1100">
              <a:solidFill>
                <a:prstClr val="black"/>
              </a:solidFill>
              <a:latin typeface="맑은 고딕"/>
            </a:endParaRPr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F1CC0ED9-2081-4F0F-807F-1181F93D7C0D}"/>
              </a:ext>
            </a:extLst>
          </p:cNvPr>
          <p:cNvGrpSpPr/>
          <p:nvPr/>
        </p:nvGrpSpPr>
        <p:grpSpPr>
          <a:xfrm>
            <a:off x="7609248" y="5223615"/>
            <a:ext cx="567995" cy="516359"/>
            <a:chOff x="7212571" y="5517232"/>
            <a:chExt cx="567995" cy="516359"/>
          </a:xfrm>
        </p:grpSpPr>
        <p:sp>
          <p:nvSpPr>
            <p:cNvPr id="239" name="빗면 69">
              <a:extLst>
                <a:ext uri="{FF2B5EF4-FFF2-40B4-BE49-F238E27FC236}">
                  <a16:creationId xmlns:a16="http://schemas.microsoft.com/office/drawing/2014/main" id="{A1809559-B186-4169-9C5D-17E7F51338D7}"/>
                </a:ext>
              </a:extLst>
            </p:cNvPr>
            <p:cNvSpPr/>
            <p:nvPr/>
          </p:nvSpPr>
          <p:spPr>
            <a:xfrm>
              <a:off x="7212571" y="5517232"/>
              <a:ext cx="567995" cy="516359"/>
            </a:xfrm>
            <a:prstGeom prst="bevel">
              <a:avLst/>
            </a:prstGeom>
            <a:solidFill>
              <a:srgbClr val="00B0F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0" name="이등변 삼각형 239">
              <a:extLst>
                <a:ext uri="{FF2B5EF4-FFF2-40B4-BE49-F238E27FC236}">
                  <a16:creationId xmlns:a16="http://schemas.microsoft.com/office/drawing/2014/main" id="{4CA0C864-9D7A-47D4-810F-4D75FFE0516D}"/>
                </a:ext>
              </a:extLst>
            </p:cNvPr>
            <p:cNvSpPr/>
            <p:nvPr/>
          </p:nvSpPr>
          <p:spPr>
            <a:xfrm rot="5400000">
              <a:off x="7350310" y="5669219"/>
              <a:ext cx="292515" cy="212385"/>
            </a:xfrm>
            <a:prstGeom prst="triangle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41" name="빗면 69">
            <a:extLst>
              <a:ext uri="{FF2B5EF4-FFF2-40B4-BE49-F238E27FC236}">
                <a16:creationId xmlns:a16="http://schemas.microsoft.com/office/drawing/2014/main" id="{B7C548BE-CA23-4E2D-87E1-9B80E773FA4C}"/>
              </a:ext>
            </a:extLst>
          </p:cNvPr>
          <p:cNvSpPr/>
          <p:nvPr/>
        </p:nvSpPr>
        <p:spPr>
          <a:xfrm>
            <a:off x="8424056" y="5223615"/>
            <a:ext cx="567995" cy="516359"/>
          </a:xfrm>
          <a:prstGeom prst="bevel">
            <a:avLst/>
          </a:prstGeom>
          <a:solidFill>
            <a:srgbClr val="FF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526EC48B-CAA9-4FCF-9315-E295214BFD45}"/>
              </a:ext>
            </a:extLst>
          </p:cNvPr>
          <p:cNvSpPr txBox="1"/>
          <p:nvPr/>
        </p:nvSpPr>
        <p:spPr>
          <a:xfrm>
            <a:off x="8431484" y="4845821"/>
            <a:ext cx="6206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>
                <a:solidFill>
                  <a:prstClr val="black"/>
                </a:solidFill>
                <a:latin typeface="맑은 고딕"/>
              </a:rPr>
              <a:t>AUTO</a:t>
            </a:r>
          </a:p>
          <a:p>
            <a:pPr algn="ctr"/>
            <a:r>
              <a:rPr lang="en-US" altLang="ko-KR" sz="1100" b="1">
                <a:solidFill>
                  <a:prstClr val="black"/>
                </a:solidFill>
                <a:latin typeface="맑은 고딕"/>
              </a:rPr>
              <a:t>START</a:t>
            </a:r>
            <a:endParaRPr lang="ko-KR" altLang="en-US" sz="110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43" name="이등변 삼각형 242">
            <a:extLst>
              <a:ext uri="{FF2B5EF4-FFF2-40B4-BE49-F238E27FC236}">
                <a16:creationId xmlns:a16="http://schemas.microsoft.com/office/drawing/2014/main" id="{A498C8B1-73B1-4C46-9F06-7ACFBA6FB04A}"/>
              </a:ext>
            </a:extLst>
          </p:cNvPr>
          <p:cNvSpPr/>
          <p:nvPr/>
        </p:nvSpPr>
        <p:spPr>
          <a:xfrm rot="5400000">
            <a:off x="8595567" y="5375601"/>
            <a:ext cx="292515" cy="212385"/>
          </a:xfrm>
          <a:prstGeom prst="triangle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394156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F3F75BA2-2932-4AAD-85EE-4298C0FA22B2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ROBOT SETTING (1)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CF2EE123-4C14-49C7-92A1-582A0DB78520}"/>
              </a:ext>
            </a:extLst>
          </p:cNvPr>
          <p:cNvSpPr/>
          <p:nvPr/>
        </p:nvSpPr>
        <p:spPr>
          <a:xfrm>
            <a:off x="780963" y="1101445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74B3AF77-FAC1-423C-8223-36054B2DEB7F}"/>
              </a:ext>
            </a:extLst>
          </p:cNvPr>
          <p:cNvSpPr/>
          <p:nvPr/>
        </p:nvSpPr>
        <p:spPr>
          <a:xfrm>
            <a:off x="780963" y="1101445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9008A9ED-DBC0-486F-9176-796789875EB4}"/>
              </a:ext>
            </a:extLst>
          </p:cNvPr>
          <p:cNvCxnSpPr/>
          <p:nvPr/>
        </p:nvCxnSpPr>
        <p:spPr>
          <a:xfrm>
            <a:off x="1742113" y="1749775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16581AAF-74D7-46CB-B7F3-4F5A31F28914}"/>
              </a:ext>
            </a:extLst>
          </p:cNvPr>
          <p:cNvGrpSpPr/>
          <p:nvPr/>
        </p:nvGrpSpPr>
        <p:grpSpPr>
          <a:xfrm>
            <a:off x="793627" y="3552111"/>
            <a:ext cx="936000" cy="450000"/>
            <a:chOff x="395536" y="3731115"/>
            <a:chExt cx="936000" cy="468000"/>
          </a:xfrm>
        </p:grpSpPr>
        <p:sp>
          <p:nvSpPr>
            <p:cNvPr id="209" name="빗면 32">
              <a:extLst>
                <a:ext uri="{FF2B5EF4-FFF2-40B4-BE49-F238E27FC236}">
                  <a16:creationId xmlns:a16="http://schemas.microsoft.com/office/drawing/2014/main" id="{38E953E4-67CD-4EF4-8A7D-4C887761FC06}"/>
                </a:ext>
              </a:extLst>
            </p:cNvPr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10" name="그림 209">
              <a:extLst>
                <a:ext uri="{FF2B5EF4-FFF2-40B4-BE49-F238E27FC236}">
                  <a16:creationId xmlns:a16="http://schemas.microsoft.com/office/drawing/2014/main" id="{8856E960-84AF-44ED-9277-271ECE53A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211" name="그림 210">
              <a:extLst>
                <a:ext uri="{FF2B5EF4-FFF2-40B4-BE49-F238E27FC236}">
                  <a16:creationId xmlns:a16="http://schemas.microsoft.com/office/drawing/2014/main" id="{B2AD5195-C770-4C04-900C-901D3ADD9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47994E8A-CCDC-42F2-83D3-358DF8938279}"/>
              </a:ext>
            </a:extLst>
          </p:cNvPr>
          <p:cNvGrpSpPr/>
          <p:nvPr/>
        </p:nvGrpSpPr>
        <p:grpSpPr>
          <a:xfrm>
            <a:off x="793627" y="4903773"/>
            <a:ext cx="936000" cy="450000"/>
            <a:chOff x="403799" y="5149683"/>
            <a:chExt cx="936000" cy="468000"/>
          </a:xfrm>
        </p:grpSpPr>
        <p:sp>
          <p:nvSpPr>
            <p:cNvPr id="213" name="빗면 77">
              <a:extLst>
                <a:ext uri="{FF2B5EF4-FFF2-40B4-BE49-F238E27FC236}">
                  <a16:creationId xmlns:a16="http://schemas.microsoft.com/office/drawing/2014/main" id="{7F0B3DF8-0F8F-4C44-92DF-B02736C6F973}"/>
                </a:ext>
              </a:extLst>
            </p:cNvPr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14" name="그림 213">
              <a:extLst>
                <a:ext uri="{FF2B5EF4-FFF2-40B4-BE49-F238E27FC236}">
                  <a16:creationId xmlns:a16="http://schemas.microsoft.com/office/drawing/2014/main" id="{67DFB20F-3592-4438-9070-594FFFF4C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90B040B1-9283-4A0E-8044-A628D9EAD51E}"/>
              </a:ext>
            </a:extLst>
          </p:cNvPr>
          <p:cNvGrpSpPr/>
          <p:nvPr/>
        </p:nvGrpSpPr>
        <p:grpSpPr>
          <a:xfrm>
            <a:off x="793627" y="5354325"/>
            <a:ext cx="936000" cy="450000"/>
            <a:chOff x="395536" y="5625295"/>
            <a:chExt cx="936000" cy="468000"/>
          </a:xfrm>
        </p:grpSpPr>
        <p:sp>
          <p:nvSpPr>
            <p:cNvPr id="216" name="빗면 36">
              <a:extLst>
                <a:ext uri="{FF2B5EF4-FFF2-40B4-BE49-F238E27FC236}">
                  <a16:creationId xmlns:a16="http://schemas.microsoft.com/office/drawing/2014/main" id="{007FFC9D-6CE3-437B-BF3B-D9436423775E}"/>
                </a:ext>
              </a:extLst>
            </p:cNvPr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7" name="왼쪽 화살표 1034">
              <a:extLst>
                <a:ext uri="{FF2B5EF4-FFF2-40B4-BE49-F238E27FC236}">
                  <a16:creationId xmlns:a16="http://schemas.microsoft.com/office/drawing/2014/main" id="{FF95EFCE-8DB6-40BD-A5C4-184BD4766A08}"/>
                </a:ext>
              </a:extLst>
            </p:cNvPr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92464C3F-32C2-4727-AA05-1A62D30DE9E2}"/>
              </a:ext>
            </a:extLst>
          </p:cNvPr>
          <p:cNvGrpSpPr/>
          <p:nvPr/>
        </p:nvGrpSpPr>
        <p:grpSpPr>
          <a:xfrm>
            <a:off x="793627" y="1749895"/>
            <a:ext cx="936000" cy="450000"/>
            <a:chOff x="395536" y="1844823"/>
            <a:chExt cx="936000" cy="468000"/>
          </a:xfrm>
        </p:grpSpPr>
        <p:sp>
          <p:nvSpPr>
            <p:cNvPr id="219" name="빗면 28">
              <a:extLst>
                <a:ext uri="{FF2B5EF4-FFF2-40B4-BE49-F238E27FC236}">
                  <a16:creationId xmlns:a16="http://schemas.microsoft.com/office/drawing/2014/main" id="{1861A1AB-DBB9-40D1-8A85-0DDC76D8644B}"/>
                </a:ext>
              </a:extLst>
            </p:cNvPr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0" name="그림 219">
              <a:extLst>
                <a:ext uri="{FF2B5EF4-FFF2-40B4-BE49-F238E27FC236}">
                  <a16:creationId xmlns:a16="http://schemas.microsoft.com/office/drawing/2014/main" id="{C973514B-B369-4AA5-86E5-D97D870A5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BE00C1F7-F91B-4DC3-A16B-6E3A01DFF462}"/>
              </a:ext>
            </a:extLst>
          </p:cNvPr>
          <p:cNvGrpSpPr/>
          <p:nvPr/>
        </p:nvGrpSpPr>
        <p:grpSpPr>
          <a:xfrm>
            <a:off x="793627" y="4453219"/>
            <a:ext cx="936000" cy="450000"/>
            <a:chOff x="395536" y="4674261"/>
            <a:chExt cx="936000" cy="468000"/>
          </a:xfrm>
        </p:grpSpPr>
        <p:sp>
          <p:nvSpPr>
            <p:cNvPr id="222" name="빗면 34">
              <a:extLst>
                <a:ext uri="{FF2B5EF4-FFF2-40B4-BE49-F238E27FC236}">
                  <a16:creationId xmlns:a16="http://schemas.microsoft.com/office/drawing/2014/main" id="{1359856E-F253-4AF6-AE2F-D6CF1917B2DB}"/>
                </a:ext>
              </a:extLst>
            </p:cNvPr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3" name="그림 222">
              <a:extLst>
                <a:ext uri="{FF2B5EF4-FFF2-40B4-BE49-F238E27FC236}">
                  <a16:creationId xmlns:a16="http://schemas.microsoft.com/office/drawing/2014/main" id="{EB4EA3AE-B776-49E3-BA65-2C3607280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57D75D0F-87D3-4C6C-849F-F200A151A2BE}"/>
              </a:ext>
            </a:extLst>
          </p:cNvPr>
          <p:cNvGrpSpPr/>
          <p:nvPr/>
        </p:nvGrpSpPr>
        <p:grpSpPr>
          <a:xfrm>
            <a:off x="793627" y="3101557"/>
            <a:ext cx="936000" cy="450000"/>
            <a:chOff x="410776" y="3498167"/>
            <a:chExt cx="936000" cy="432000"/>
          </a:xfrm>
        </p:grpSpPr>
        <p:sp>
          <p:nvSpPr>
            <p:cNvPr id="225" name="빗면 31">
              <a:extLst>
                <a:ext uri="{FF2B5EF4-FFF2-40B4-BE49-F238E27FC236}">
                  <a16:creationId xmlns:a16="http://schemas.microsoft.com/office/drawing/2014/main" id="{31403F23-DB94-43E0-83F6-0889231202DC}"/>
                </a:ext>
              </a:extLst>
            </p:cNvPr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6" name="그림 225">
              <a:extLst>
                <a:ext uri="{FF2B5EF4-FFF2-40B4-BE49-F238E27FC236}">
                  <a16:creationId xmlns:a16="http://schemas.microsoft.com/office/drawing/2014/main" id="{15410A5A-D383-40A0-ADAA-E63ABACB5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AE12F0C0-86C8-4F4A-A37A-30EF8F296BC7}"/>
              </a:ext>
            </a:extLst>
          </p:cNvPr>
          <p:cNvGrpSpPr/>
          <p:nvPr/>
        </p:nvGrpSpPr>
        <p:grpSpPr>
          <a:xfrm>
            <a:off x="793627" y="2200449"/>
            <a:ext cx="936000" cy="450000"/>
            <a:chOff x="410776" y="2635965"/>
            <a:chExt cx="936000" cy="432000"/>
          </a:xfrm>
        </p:grpSpPr>
        <p:sp>
          <p:nvSpPr>
            <p:cNvPr id="228" name="빗면 29">
              <a:extLst>
                <a:ext uri="{FF2B5EF4-FFF2-40B4-BE49-F238E27FC236}">
                  <a16:creationId xmlns:a16="http://schemas.microsoft.com/office/drawing/2014/main" id="{A02B38F7-0328-450E-BCC5-1F91E9A00D11}"/>
                </a:ext>
              </a:extLst>
            </p:cNvPr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9" name="그림 228">
              <a:extLst>
                <a:ext uri="{FF2B5EF4-FFF2-40B4-BE49-F238E27FC236}">
                  <a16:creationId xmlns:a16="http://schemas.microsoft.com/office/drawing/2014/main" id="{1DD450AA-F469-4BB2-945C-368F822EC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A4BFAC19-3A4A-43EC-9724-93E8626DAC02}"/>
              </a:ext>
            </a:extLst>
          </p:cNvPr>
          <p:cNvGrpSpPr/>
          <p:nvPr/>
        </p:nvGrpSpPr>
        <p:grpSpPr>
          <a:xfrm>
            <a:off x="793627" y="2651003"/>
            <a:ext cx="936000" cy="450000"/>
            <a:chOff x="410776" y="3067066"/>
            <a:chExt cx="936000" cy="432000"/>
          </a:xfrm>
        </p:grpSpPr>
        <p:sp>
          <p:nvSpPr>
            <p:cNvPr id="231" name="빗면 30">
              <a:extLst>
                <a:ext uri="{FF2B5EF4-FFF2-40B4-BE49-F238E27FC236}">
                  <a16:creationId xmlns:a16="http://schemas.microsoft.com/office/drawing/2014/main" id="{96217320-20F8-43B3-97AB-52F0A6CA2F45}"/>
                </a:ext>
              </a:extLst>
            </p:cNvPr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32" name="그림 231">
              <a:extLst>
                <a:ext uri="{FF2B5EF4-FFF2-40B4-BE49-F238E27FC236}">
                  <a16:creationId xmlns:a16="http://schemas.microsoft.com/office/drawing/2014/main" id="{FC34D288-5EED-48F1-90A2-56EE382B0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233" name="그림 232">
              <a:extLst>
                <a:ext uri="{FF2B5EF4-FFF2-40B4-BE49-F238E27FC236}">
                  <a16:creationId xmlns:a16="http://schemas.microsoft.com/office/drawing/2014/main" id="{7E2C6973-D7AA-4264-B2D6-FF1D34F3D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234" name="그림 233">
              <a:extLst>
                <a:ext uri="{FF2B5EF4-FFF2-40B4-BE49-F238E27FC236}">
                  <a16:creationId xmlns:a16="http://schemas.microsoft.com/office/drawing/2014/main" id="{B448EE15-0849-4BE4-B9A4-028A44332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C9969F89-ABFF-453F-AB93-29DD3461BE29}"/>
              </a:ext>
            </a:extLst>
          </p:cNvPr>
          <p:cNvGrpSpPr/>
          <p:nvPr/>
        </p:nvGrpSpPr>
        <p:grpSpPr>
          <a:xfrm>
            <a:off x="793627" y="4002665"/>
            <a:ext cx="936000" cy="450000"/>
            <a:chOff x="410776" y="4360369"/>
            <a:chExt cx="936000" cy="432000"/>
          </a:xfrm>
        </p:grpSpPr>
        <p:sp>
          <p:nvSpPr>
            <p:cNvPr id="236" name="빗면 33">
              <a:extLst>
                <a:ext uri="{FF2B5EF4-FFF2-40B4-BE49-F238E27FC236}">
                  <a16:creationId xmlns:a16="http://schemas.microsoft.com/office/drawing/2014/main" id="{7980E061-8470-4522-8CEF-E308DE84CD23}"/>
                </a:ext>
              </a:extLst>
            </p:cNvPr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37" name="그림 236">
              <a:extLst>
                <a:ext uri="{FF2B5EF4-FFF2-40B4-BE49-F238E27FC236}">
                  <a16:creationId xmlns:a16="http://schemas.microsoft.com/office/drawing/2014/main" id="{231BF29C-488A-4378-A596-C852EB8B3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CEBC1339-4B46-4832-8294-711DC9079B8C}"/>
              </a:ext>
            </a:extLst>
          </p:cNvPr>
          <p:cNvGrpSpPr/>
          <p:nvPr/>
        </p:nvGrpSpPr>
        <p:grpSpPr>
          <a:xfrm>
            <a:off x="793627" y="5354325"/>
            <a:ext cx="936000" cy="450000"/>
            <a:chOff x="399664" y="5640976"/>
            <a:chExt cx="936000" cy="450000"/>
          </a:xfrm>
        </p:grpSpPr>
        <p:sp>
          <p:nvSpPr>
            <p:cNvPr id="239" name="빗면 49">
              <a:extLst>
                <a:ext uri="{FF2B5EF4-FFF2-40B4-BE49-F238E27FC236}">
                  <a16:creationId xmlns:a16="http://schemas.microsoft.com/office/drawing/2014/main" id="{DBBA7ACC-1B1D-4719-BA62-C8E013C0CBC2}"/>
                </a:ext>
              </a:extLst>
            </p:cNvPr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40" name="그림 239">
              <a:extLst>
                <a:ext uri="{FF2B5EF4-FFF2-40B4-BE49-F238E27FC236}">
                  <a16:creationId xmlns:a16="http://schemas.microsoft.com/office/drawing/2014/main" id="{FF215059-1E3F-45B7-B97C-D12D33026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DB2C6066-B93C-4E36-9BA9-24A97A7A0CE9}"/>
              </a:ext>
            </a:extLst>
          </p:cNvPr>
          <p:cNvSpPr/>
          <p:nvPr/>
        </p:nvSpPr>
        <p:spPr>
          <a:xfrm>
            <a:off x="776288" y="1558173"/>
            <a:ext cx="7200000" cy="180000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F20638D7-8D5D-4ABA-87DF-2A083218C9E0}"/>
              </a:ext>
            </a:extLst>
          </p:cNvPr>
          <p:cNvSpPr/>
          <p:nvPr/>
        </p:nvSpPr>
        <p:spPr>
          <a:xfrm>
            <a:off x="776288" y="1558171"/>
            <a:ext cx="7200000" cy="90000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id="{9AE02488-FA29-40BE-A055-73676AE05E80}"/>
              </a:ext>
            </a:extLst>
          </p:cNvPr>
          <p:cNvCxnSpPr/>
          <p:nvPr/>
        </p:nvCxnSpPr>
        <p:spPr>
          <a:xfrm>
            <a:off x="780963" y="1558173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44" name="직선 연결선 243">
            <a:extLst>
              <a:ext uri="{FF2B5EF4-FFF2-40B4-BE49-F238E27FC236}">
                <a16:creationId xmlns:a16="http://schemas.microsoft.com/office/drawing/2014/main" id="{9B41B4E6-8DE5-4CFB-A833-30FD3427FDDE}"/>
              </a:ext>
            </a:extLst>
          </p:cNvPr>
          <p:cNvCxnSpPr/>
          <p:nvPr/>
        </p:nvCxnSpPr>
        <p:spPr>
          <a:xfrm>
            <a:off x="776288" y="1742447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45" name="TextBox 244">
            <a:extLst>
              <a:ext uri="{FF2B5EF4-FFF2-40B4-BE49-F238E27FC236}">
                <a16:creationId xmlns:a16="http://schemas.microsoft.com/office/drawing/2014/main" id="{5AE2AFC4-6FDE-46B6-AEAD-2E2957F81D39}"/>
              </a:ext>
            </a:extLst>
          </p:cNvPr>
          <p:cNvSpPr txBox="1"/>
          <p:nvPr/>
        </p:nvSpPr>
        <p:spPr>
          <a:xfrm>
            <a:off x="802968" y="1518943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EFF67ED6-EC76-4892-9AD9-07EEA31C4750}"/>
              </a:ext>
            </a:extLst>
          </p:cNvPr>
          <p:cNvCxnSpPr/>
          <p:nvPr/>
        </p:nvCxnSpPr>
        <p:spPr>
          <a:xfrm rot="5400000">
            <a:off x="7890775" y="1648173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0B4116DE-422E-4011-AA10-C802E1D8A064}"/>
              </a:ext>
            </a:extLst>
          </p:cNvPr>
          <p:cNvGrpSpPr/>
          <p:nvPr/>
        </p:nvGrpSpPr>
        <p:grpSpPr>
          <a:xfrm>
            <a:off x="4677931" y="1782441"/>
            <a:ext cx="1260000" cy="417454"/>
            <a:chOff x="4700960" y="2069092"/>
            <a:chExt cx="1260000" cy="417454"/>
          </a:xfrm>
        </p:grpSpPr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A8378329-3550-4E26-9E2F-9576F6D2A1F3}"/>
                </a:ext>
              </a:extLst>
            </p:cNvPr>
            <p:cNvSpPr/>
            <p:nvPr/>
          </p:nvSpPr>
          <p:spPr>
            <a:xfrm>
              <a:off x="4700960" y="2069092"/>
              <a:ext cx="1260000" cy="417454"/>
            </a:xfrm>
            <a:prstGeom prst="rect">
              <a:avLst/>
            </a:prstGeom>
            <a:solidFill>
              <a:srgbClr val="66FF66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 prst="relaxedInset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2D1E798A-CAD1-4F81-9B15-5EC45345F35D}"/>
                </a:ext>
              </a:extLst>
            </p:cNvPr>
            <p:cNvSpPr txBox="1"/>
            <p:nvPr/>
          </p:nvSpPr>
          <p:spPr>
            <a:xfrm>
              <a:off x="4934857" y="2147014"/>
              <a:ext cx="792205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</a:rPr>
                <a:t>Stand-by</a:t>
              </a: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369E268B-4B68-496A-9D03-35EBABE9B05A}"/>
              </a:ext>
            </a:extLst>
          </p:cNvPr>
          <p:cNvGrpSpPr/>
          <p:nvPr/>
        </p:nvGrpSpPr>
        <p:grpSpPr>
          <a:xfrm>
            <a:off x="7810419" y="1782441"/>
            <a:ext cx="1260000" cy="417454"/>
            <a:chOff x="7452320" y="2069092"/>
            <a:chExt cx="1260000" cy="417454"/>
          </a:xfrm>
        </p:grpSpPr>
        <p:sp>
          <p:nvSpPr>
            <p:cNvPr id="251" name="직사각형 250">
              <a:extLst>
                <a:ext uri="{FF2B5EF4-FFF2-40B4-BE49-F238E27FC236}">
                  <a16:creationId xmlns:a16="http://schemas.microsoft.com/office/drawing/2014/main" id="{DAFC4795-8B65-49AC-96F7-567F22B3DE3F}"/>
                </a:ext>
              </a:extLst>
            </p:cNvPr>
            <p:cNvSpPr/>
            <p:nvPr/>
          </p:nvSpPr>
          <p:spPr>
            <a:xfrm>
              <a:off x="7452320" y="2069092"/>
              <a:ext cx="1260000" cy="417454"/>
            </a:xfrm>
            <a:prstGeom prst="rect">
              <a:avLst/>
            </a:prstGeom>
            <a:solidFill>
              <a:srgbClr val="4BACC6">
                <a:lumMod val="40000"/>
                <a:lumOff val="6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979A747-4F73-4226-A62E-0CF0A3E02FAE}"/>
                </a:ext>
              </a:extLst>
            </p:cNvPr>
            <p:cNvSpPr txBox="1"/>
            <p:nvPr/>
          </p:nvSpPr>
          <p:spPr>
            <a:xfrm>
              <a:off x="7739566" y="2123931"/>
              <a:ext cx="685509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</a:rPr>
                <a:t>Purge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F2685046-5603-4265-8542-CC83F32E7152}"/>
              </a:ext>
            </a:extLst>
          </p:cNvPr>
          <p:cNvGrpSpPr/>
          <p:nvPr/>
        </p:nvGrpSpPr>
        <p:grpSpPr>
          <a:xfrm>
            <a:off x="6244175" y="1782441"/>
            <a:ext cx="1260000" cy="417454"/>
            <a:chOff x="6076640" y="2069092"/>
            <a:chExt cx="1260000" cy="417454"/>
          </a:xfrm>
        </p:grpSpPr>
        <p:sp>
          <p:nvSpPr>
            <p:cNvPr id="254" name="직사각형 253">
              <a:extLst>
                <a:ext uri="{FF2B5EF4-FFF2-40B4-BE49-F238E27FC236}">
                  <a16:creationId xmlns:a16="http://schemas.microsoft.com/office/drawing/2014/main" id="{A7EB691E-1C53-468C-B67D-FDC83C022768}"/>
                </a:ext>
              </a:extLst>
            </p:cNvPr>
            <p:cNvSpPr/>
            <p:nvPr/>
          </p:nvSpPr>
          <p:spPr>
            <a:xfrm>
              <a:off x="6076640" y="2069092"/>
              <a:ext cx="1260000" cy="417454"/>
            </a:xfrm>
            <a:prstGeom prst="rect">
              <a:avLst/>
            </a:prstGeom>
            <a:solidFill>
              <a:srgbClr val="4BACC6">
                <a:lumMod val="40000"/>
                <a:lumOff val="6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1634E1FF-20DB-425E-85F1-AF4DCEFF6CA2}"/>
                </a:ext>
              </a:extLst>
            </p:cNvPr>
            <p:cNvSpPr txBox="1"/>
            <p:nvPr/>
          </p:nvSpPr>
          <p:spPr>
            <a:xfrm>
              <a:off x="6375460" y="2123931"/>
              <a:ext cx="662361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</a:rPr>
                <a:t>Spray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0C66D9E2-A65B-48EA-A6A5-B545257871FC}"/>
              </a:ext>
            </a:extLst>
          </p:cNvPr>
          <p:cNvCxnSpPr/>
          <p:nvPr/>
        </p:nvCxnSpPr>
        <p:spPr>
          <a:xfrm>
            <a:off x="1752931" y="2268122"/>
            <a:ext cx="7393357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DF5F3759-22A5-41DC-987B-B568F7B9CB3A}"/>
              </a:ext>
            </a:extLst>
          </p:cNvPr>
          <p:cNvSpPr/>
          <p:nvPr/>
        </p:nvSpPr>
        <p:spPr>
          <a:xfrm>
            <a:off x="2013995" y="5157605"/>
            <a:ext cx="3240000" cy="577032"/>
          </a:xfrm>
          <a:prstGeom prst="rect">
            <a:avLst/>
          </a:prstGeom>
          <a:solidFill>
            <a:srgbClr val="92D050"/>
          </a:solidFill>
          <a:ln w="158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SELECT ROBOT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POSITION SAVE</a:t>
            </a:r>
            <a:endParaRPr kumimoji="0" lang="ko-KR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54CA0E9B-5EDC-4F28-9553-40079967A179}"/>
              </a:ext>
            </a:extLst>
          </p:cNvPr>
          <p:cNvSpPr/>
          <p:nvPr/>
        </p:nvSpPr>
        <p:spPr>
          <a:xfrm>
            <a:off x="5614035" y="5157605"/>
            <a:ext cx="3240000" cy="577032"/>
          </a:xfrm>
          <a:prstGeom prst="rect">
            <a:avLst/>
          </a:prstGeom>
          <a:solidFill>
            <a:srgbClr val="FF3300"/>
          </a:solidFill>
          <a:ln w="158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ALL ROBOT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POSITION SAVE</a:t>
            </a:r>
            <a:endParaRPr kumimoji="0" lang="ko-KR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767A167D-EF2F-4F64-807F-DDE90723E30E}"/>
              </a:ext>
            </a:extLst>
          </p:cNvPr>
          <p:cNvCxnSpPr/>
          <p:nvPr/>
        </p:nvCxnSpPr>
        <p:spPr>
          <a:xfrm>
            <a:off x="1749070" y="5086565"/>
            <a:ext cx="7393357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7EFA27AC-8ED7-449E-8641-DBC3A7C4B669}"/>
              </a:ext>
            </a:extLst>
          </p:cNvPr>
          <p:cNvSpPr txBox="1"/>
          <p:nvPr/>
        </p:nvSpPr>
        <p:spPr>
          <a:xfrm>
            <a:off x="776288" y="1183615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FDA2D66D-D0F4-4B2D-8E0C-525164109BB3}"/>
              </a:ext>
            </a:extLst>
          </p:cNvPr>
          <p:cNvCxnSpPr>
            <a:cxnSpLocks/>
          </p:cNvCxnSpPr>
          <p:nvPr/>
        </p:nvCxnSpPr>
        <p:spPr>
          <a:xfrm>
            <a:off x="780963" y="1558173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7DA1D6F9-34B2-4754-B3F2-D7DED712289A}"/>
              </a:ext>
            </a:extLst>
          </p:cNvPr>
          <p:cNvCxnSpPr>
            <a:cxnSpLocks/>
          </p:cNvCxnSpPr>
          <p:nvPr/>
        </p:nvCxnSpPr>
        <p:spPr>
          <a:xfrm rot="5400000">
            <a:off x="7890775" y="1648173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961E7CE6-3B5D-4C96-A2CC-515F4A36F71D}"/>
              </a:ext>
            </a:extLst>
          </p:cNvPr>
          <p:cNvSpPr txBox="1"/>
          <p:nvPr/>
        </p:nvSpPr>
        <p:spPr>
          <a:xfrm>
            <a:off x="8299882" y="1538403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prstClr val="black"/>
                </a:solidFill>
                <a:latin typeface="맑은 고딕"/>
              </a:rPr>
              <a:t>ENG</a:t>
            </a:r>
            <a:endParaRPr lang="en-US" altLang="ko-KR" sz="9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B723B888-3F79-403A-B4B5-A71478861DA2}"/>
              </a:ext>
            </a:extLst>
          </p:cNvPr>
          <p:cNvSpPr txBox="1"/>
          <p:nvPr/>
        </p:nvSpPr>
        <p:spPr>
          <a:xfrm>
            <a:off x="4080945" y="1145143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sp>
        <p:nvSpPr>
          <p:cNvPr id="265" name="빗면 7">
            <a:extLst>
              <a:ext uri="{FF2B5EF4-FFF2-40B4-BE49-F238E27FC236}">
                <a16:creationId xmlns:a16="http://schemas.microsoft.com/office/drawing/2014/main" id="{D300BAEF-1E4A-4B94-A491-863B9195501E}"/>
              </a:ext>
            </a:extLst>
          </p:cNvPr>
          <p:cNvSpPr/>
          <p:nvPr/>
        </p:nvSpPr>
        <p:spPr>
          <a:xfrm>
            <a:off x="3191556" y="1118725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6E19D375-237B-48BF-AEF1-C233CFE01FDD}"/>
              </a:ext>
            </a:extLst>
          </p:cNvPr>
          <p:cNvSpPr/>
          <p:nvPr/>
        </p:nvSpPr>
        <p:spPr>
          <a:xfrm>
            <a:off x="7549030" y="1557114"/>
            <a:ext cx="609699" cy="164414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n-cs"/>
              </a:rPr>
              <a:t>language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8072B16C-6673-4B27-A531-30E9BEC946AC}"/>
              </a:ext>
            </a:extLst>
          </p:cNvPr>
          <p:cNvSpPr/>
          <p:nvPr/>
        </p:nvSpPr>
        <p:spPr>
          <a:xfrm>
            <a:off x="8941592" y="1577098"/>
            <a:ext cx="194199" cy="159591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6A1872BC-434B-4E9F-AE2B-75D868A94382}"/>
              </a:ext>
            </a:extLst>
          </p:cNvPr>
          <p:cNvSpPr txBox="1"/>
          <p:nvPr/>
        </p:nvSpPr>
        <p:spPr>
          <a:xfrm>
            <a:off x="6849070" y="1136542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F5B8C5C3-114A-4954-8F7C-D4EFD14FC2AF}"/>
              </a:ext>
            </a:extLst>
          </p:cNvPr>
          <p:cNvSpPr txBox="1"/>
          <p:nvPr/>
        </p:nvSpPr>
        <p:spPr>
          <a:xfrm>
            <a:off x="3500147" y="1145143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ROBOT SETTING</a:t>
            </a:r>
          </a:p>
        </p:txBody>
      </p:sp>
      <p:sp>
        <p:nvSpPr>
          <p:cNvPr id="270" name="직사각형 269">
            <a:extLst>
              <a:ext uri="{FF2B5EF4-FFF2-40B4-BE49-F238E27FC236}">
                <a16:creationId xmlns:a16="http://schemas.microsoft.com/office/drawing/2014/main" id="{C2582960-3A2F-405A-B122-E1DAE0D83CFF}"/>
              </a:ext>
            </a:extLst>
          </p:cNvPr>
          <p:cNvSpPr/>
          <p:nvPr/>
        </p:nvSpPr>
        <p:spPr>
          <a:xfrm>
            <a:off x="6472118" y="2350261"/>
            <a:ext cx="2619494" cy="2670224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65E8958A-F851-4339-8DA3-1073136C187D}"/>
              </a:ext>
            </a:extLst>
          </p:cNvPr>
          <p:cNvGrpSpPr/>
          <p:nvPr/>
        </p:nvGrpSpPr>
        <p:grpSpPr>
          <a:xfrm>
            <a:off x="1795661" y="2332290"/>
            <a:ext cx="4663969" cy="921852"/>
            <a:chOff x="1409600" y="2069092"/>
            <a:chExt cx="2160000" cy="417454"/>
          </a:xfrm>
        </p:grpSpPr>
        <p:sp>
          <p:nvSpPr>
            <p:cNvPr id="272" name="직사각형 271">
              <a:extLst>
                <a:ext uri="{FF2B5EF4-FFF2-40B4-BE49-F238E27FC236}">
                  <a16:creationId xmlns:a16="http://schemas.microsoft.com/office/drawing/2014/main" id="{13B861D2-DD2F-4746-89DA-954959BD3FB6}"/>
                </a:ext>
              </a:extLst>
            </p:cNvPr>
            <p:cNvSpPr/>
            <p:nvPr/>
          </p:nvSpPr>
          <p:spPr>
            <a:xfrm>
              <a:off x="1409600" y="2069092"/>
              <a:ext cx="2160000" cy="417454"/>
            </a:xfrm>
            <a:prstGeom prst="rect">
              <a:avLst/>
            </a:prstGeom>
            <a:solidFill>
              <a:srgbClr val="C0504D">
                <a:lumMod val="40000"/>
                <a:lumOff val="6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6DDB0473-81E1-4E3D-9BAD-B89B12D7D07A}"/>
                </a:ext>
              </a:extLst>
            </p:cNvPr>
            <p:cNvSpPr txBox="1"/>
            <p:nvPr/>
          </p:nvSpPr>
          <p:spPr>
            <a:xfrm>
              <a:off x="1499265" y="2088981"/>
              <a:ext cx="1077048" cy="14624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</a:rPr>
                <a:t>ROBOT NUMBER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</a:endParaRPr>
            </a:p>
          </p:txBody>
        </p:sp>
      </p:grpSp>
      <p:grpSp>
        <p:nvGrpSpPr>
          <p:cNvPr id="274" name="그룹 273">
            <a:extLst>
              <a:ext uri="{FF2B5EF4-FFF2-40B4-BE49-F238E27FC236}">
                <a16:creationId xmlns:a16="http://schemas.microsoft.com/office/drawing/2014/main" id="{1292711B-1A31-44E0-8B4A-2CED77C7E870}"/>
              </a:ext>
            </a:extLst>
          </p:cNvPr>
          <p:cNvGrpSpPr/>
          <p:nvPr/>
        </p:nvGrpSpPr>
        <p:grpSpPr>
          <a:xfrm>
            <a:off x="2703264" y="2747583"/>
            <a:ext cx="1260000" cy="417454"/>
            <a:chOff x="3325280" y="2069092"/>
            <a:chExt cx="1260000" cy="417454"/>
          </a:xfrm>
        </p:grpSpPr>
        <p:sp>
          <p:nvSpPr>
            <p:cNvPr id="275" name="직사각형 274">
              <a:extLst>
                <a:ext uri="{FF2B5EF4-FFF2-40B4-BE49-F238E27FC236}">
                  <a16:creationId xmlns:a16="http://schemas.microsoft.com/office/drawing/2014/main" id="{69E023B6-1D13-4F2A-889B-02FDC73788AA}"/>
                </a:ext>
              </a:extLst>
            </p:cNvPr>
            <p:cNvSpPr/>
            <p:nvPr/>
          </p:nvSpPr>
          <p:spPr>
            <a:xfrm>
              <a:off x="3325280" y="2069092"/>
              <a:ext cx="1260000" cy="417454"/>
            </a:xfrm>
            <a:prstGeom prst="rect">
              <a:avLst/>
            </a:prstGeom>
            <a:solidFill>
              <a:srgbClr val="C0504D">
                <a:lumMod val="40000"/>
                <a:lumOff val="6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1793B6CB-45BB-47F6-9D53-48817C4414F1}"/>
                </a:ext>
              </a:extLst>
            </p:cNvPr>
            <p:cNvSpPr txBox="1"/>
            <p:nvPr/>
          </p:nvSpPr>
          <p:spPr>
            <a:xfrm>
              <a:off x="3359603" y="2130741"/>
              <a:ext cx="1191353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</a:rPr>
                <a:t>ROBOT SELECT</a:t>
              </a: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ACCC7136-6F6F-43AC-BE68-D600679C5F7E}"/>
              </a:ext>
            </a:extLst>
          </p:cNvPr>
          <p:cNvSpPr/>
          <p:nvPr/>
        </p:nvSpPr>
        <p:spPr>
          <a:xfrm>
            <a:off x="3993995" y="2434011"/>
            <a:ext cx="1260000" cy="736299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12</a:t>
            </a:r>
            <a:endParaRPr kumimoji="0" lang="ko-KR" altLang="en-US" sz="6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78" name="표 277">
            <a:extLst>
              <a:ext uri="{FF2B5EF4-FFF2-40B4-BE49-F238E27FC236}">
                <a16:creationId xmlns:a16="http://schemas.microsoft.com/office/drawing/2014/main" id="{6C49F19C-201D-4F0B-91DF-17EC0BA435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612271"/>
              </p:ext>
            </p:extLst>
          </p:nvPr>
        </p:nvGraphicFramePr>
        <p:xfrm>
          <a:off x="1865697" y="3251826"/>
          <a:ext cx="4560320" cy="1768659"/>
        </p:xfrm>
        <a:graphic>
          <a:graphicData uri="http://schemas.openxmlformats.org/drawingml/2006/table">
            <a:tbl>
              <a:tblPr firstRow="1" bandRow="1"/>
              <a:tblGrid>
                <a:gridCol w="1140080">
                  <a:extLst>
                    <a:ext uri="{9D8B030D-6E8A-4147-A177-3AD203B41FA5}">
                      <a16:colId xmlns:a16="http://schemas.microsoft.com/office/drawing/2014/main" val="2214520152"/>
                    </a:ext>
                  </a:extLst>
                </a:gridCol>
                <a:gridCol w="1140080">
                  <a:extLst>
                    <a:ext uri="{9D8B030D-6E8A-4147-A177-3AD203B41FA5}">
                      <a16:colId xmlns:a16="http://schemas.microsoft.com/office/drawing/2014/main" val="3900659641"/>
                    </a:ext>
                  </a:extLst>
                </a:gridCol>
                <a:gridCol w="1140080">
                  <a:extLst>
                    <a:ext uri="{9D8B030D-6E8A-4147-A177-3AD203B41FA5}">
                      <a16:colId xmlns:a16="http://schemas.microsoft.com/office/drawing/2014/main" val="3636385385"/>
                    </a:ext>
                  </a:extLst>
                </a:gridCol>
                <a:gridCol w="1140080">
                  <a:extLst>
                    <a:ext uri="{9D8B030D-6E8A-4147-A177-3AD203B41FA5}">
                      <a16:colId xmlns:a16="http://schemas.microsoft.com/office/drawing/2014/main" val="3958164421"/>
                    </a:ext>
                  </a:extLst>
                </a:gridCol>
              </a:tblGrid>
              <a:tr h="48349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SET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ACT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TARGET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464851"/>
                  </a:ext>
                </a:extLst>
              </a:tr>
              <a:tr h="4283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/>
                        <a:t>J1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151914"/>
                  </a:ext>
                </a:extLst>
              </a:tr>
              <a:tr h="4283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/>
                        <a:t>J2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02105"/>
                  </a:ext>
                </a:extLst>
              </a:tr>
              <a:tr h="4283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/>
                        <a:t>J3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94139"/>
                  </a:ext>
                </a:extLst>
              </a:tr>
            </a:tbl>
          </a:graphicData>
        </a:graphic>
      </p:graphicFrame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BD08FCBC-FE69-424D-B515-037FC9A11775}"/>
              </a:ext>
            </a:extLst>
          </p:cNvPr>
          <p:cNvCxnSpPr/>
          <p:nvPr/>
        </p:nvCxnSpPr>
        <p:spPr>
          <a:xfrm>
            <a:off x="1752931" y="2268122"/>
            <a:ext cx="7393357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E1F50DC6-674C-4060-B450-324EB5FC9189}"/>
              </a:ext>
            </a:extLst>
          </p:cNvPr>
          <p:cNvSpPr/>
          <p:nvPr/>
        </p:nvSpPr>
        <p:spPr>
          <a:xfrm>
            <a:off x="6514275" y="2337989"/>
            <a:ext cx="1260000" cy="491575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POSITION MOVE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E1C47C19-9F6E-42B7-9A9A-596F4B6E3187}"/>
              </a:ext>
            </a:extLst>
          </p:cNvPr>
          <p:cNvSpPr/>
          <p:nvPr/>
        </p:nvSpPr>
        <p:spPr>
          <a:xfrm>
            <a:off x="7810419" y="2337989"/>
            <a:ext cx="1260000" cy="503045"/>
          </a:xfrm>
          <a:prstGeom prst="rect">
            <a:avLst/>
          </a:prstGeom>
          <a:solidFill>
            <a:srgbClr val="FF33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MOVE STOP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3F281C2E-DBF4-49FE-8B1B-94B8923E1BA8}"/>
              </a:ext>
            </a:extLst>
          </p:cNvPr>
          <p:cNvGrpSpPr/>
          <p:nvPr/>
        </p:nvGrpSpPr>
        <p:grpSpPr>
          <a:xfrm>
            <a:off x="8401947" y="3531171"/>
            <a:ext cx="568830" cy="853529"/>
            <a:chOff x="6421064" y="3814330"/>
            <a:chExt cx="379420" cy="853529"/>
          </a:xfrm>
        </p:grpSpPr>
        <p:sp>
          <p:nvSpPr>
            <p:cNvPr id="283" name="직사각형 282">
              <a:extLst>
                <a:ext uri="{FF2B5EF4-FFF2-40B4-BE49-F238E27FC236}">
                  <a16:creationId xmlns:a16="http://schemas.microsoft.com/office/drawing/2014/main" id="{79552451-6858-4220-98C1-38B43B681026}"/>
                </a:ext>
              </a:extLst>
            </p:cNvPr>
            <p:cNvSpPr/>
            <p:nvPr/>
          </p:nvSpPr>
          <p:spPr>
            <a:xfrm>
              <a:off x="6421064" y="3814330"/>
              <a:ext cx="379420" cy="853529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4" name="오른쪽 화살표 114">
              <a:extLst>
                <a:ext uri="{FF2B5EF4-FFF2-40B4-BE49-F238E27FC236}">
                  <a16:creationId xmlns:a16="http://schemas.microsoft.com/office/drawing/2014/main" id="{D7B3B530-36D8-4E2D-A042-20E8B145CBE9}"/>
                </a:ext>
              </a:extLst>
            </p:cNvPr>
            <p:cNvSpPr>
              <a:spLocks/>
            </p:cNvSpPr>
            <p:nvPr/>
          </p:nvSpPr>
          <p:spPr>
            <a:xfrm>
              <a:off x="6503497" y="4109275"/>
              <a:ext cx="252000" cy="252000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cxnSp>
        <p:nvCxnSpPr>
          <p:cNvPr id="285" name="직선 연결선 284">
            <a:extLst>
              <a:ext uri="{FF2B5EF4-FFF2-40B4-BE49-F238E27FC236}">
                <a16:creationId xmlns:a16="http://schemas.microsoft.com/office/drawing/2014/main" id="{38A3DCFB-F416-43D6-B7D9-F43468B7E9EB}"/>
              </a:ext>
            </a:extLst>
          </p:cNvPr>
          <p:cNvCxnSpPr/>
          <p:nvPr/>
        </p:nvCxnSpPr>
        <p:spPr>
          <a:xfrm>
            <a:off x="1749070" y="5086565"/>
            <a:ext cx="7393357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286" name="그룹 285">
            <a:extLst>
              <a:ext uri="{FF2B5EF4-FFF2-40B4-BE49-F238E27FC236}">
                <a16:creationId xmlns:a16="http://schemas.microsoft.com/office/drawing/2014/main" id="{893957BA-BC28-45BA-A540-4612A14F3DDB}"/>
              </a:ext>
            </a:extLst>
          </p:cNvPr>
          <p:cNvGrpSpPr/>
          <p:nvPr/>
        </p:nvGrpSpPr>
        <p:grpSpPr>
          <a:xfrm flipH="1">
            <a:off x="7274075" y="4492183"/>
            <a:ext cx="942653" cy="471316"/>
            <a:chOff x="6241982" y="4082741"/>
            <a:chExt cx="942653" cy="372072"/>
          </a:xfrm>
        </p:grpSpPr>
        <p:sp>
          <p:nvSpPr>
            <p:cNvPr id="287" name="직사각형 286">
              <a:extLst>
                <a:ext uri="{FF2B5EF4-FFF2-40B4-BE49-F238E27FC236}">
                  <a16:creationId xmlns:a16="http://schemas.microsoft.com/office/drawing/2014/main" id="{E34B6C97-8172-4D7B-8558-1CCF68CD6D54}"/>
                </a:ext>
              </a:extLst>
            </p:cNvPr>
            <p:cNvSpPr/>
            <p:nvPr/>
          </p:nvSpPr>
          <p:spPr>
            <a:xfrm>
              <a:off x="6241982" y="4082741"/>
              <a:ext cx="942653" cy="372072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8" name="오른쪽 화살표 114">
              <a:extLst>
                <a:ext uri="{FF2B5EF4-FFF2-40B4-BE49-F238E27FC236}">
                  <a16:creationId xmlns:a16="http://schemas.microsoft.com/office/drawing/2014/main" id="{ACB790AF-08D7-48C4-B308-CC67F57A9C3A}"/>
                </a:ext>
              </a:extLst>
            </p:cNvPr>
            <p:cNvSpPr>
              <a:spLocks/>
            </p:cNvSpPr>
            <p:nvPr/>
          </p:nvSpPr>
          <p:spPr>
            <a:xfrm rot="5400000">
              <a:off x="6601079" y="4152977"/>
              <a:ext cx="252000" cy="252000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89" name="직사각형 288">
            <a:extLst>
              <a:ext uri="{FF2B5EF4-FFF2-40B4-BE49-F238E27FC236}">
                <a16:creationId xmlns:a16="http://schemas.microsoft.com/office/drawing/2014/main" id="{14EE9BBB-BE6A-4769-9F35-F4B185985F04}"/>
              </a:ext>
            </a:extLst>
          </p:cNvPr>
          <p:cNvSpPr/>
          <p:nvPr/>
        </p:nvSpPr>
        <p:spPr>
          <a:xfrm flipH="1">
            <a:off x="7260104" y="2917774"/>
            <a:ext cx="942647" cy="492798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0" name="위쪽 화살표 115">
            <a:extLst>
              <a:ext uri="{FF2B5EF4-FFF2-40B4-BE49-F238E27FC236}">
                <a16:creationId xmlns:a16="http://schemas.microsoft.com/office/drawing/2014/main" id="{4A7E3102-8923-4202-AB9C-2149840E4B0A}"/>
              </a:ext>
            </a:extLst>
          </p:cNvPr>
          <p:cNvSpPr>
            <a:spLocks/>
          </p:cNvSpPr>
          <p:nvPr/>
        </p:nvSpPr>
        <p:spPr>
          <a:xfrm>
            <a:off x="7605427" y="3024759"/>
            <a:ext cx="252000" cy="252000"/>
          </a:xfrm>
          <a:prstGeom prst="upArrow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91" name="그룹 290">
            <a:extLst>
              <a:ext uri="{FF2B5EF4-FFF2-40B4-BE49-F238E27FC236}">
                <a16:creationId xmlns:a16="http://schemas.microsoft.com/office/drawing/2014/main" id="{024F5305-10B2-47CB-9BD8-7897D0447CFE}"/>
              </a:ext>
            </a:extLst>
          </p:cNvPr>
          <p:cNvGrpSpPr/>
          <p:nvPr/>
        </p:nvGrpSpPr>
        <p:grpSpPr>
          <a:xfrm>
            <a:off x="7837309" y="3558913"/>
            <a:ext cx="379420" cy="825792"/>
            <a:chOff x="7493083" y="3672429"/>
            <a:chExt cx="379420" cy="825792"/>
          </a:xfrm>
        </p:grpSpPr>
        <p:sp>
          <p:nvSpPr>
            <p:cNvPr id="292" name="직사각형 291">
              <a:extLst>
                <a:ext uri="{FF2B5EF4-FFF2-40B4-BE49-F238E27FC236}">
                  <a16:creationId xmlns:a16="http://schemas.microsoft.com/office/drawing/2014/main" id="{931BF021-7938-461F-A97A-09DB4C68A872}"/>
                </a:ext>
              </a:extLst>
            </p:cNvPr>
            <p:cNvSpPr/>
            <p:nvPr/>
          </p:nvSpPr>
          <p:spPr>
            <a:xfrm>
              <a:off x="7493083" y="3672429"/>
              <a:ext cx="379420" cy="825792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3" name="왼쪽으로 구부러진 화살표 112">
              <a:extLst>
                <a:ext uri="{FF2B5EF4-FFF2-40B4-BE49-F238E27FC236}">
                  <a16:creationId xmlns:a16="http://schemas.microsoft.com/office/drawing/2014/main" id="{4DAEC030-9308-4E8D-8F88-0EF43C1FC4B1}"/>
                </a:ext>
              </a:extLst>
            </p:cNvPr>
            <p:cNvSpPr>
              <a:spLocks/>
            </p:cNvSpPr>
            <p:nvPr/>
          </p:nvSpPr>
          <p:spPr>
            <a:xfrm>
              <a:off x="7572753" y="3791207"/>
              <a:ext cx="252000" cy="588235"/>
            </a:xfrm>
            <a:prstGeom prst="curvedLeftArrow">
              <a:avLst>
                <a:gd name="adj1" fmla="val 35161"/>
                <a:gd name="adj2" fmla="val 83125"/>
                <a:gd name="adj3" fmla="val 25000"/>
              </a:avLst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94" name="그룹 293">
            <a:extLst>
              <a:ext uri="{FF2B5EF4-FFF2-40B4-BE49-F238E27FC236}">
                <a16:creationId xmlns:a16="http://schemas.microsoft.com/office/drawing/2014/main" id="{6D92CD79-BC67-434A-9B1C-AA3CEFCA462A}"/>
              </a:ext>
            </a:extLst>
          </p:cNvPr>
          <p:cNvGrpSpPr/>
          <p:nvPr/>
        </p:nvGrpSpPr>
        <p:grpSpPr>
          <a:xfrm>
            <a:off x="7272672" y="3558913"/>
            <a:ext cx="379420" cy="825792"/>
            <a:chOff x="7493083" y="3672429"/>
            <a:chExt cx="379420" cy="825792"/>
          </a:xfrm>
        </p:grpSpPr>
        <p:sp>
          <p:nvSpPr>
            <p:cNvPr id="295" name="직사각형 294">
              <a:extLst>
                <a:ext uri="{FF2B5EF4-FFF2-40B4-BE49-F238E27FC236}">
                  <a16:creationId xmlns:a16="http://schemas.microsoft.com/office/drawing/2014/main" id="{C6A1B111-3A0F-4348-8202-DD7EAD418214}"/>
                </a:ext>
              </a:extLst>
            </p:cNvPr>
            <p:cNvSpPr/>
            <p:nvPr/>
          </p:nvSpPr>
          <p:spPr>
            <a:xfrm>
              <a:off x="7493083" y="3672429"/>
              <a:ext cx="379420" cy="825792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6" name="왼쪽으로 구부러진 화살표 112">
              <a:extLst>
                <a:ext uri="{FF2B5EF4-FFF2-40B4-BE49-F238E27FC236}">
                  <a16:creationId xmlns:a16="http://schemas.microsoft.com/office/drawing/2014/main" id="{2D408E8D-8695-4A6C-8CB0-05FC61692FCC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7572753" y="3791207"/>
              <a:ext cx="252000" cy="588235"/>
            </a:xfrm>
            <a:prstGeom prst="curvedLeftArrow">
              <a:avLst>
                <a:gd name="adj1" fmla="val 35161"/>
                <a:gd name="adj2" fmla="val 83125"/>
                <a:gd name="adj3" fmla="val 25000"/>
              </a:avLst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97" name="그룹 296">
            <a:extLst>
              <a:ext uri="{FF2B5EF4-FFF2-40B4-BE49-F238E27FC236}">
                <a16:creationId xmlns:a16="http://schemas.microsoft.com/office/drawing/2014/main" id="{06A544DD-1429-4593-A456-B45B061B113A}"/>
              </a:ext>
            </a:extLst>
          </p:cNvPr>
          <p:cNvGrpSpPr/>
          <p:nvPr/>
        </p:nvGrpSpPr>
        <p:grpSpPr>
          <a:xfrm flipH="1">
            <a:off x="6550139" y="3558913"/>
            <a:ext cx="537316" cy="853529"/>
            <a:chOff x="6421064" y="3814330"/>
            <a:chExt cx="379420" cy="853529"/>
          </a:xfrm>
        </p:grpSpPr>
        <p:sp>
          <p:nvSpPr>
            <p:cNvPr id="298" name="직사각형 297">
              <a:extLst>
                <a:ext uri="{FF2B5EF4-FFF2-40B4-BE49-F238E27FC236}">
                  <a16:creationId xmlns:a16="http://schemas.microsoft.com/office/drawing/2014/main" id="{F3F8B8FD-2928-45D5-8B3D-FDEF7528AB3E}"/>
                </a:ext>
              </a:extLst>
            </p:cNvPr>
            <p:cNvSpPr/>
            <p:nvPr/>
          </p:nvSpPr>
          <p:spPr>
            <a:xfrm>
              <a:off x="6421064" y="3814330"/>
              <a:ext cx="379420" cy="853529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9" name="오른쪽 화살표 114">
              <a:extLst>
                <a:ext uri="{FF2B5EF4-FFF2-40B4-BE49-F238E27FC236}">
                  <a16:creationId xmlns:a16="http://schemas.microsoft.com/office/drawing/2014/main" id="{DD3539D3-83CF-4B98-B289-12CF8984C0C9}"/>
                </a:ext>
              </a:extLst>
            </p:cNvPr>
            <p:cNvSpPr>
              <a:spLocks/>
            </p:cNvSpPr>
            <p:nvPr/>
          </p:nvSpPr>
          <p:spPr>
            <a:xfrm>
              <a:off x="6503497" y="4109275"/>
              <a:ext cx="252000" cy="252000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00" name="TextBox 299">
            <a:extLst>
              <a:ext uri="{FF2B5EF4-FFF2-40B4-BE49-F238E27FC236}">
                <a16:creationId xmlns:a16="http://schemas.microsoft.com/office/drawing/2014/main" id="{1467C347-386A-41D9-9337-26E2F38968FF}"/>
              </a:ext>
            </a:extLst>
          </p:cNvPr>
          <p:cNvSpPr txBox="1"/>
          <p:nvPr/>
        </p:nvSpPr>
        <p:spPr>
          <a:xfrm>
            <a:off x="1823993" y="1824962"/>
            <a:ext cx="1917834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600" b="1">
                <a:solidFill>
                  <a:prstClr val="black"/>
                </a:solidFill>
                <a:latin typeface="맑은 고딕"/>
              </a:rPr>
              <a:t>Stand-by Position</a:t>
            </a:r>
            <a:endParaRPr lang="ko-KR" altLang="en-US" sz="1600" b="1" dirty="0">
              <a:solidFill>
                <a:prstClr val="black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0421891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F3F75BA2-2932-4AAD-85EE-4298C0FA22B2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ROBOT SETTING (2)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6E01F6C9-775A-44E6-832B-6D4E32985251}"/>
              </a:ext>
            </a:extLst>
          </p:cNvPr>
          <p:cNvSpPr/>
          <p:nvPr/>
        </p:nvSpPr>
        <p:spPr>
          <a:xfrm>
            <a:off x="776288" y="1104361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76BE4E6D-F0D7-4B89-A036-D6E8E6710020}"/>
              </a:ext>
            </a:extLst>
          </p:cNvPr>
          <p:cNvSpPr/>
          <p:nvPr/>
        </p:nvSpPr>
        <p:spPr>
          <a:xfrm>
            <a:off x="776288" y="1104361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40DFE028-537A-4085-81DF-6EE06D367E61}"/>
              </a:ext>
            </a:extLst>
          </p:cNvPr>
          <p:cNvCxnSpPr/>
          <p:nvPr/>
        </p:nvCxnSpPr>
        <p:spPr>
          <a:xfrm>
            <a:off x="1737438" y="1752691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DC6E6370-DE04-4F91-85A6-D11304B67307}"/>
              </a:ext>
            </a:extLst>
          </p:cNvPr>
          <p:cNvGrpSpPr/>
          <p:nvPr/>
        </p:nvGrpSpPr>
        <p:grpSpPr>
          <a:xfrm>
            <a:off x="788952" y="3555027"/>
            <a:ext cx="936000" cy="450000"/>
            <a:chOff x="395536" y="3731115"/>
            <a:chExt cx="936000" cy="468000"/>
          </a:xfrm>
        </p:grpSpPr>
        <p:sp>
          <p:nvSpPr>
            <p:cNvPr id="208" name="빗면 32">
              <a:extLst>
                <a:ext uri="{FF2B5EF4-FFF2-40B4-BE49-F238E27FC236}">
                  <a16:creationId xmlns:a16="http://schemas.microsoft.com/office/drawing/2014/main" id="{2AD8DC3E-9986-4C91-8FE6-494411E77A83}"/>
                </a:ext>
              </a:extLst>
            </p:cNvPr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09" name="그림 208">
              <a:extLst>
                <a:ext uri="{FF2B5EF4-FFF2-40B4-BE49-F238E27FC236}">
                  <a16:creationId xmlns:a16="http://schemas.microsoft.com/office/drawing/2014/main" id="{5A5932AB-6A90-4B01-88BA-E8B45D3BB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210" name="그림 209">
              <a:extLst>
                <a:ext uri="{FF2B5EF4-FFF2-40B4-BE49-F238E27FC236}">
                  <a16:creationId xmlns:a16="http://schemas.microsoft.com/office/drawing/2014/main" id="{246B9924-3E7A-4A16-89E6-CFFDB2AEF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37C71618-B899-4310-9E74-E8B40D20495B}"/>
              </a:ext>
            </a:extLst>
          </p:cNvPr>
          <p:cNvGrpSpPr/>
          <p:nvPr/>
        </p:nvGrpSpPr>
        <p:grpSpPr>
          <a:xfrm>
            <a:off x="788952" y="4906689"/>
            <a:ext cx="936000" cy="450000"/>
            <a:chOff x="403799" y="5149683"/>
            <a:chExt cx="936000" cy="468000"/>
          </a:xfrm>
        </p:grpSpPr>
        <p:sp>
          <p:nvSpPr>
            <p:cNvPr id="212" name="빗면 77">
              <a:extLst>
                <a:ext uri="{FF2B5EF4-FFF2-40B4-BE49-F238E27FC236}">
                  <a16:creationId xmlns:a16="http://schemas.microsoft.com/office/drawing/2014/main" id="{81699C8D-3F9C-43B8-A332-8BA28D1503A4}"/>
                </a:ext>
              </a:extLst>
            </p:cNvPr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13" name="그림 212">
              <a:extLst>
                <a:ext uri="{FF2B5EF4-FFF2-40B4-BE49-F238E27FC236}">
                  <a16:creationId xmlns:a16="http://schemas.microsoft.com/office/drawing/2014/main" id="{7C0B13BD-3A09-48A3-81D4-24C6467DA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FB106879-8781-436C-95FF-8CE68650666E}"/>
              </a:ext>
            </a:extLst>
          </p:cNvPr>
          <p:cNvGrpSpPr/>
          <p:nvPr/>
        </p:nvGrpSpPr>
        <p:grpSpPr>
          <a:xfrm>
            <a:off x="788952" y="5357241"/>
            <a:ext cx="936000" cy="450000"/>
            <a:chOff x="395536" y="5625295"/>
            <a:chExt cx="936000" cy="468000"/>
          </a:xfrm>
        </p:grpSpPr>
        <p:sp>
          <p:nvSpPr>
            <p:cNvPr id="215" name="빗면 36">
              <a:extLst>
                <a:ext uri="{FF2B5EF4-FFF2-40B4-BE49-F238E27FC236}">
                  <a16:creationId xmlns:a16="http://schemas.microsoft.com/office/drawing/2014/main" id="{F8C5CF66-F768-4104-BDDE-ED633492DC1D}"/>
                </a:ext>
              </a:extLst>
            </p:cNvPr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6" name="왼쪽 화살표 1034">
              <a:extLst>
                <a:ext uri="{FF2B5EF4-FFF2-40B4-BE49-F238E27FC236}">
                  <a16:creationId xmlns:a16="http://schemas.microsoft.com/office/drawing/2014/main" id="{D7DE84AF-5BC4-450F-A0EB-232D6ACAF26E}"/>
                </a:ext>
              </a:extLst>
            </p:cNvPr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B1648A78-D153-432A-A40B-9A6887D7FF05}"/>
              </a:ext>
            </a:extLst>
          </p:cNvPr>
          <p:cNvGrpSpPr/>
          <p:nvPr/>
        </p:nvGrpSpPr>
        <p:grpSpPr>
          <a:xfrm>
            <a:off x="788952" y="1752811"/>
            <a:ext cx="936000" cy="450000"/>
            <a:chOff x="395536" y="1844823"/>
            <a:chExt cx="936000" cy="468000"/>
          </a:xfrm>
        </p:grpSpPr>
        <p:sp>
          <p:nvSpPr>
            <p:cNvPr id="218" name="빗면 28">
              <a:extLst>
                <a:ext uri="{FF2B5EF4-FFF2-40B4-BE49-F238E27FC236}">
                  <a16:creationId xmlns:a16="http://schemas.microsoft.com/office/drawing/2014/main" id="{99D38E12-06E8-4433-912E-95F68598EF3F}"/>
                </a:ext>
              </a:extLst>
            </p:cNvPr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19" name="그림 218">
              <a:extLst>
                <a:ext uri="{FF2B5EF4-FFF2-40B4-BE49-F238E27FC236}">
                  <a16:creationId xmlns:a16="http://schemas.microsoft.com/office/drawing/2014/main" id="{5268F17C-5703-42F4-8B2B-60EA94F43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2A48087A-6B3D-47E9-92CC-E4897FD26A55}"/>
              </a:ext>
            </a:extLst>
          </p:cNvPr>
          <p:cNvGrpSpPr/>
          <p:nvPr/>
        </p:nvGrpSpPr>
        <p:grpSpPr>
          <a:xfrm>
            <a:off x="788952" y="4456135"/>
            <a:ext cx="936000" cy="450000"/>
            <a:chOff x="395536" y="4674261"/>
            <a:chExt cx="936000" cy="468000"/>
          </a:xfrm>
        </p:grpSpPr>
        <p:sp>
          <p:nvSpPr>
            <p:cNvPr id="221" name="빗면 34">
              <a:extLst>
                <a:ext uri="{FF2B5EF4-FFF2-40B4-BE49-F238E27FC236}">
                  <a16:creationId xmlns:a16="http://schemas.microsoft.com/office/drawing/2014/main" id="{9C785264-8E55-4E88-B3E9-536AE7BA247C}"/>
                </a:ext>
              </a:extLst>
            </p:cNvPr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2" name="그림 221">
              <a:extLst>
                <a:ext uri="{FF2B5EF4-FFF2-40B4-BE49-F238E27FC236}">
                  <a16:creationId xmlns:a16="http://schemas.microsoft.com/office/drawing/2014/main" id="{45E88209-A2E4-4C9A-ACFD-4065DB747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73CB3A88-5773-4D4F-850A-F76D88CDC4BC}"/>
              </a:ext>
            </a:extLst>
          </p:cNvPr>
          <p:cNvGrpSpPr/>
          <p:nvPr/>
        </p:nvGrpSpPr>
        <p:grpSpPr>
          <a:xfrm>
            <a:off x="788952" y="3104473"/>
            <a:ext cx="936000" cy="450000"/>
            <a:chOff x="410776" y="3498167"/>
            <a:chExt cx="936000" cy="432000"/>
          </a:xfrm>
        </p:grpSpPr>
        <p:sp>
          <p:nvSpPr>
            <p:cNvPr id="224" name="빗면 31">
              <a:extLst>
                <a:ext uri="{FF2B5EF4-FFF2-40B4-BE49-F238E27FC236}">
                  <a16:creationId xmlns:a16="http://schemas.microsoft.com/office/drawing/2014/main" id="{6677407C-7E5B-49FD-8411-18C71D111EDA}"/>
                </a:ext>
              </a:extLst>
            </p:cNvPr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5" name="그림 224">
              <a:extLst>
                <a:ext uri="{FF2B5EF4-FFF2-40B4-BE49-F238E27FC236}">
                  <a16:creationId xmlns:a16="http://schemas.microsoft.com/office/drawing/2014/main" id="{5D2FC3FA-46DC-45DF-9F70-BE8CD5D90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97915646-1C9A-4CE4-A1F7-FBD7319ABF6A}"/>
              </a:ext>
            </a:extLst>
          </p:cNvPr>
          <p:cNvGrpSpPr/>
          <p:nvPr/>
        </p:nvGrpSpPr>
        <p:grpSpPr>
          <a:xfrm>
            <a:off x="788952" y="2203365"/>
            <a:ext cx="936000" cy="450000"/>
            <a:chOff x="410776" y="2635965"/>
            <a:chExt cx="936000" cy="432000"/>
          </a:xfrm>
        </p:grpSpPr>
        <p:sp>
          <p:nvSpPr>
            <p:cNvPr id="227" name="빗면 29">
              <a:extLst>
                <a:ext uri="{FF2B5EF4-FFF2-40B4-BE49-F238E27FC236}">
                  <a16:creationId xmlns:a16="http://schemas.microsoft.com/office/drawing/2014/main" id="{92B4CAFE-1A88-444A-9134-E85E2E91DA41}"/>
                </a:ext>
              </a:extLst>
            </p:cNvPr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8" name="그림 227">
              <a:extLst>
                <a:ext uri="{FF2B5EF4-FFF2-40B4-BE49-F238E27FC236}">
                  <a16:creationId xmlns:a16="http://schemas.microsoft.com/office/drawing/2014/main" id="{04339D65-98F3-48A1-83C8-C11AD61E1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649AED10-C1FA-412D-9024-C4B9D6915705}"/>
              </a:ext>
            </a:extLst>
          </p:cNvPr>
          <p:cNvGrpSpPr/>
          <p:nvPr/>
        </p:nvGrpSpPr>
        <p:grpSpPr>
          <a:xfrm>
            <a:off x="788952" y="2653919"/>
            <a:ext cx="936000" cy="450000"/>
            <a:chOff x="410776" y="3067066"/>
            <a:chExt cx="936000" cy="432000"/>
          </a:xfrm>
        </p:grpSpPr>
        <p:sp>
          <p:nvSpPr>
            <p:cNvPr id="230" name="빗면 30">
              <a:extLst>
                <a:ext uri="{FF2B5EF4-FFF2-40B4-BE49-F238E27FC236}">
                  <a16:creationId xmlns:a16="http://schemas.microsoft.com/office/drawing/2014/main" id="{132B115B-20DA-4954-9569-2D2049E7AF12}"/>
                </a:ext>
              </a:extLst>
            </p:cNvPr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31" name="그림 230">
              <a:extLst>
                <a:ext uri="{FF2B5EF4-FFF2-40B4-BE49-F238E27FC236}">
                  <a16:creationId xmlns:a16="http://schemas.microsoft.com/office/drawing/2014/main" id="{410AB101-3464-46DC-AD79-D77A225D7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232" name="그림 231">
              <a:extLst>
                <a:ext uri="{FF2B5EF4-FFF2-40B4-BE49-F238E27FC236}">
                  <a16:creationId xmlns:a16="http://schemas.microsoft.com/office/drawing/2014/main" id="{7F233399-F129-4A48-ADF5-300AF36D3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233" name="그림 232">
              <a:extLst>
                <a:ext uri="{FF2B5EF4-FFF2-40B4-BE49-F238E27FC236}">
                  <a16:creationId xmlns:a16="http://schemas.microsoft.com/office/drawing/2014/main" id="{37B1920F-516A-414A-835C-6672F5A15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26E1CB01-17A3-4C66-B470-885BF9A45DBB}"/>
              </a:ext>
            </a:extLst>
          </p:cNvPr>
          <p:cNvGrpSpPr/>
          <p:nvPr/>
        </p:nvGrpSpPr>
        <p:grpSpPr>
          <a:xfrm>
            <a:off x="788952" y="4005581"/>
            <a:ext cx="936000" cy="450000"/>
            <a:chOff x="410776" y="4360369"/>
            <a:chExt cx="936000" cy="432000"/>
          </a:xfrm>
        </p:grpSpPr>
        <p:sp>
          <p:nvSpPr>
            <p:cNvPr id="235" name="빗면 33">
              <a:extLst>
                <a:ext uri="{FF2B5EF4-FFF2-40B4-BE49-F238E27FC236}">
                  <a16:creationId xmlns:a16="http://schemas.microsoft.com/office/drawing/2014/main" id="{D5200722-33E9-42D2-94AC-F97115F834AC}"/>
                </a:ext>
              </a:extLst>
            </p:cNvPr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36" name="그림 235">
              <a:extLst>
                <a:ext uri="{FF2B5EF4-FFF2-40B4-BE49-F238E27FC236}">
                  <a16:creationId xmlns:a16="http://schemas.microsoft.com/office/drawing/2014/main" id="{A19A51AA-C255-47DA-B077-5DB7A9D32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26A8E73B-7DD9-4EF6-9365-35087C5CBE57}"/>
              </a:ext>
            </a:extLst>
          </p:cNvPr>
          <p:cNvGrpSpPr/>
          <p:nvPr/>
        </p:nvGrpSpPr>
        <p:grpSpPr>
          <a:xfrm>
            <a:off x="788952" y="5357241"/>
            <a:ext cx="936000" cy="450000"/>
            <a:chOff x="399664" y="5640976"/>
            <a:chExt cx="936000" cy="450000"/>
          </a:xfrm>
        </p:grpSpPr>
        <p:sp>
          <p:nvSpPr>
            <p:cNvPr id="238" name="빗면 49">
              <a:extLst>
                <a:ext uri="{FF2B5EF4-FFF2-40B4-BE49-F238E27FC236}">
                  <a16:creationId xmlns:a16="http://schemas.microsoft.com/office/drawing/2014/main" id="{E33AB4A5-CDFC-4215-AA9D-DF804C728320}"/>
                </a:ext>
              </a:extLst>
            </p:cNvPr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39" name="그림 238">
              <a:extLst>
                <a:ext uri="{FF2B5EF4-FFF2-40B4-BE49-F238E27FC236}">
                  <a16:creationId xmlns:a16="http://schemas.microsoft.com/office/drawing/2014/main" id="{F9BFEE88-3055-4B36-899E-E7B508D2D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F265743E-F94D-443E-BF42-E86C0150A736}"/>
              </a:ext>
            </a:extLst>
          </p:cNvPr>
          <p:cNvSpPr/>
          <p:nvPr/>
        </p:nvSpPr>
        <p:spPr>
          <a:xfrm>
            <a:off x="771613" y="1561089"/>
            <a:ext cx="7200000" cy="180000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16BF338B-08C4-4C3C-840C-50EF75C89F5D}"/>
              </a:ext>
            </a:extLst>
          </p:cNvPr>
          <p:cNvSpPr/>
          <p:nvPr/>
        </p:nvSpPr>
        <p:spPr>
          <a:xfrm>
            <a:off x="771613" y="1561087"/>
            <a:ext cx="7200000" cy="90000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41B48C38-C66F-4676-9841-E740992C940A}"/>
              </a:ext>
            </a:extLst>
          </p:cNvPr>
          <p:cNvCxnSpPr/>
          <p:nvPr/>
        </p:nvCxnSpPr>
        <p:spPr>
          <a:xfrm>
            <a:off x="776288" y="1561089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id="{9B54B04F-2541-4B41-8FA6-761BB95855AC}"/>
              </a:ext>
            </a:extLst>
          </p:cNvPr>
          <p:cNvCxnSpPr/>
          <p:nvPr/>
        </p:nvCxnSpPr>
        <p:spPr>
          <a:xfrm>
            <a:off x="771613" y="1745363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44" name="TextBox 243">
            <a:extLst>
              <a:ext uri="{FF2B5EF4-FFF2-40B4-BE49-F238E27FC236}">
                <a16:creationId xmlns:a16="http://schemas.microsoft.com/office/drawing/2014/main" id="{BEE187EE-4A42-4ADD-88A6-EA6BC9FA6AEF}"/>
              </a:ext>
            </a:extLst>
          </p:cNvPr>
          <p:cNvSpPr txBox="1"/>
          <p:nvPr/>
        </p:nvSpPr>
        <p:spPr>
          <a:xfrm>
            <a:off x="798293" y="1521859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36B0EB88-D2A5-46DF-B5BC-C724E346BB93}"/>
              </a:ext>
            </a:extLst>
          </p:cNvPr>
          <p:cNvCxnSpPr/>
          <p:nvPr/>
        </p:nvCxnSpPr>
        <p:spPr>
          <a:xfrm rot="5400000">
            <a:off x="7886100" y="1651089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246" name="그룹 245">
            <a:extLst>
              <a:ext uri="{FF2B5EF4-FFF2-40B4-BE49-F238E27FC236}">
                <a16:creationId xmlns:a16="http://schemas.microsoft.com/office/drawing/2014/main" id="{BFBD774B-9962-4EF8-90A7-CE5187429E2E}"/>
              </a:ext>
            </a:extLst>
          </p:cNvPr>
          <p:cNvGrpSpPr/>
          <p:nvPr/>
        </p:nvGrpSpPr>
        <p:grpSpPr>
          <a:xfrm>
            <a:off x="4673256" y="1785357"/>
            <a:ext cx="1260000" cy="417454"/>
            <a:chOff x="4700960" y="2069092"/>
            <a:chExt cx="1260000" cy="417454"/>
          </a:xfrm>
        </p:grpSpPr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D3BBB72F-46DF-4473-AB00-2A04A9D55050}"/>
                </a:ext>
              </a:extLst>
            </p:cNvPr>
            <p:cNvSpPr/>
            <p:nvPr/>
          </p:nvSpPr>
          <p:spPr>
            <a:xfrm>
              <a:off x="4700960" y="2069092"/>
              <a:ext cx="1260000" cy="417454"/>
            </a:xfrm>
            <a:prstGeom prst="rect">
              <a:avLst/>
            </a:prstGeom>
            <a:solidFill>
              <a:srgbClr val="4BACC6">
                <a:lumMod val="40000"/>
                <a:lumOff val="6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E28BDA3D-B25A-4A37-A415-7BBF9FA43A49}"/>
                </a:ext>
              </a:extLst>
            </p:cNvPr>
            <p:cNvSpPr txBox="1"/>
            <p:nvPr/>
          </p:nvSpPr>
          <p:spPr>
            <a:xfrm>
              <a:off x="4934857" y="2147014"/>
              <a:ext cx="792205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</a:rPr>
                <a:t>Stand-by</a:t>
              </a: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249" name="그룹 248">
            <a:extLst>
              <a:ext uri="{FF2B5EF4-FFF2-40B4-BE49-F238E27FC236}">
                <a16:creationId xmlns:a16="http://schemas.microsoft.com/office/drawing/2014/main" id="{A749A1D6-6BC9-4A84-BB8F-E3D61CDE799F}"/>
              </a:ext>
            </a:extLst>
          </p:cNvPr>
          <p:cNvGrpSpPr/>
          <p:nvPr/>
        </p:nvGrpSpPr>
        <p:grpSpPr>
          <a:xfrm>
            <a:off x="7805744" y="1785357"/>
            <a:ext cx="1260000" cy="417454"/>
            <a:chOff x="7452320" y="2069092"/>
            <a:chExt cx="1260000" cy="417454"/>
          </a:xfrm>
        </p:grpSpPr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D0099E20-F041-416F-BAAA-4766715052BB}"/>
                </a:ext>
              </a:extLst>
            </p:cNvPr>
            <p:cNvSpPr/>
            <p:nvPr/>
          </p:nvSpPr>
          <p:spPr>
            <a:xfrm>
              <a:off x="7452320" y="2069092"/>
              <a:ext cx="1260000" cy="417454"/>
            </a:xfrm>
            <a:prstGeom prst="rect">
              <a:avLst/>
            </a:prstGeom>
            <a:solidFill>
              <a:srgbClr val="4BACC6">
                <a:lumMod val="40000"/>
                <a:lumOff val="6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B6171799-AF10-4FC4-8EC9-28B77D6BFF54}"/>
                </a:ext>
              </a:extLst>
            </p:cNvPr>
            <p:cNvSpPr txBox="1"/>
            <p:nvPr/>
          </p:nvSpPr>
          <p:spPr>
            <a:xfrm>
              <a:off x="7739566" y="2123931"/>
              <a:ext cx="685509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</a:rPr>
                <a:t>Purge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1103D349-759D-47D5-A902-334EF39836EB}"/>
              </a:ext>
            </a:extLst>
          </p:cNvPr>
          <p:cNvGrpSpPr/>
          <p:nvPr/>
        </p:nvGrpSpPr>
        <p:grpSpPr>
          <a:xfrm>
            <a:off x="6239500" y="1785357"/>
            <a:ext cx="1260000" cy="417454"/>
            <a:chOff x="6076640" y="2069092"/>
            <a:chExt cx="1260000" cy="417454"/>
          </a:xfrm>
        </p:grpSpPr>
        <p:sp>
          <p:nvSpPr>
            <p:cNvPr id="253" name="직사각형 252">
              <a:extLst>
                <a:ext uri="{FF2B5EF4-FFF2-40B4-BE49-F238E27FC236}">
                  <a16:creationId xmlns:a16="http://schemas.microsoft.com/office/drawing/2014/main" id="{C9C4B7A1-18AD-4E04-BC15-3C36C5DF42D4}"/>
                </a:ext>
              </a:extLst>
            </p:cNvPr>
            <p:cNvSpPr/>
            <p:nvPr/>
          </p:nvSpPr>
          <p:spPr>
            <a:xfrm>
              <a:off x="6076640" y="2069092"/>
              <a:ext cx="1260000" cy="417454"/>
            </a:xfrm>
            <a:prstGeom prst="rect">
              <a:avLst/>
            </a:prstGeom>
            <a:solidFill>
              <a:srgbClr val="66FF66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 prst="relaxedInset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306E2513-6F93-4973-BB11-A92B394FA878}"/>
                </a:ext>
              </a:extLst>
            </p:cNvPr>
            <p:cNvSpPr txBox="1"/>
            <p:nvPr/>
          </p:nvSpPr>
          <p:spPr>
            <a:xfrm>
              <a:off x="6375460" y="2123931"/>
              <a:ext cx="662361" cy="30777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prst="relaxedInset"/>
            </a:sp3d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</a:rPr>
                <a:t>Spray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55" name="직사각형 254">
            <a:extLst>
              <a:ext uri="{FF2B5EF4-FFF2-40B4-BE49-F238E27FC236}">
                <a16:creationId xmlns:a16="http://schemas.microsoft.com/office/drawing/2014/main" id="{6E7EA9B0-63B9-45E2-A380-C1129AE582B6}"/>
              </a:ext>
            </a:extLst>
          </p:cNvPr>
          <p:cNvSpPr/>
          <p:nvPr/>
        </p:nvSpPr>
        <p:spPr>
          <a:xfrm>
            <a:off x="2009320" y="5160521"/>
            <a:ext cx="3240000" cy="577032"/>
          </a:xfrm>
          <a:prstGeom prst="rect">
            <a:avLst/>
          </a:prstGeom>
          <a:solidFill>
            <a:srgbClr val="92D050"/>
          </a:solidFill>
          <a:ln w="158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SELECT ROBOT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POSITION SAVE</a:t>
            </a:r>
            <a:endParaRPr kumimoji="0" lang="ko-KR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6" name="직사각형 255">
            <a:extLst>
              <a:ext uri="{FF2B5EF4-FFF2-40B4-BE49-F238E27FC236}">
                <a16:creationId xmlns:a16="http://schemas.microsoft.com/office/drawing/2014/main" id="{6CEE8368-0C2C-4F78-B328-199FCB247DE4}"/>
              </a:ext>
            </a:extLst>
          </p:cNvPr>
          <p:cNvSpPr/>
          <p:nvPr/>
        </p:nvSpPr>
        <p:spPr>
          <a:xfrm>
            <a:off x="5609360" y="5160521"/>
            <a:ext cx="3240000" cy="577032"/>
          </a:xfrm>
          <a:prstGeom prst="rect">
            <a:avLst/>
          </a:prstGeom>
          <a:solidFill>
            <a:srgbClr val="FF3300"/>
          </a:solidFill>
          <a:ln w="158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ALL ROBOT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POSITION SAVE</a:t>
            </a:r>
            <a:endParaRPr kumimoji="0" lang="ko-KR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162B5FDF-1415-47F8-AA12-05C17865D5A4}"/>
              </a:ext>
            </a:extLst>
          </p:cNvPr>
          <p:cNvCxnSpPr/>
          <p:nvPr/>
        </p:nvCxnSpPr>
        <p:spPr>
          <a:xfrm>
            <a:off x="1744395" y="5089481"/>
            <a:ext cx="7393357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5B35912D-0318-4319-8A4B-613C729A1573}"/>
              </a:ext>
            </a:extLst>
          </p:cNvPr>
          <p:cNvSpPr txBox="1"/>
          <p:nvPr/>
        </p:nvSpPr>
        <p:spPr>
          <a:xfrm>
            <a:off x="771613" y="1186531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E1CAB835-D814-47F4-BC5C-04E8B39EA9F9}"/>
              </a:ext>
            </a:extLst>
          </p:cNvPr>
          <p:cNvCxnSpPr>
            <a:cxnSpLocks/>
          </p:cNvCxnSpPr>
          <p:nvPr/>
        </p:nvCxnSpPr>
        <p:spPr>
          <a:xfrm>
            <a:off x="776288" y="1561089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6B8DD300-AAE5-4B73-92E6-40B09819B231}"/>
              </a:ext>
            </a:extLst>
          </p:cNvPr>
          <p:cNvCxnSpPr>
            <a:cxnSpLocks/>
          </p:cNvCxnSpPr>
          <p:nvPr/>
        </p:nvCxnSpPr>
        <p:spPr>
          <a:xfrm rot="5400000">
            <a:off x="7886100" y="1651089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31D37138-7AF6-405C-B5A4-4FB8ED3B1B8F}"/>
              </a:ext>
            </a:extLst>
          </p:cNvPr>
          <p:cNvSpPr txBox="1"/>
          <p:nvPr/>
        </p:nvSpPr>
        <p:spPr>
          <a:xfrm>
            <a:off x="8295207" y="1541319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prstClr val="black"/>
                </a:solidFill>
                <a:latin typeface="맑은 고딕"/>
              </a:rPr>
              <a:t>ENG</a:t>
            </a:r>
            <a:endParaRPr lang="en-US" altLang="ko-KR" sz="9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106DA1A6-AFBD-44EC-A8B1-EB19A43E7457}"/>
              </a:ext>
            </a:extLst>
          </p:cNvPr>
          <p:cNvSpPr txBox="1"/>
          <p:nvPr/>
        </p:nvSpPr>
        <p:spPr>
          <a:xfrm>
            <a:off x="4076270" y="1148059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sp>
        <p:nvSpPr>
          <p:cNvPr id="263" name="빗면 7">
            <a:extLst>
              <a:ext uri="{FF2B5EF4-FFF2-40B4-BE49-F238E27FC236}">
                <a16:creationId xmlns:a16="http://schemas.microsoft.com/office/drawing/2014/main" id="{572928D1-6978-4174-A48D-50950B3FC2BC}"/>
              </a:ext>
            </a:extLst>
          </p:cNvPr>
          <p:cNvSpPr/>
          <p:nvPr/>
        </p:nvSpPr>
        <p:spPr>
          <a:xfrm>
            <a:off x="3186881" y="1121641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4" name="직사각형 263">
            <a:extLst>
              <a:ext uri="{FF2B5EF4-FFF2-40B4-BE49-F238E27FC236}">
                <a16:creationId xmlns:a16="http://schemas.microsoft.com/office/drawing/2014/main" id="{D4F58D78-D14E-4D66-BE67-3696EEA52592}"/>
              </a:ext>
            </a:extLst>
          </p:cNvPr>
          <p:cNvSpPr/>
          <p:nvPr/>
        </p:nvSpPr>
        <p:spPr>
          <a:xfrm>
            <a:off x="7544355" y="1560030"/>
            <a:ext cx="609699" cy="164414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n-cs"/>
              </a:rPr>
              <a:t>language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395C8C03-5DA7-4EBB-9BAD-506D0165DEC8}"/>
              </a:ext>
            </a:extLst>
          </p:cNvPr>
          <p:cNvSpPr/>
          <p:nvPr/>
        </p:nvSpPr>
        <p:spPr>
          <a:xfrm>
            <a:off x="8936917" y="1580014"/>
            <a:ext cx="194199" cy="159591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FDAC61B1-A792-49D7-9625-E024F65739EA}"/>
              </a:ext>
            </a:extLst>
          </p:cNvPr>
          <p:cNvSpPr txBox="1"/>
          <p:nvPr/>
        </p:nvSpPr>
        <p:spPr>
          <a:xfrm>
            <a:off x="6844395" y="1139458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6FF2ED9C-D595-4D01-A0FE-B816A2D531BA}"/>
              </a:ext>
            </a:extLst>
          </p:cNvPr>
          <p:cNvSpPr txBox="1"/>
          <p:nvPr/>
        </p:nvSpPr>
        <p:spPr>
          <a:xfrm>
            <a:off x="3495472" y="1148059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ROBOT SETTING</a:t>
            </a:r>
          </a:p>
        </p:txBody>
      </p:sp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61B18DC9-E549-4DD8-B0D0-8089809B1F2A}"/>
              </a:ext>
            </a:extLst>
          </p:cNvPr>
          <p:cNvSpPr/>
          <p:nvPr/>
        </p:nvSpPr>
        <p:spPr>
          <a:xfrm>
            <a:off x="6467443" y="2353177"/>
            <a:ext cx="2619494" cy="2670224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C48F7538-9E81-4E5C-9968-E7F47AA8A3CC}"/>
              </a:ext>
            </a:extLst>
          </p:cNvPr>
          <p:cNvGrpSpPr/>
          <p:nvPr/>
        </p:nvGrpSpPr>
        <p:grpSpPr>
          <a:xfrm>
            <a:off x="1790986" y="2335206"/>
            <a:ext cx="4663969" cy="921852"/>
            <a:chOff x="1409600" y="2069092"/>
            <a:chExt cx="2160000" cy="417454"/>
          </a:xfrm>
        </p:grpSpPr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5FF558F7-C07E-45CB-AFD7-688CA2400650}"/>
                </a:ext>
              </a:extLst>
            </p:cNvPr>
            <p:cNvSpPr/>
            <p:nvPr/>
          </p:nvSpPr>
          <p:spPr>
            <a:xfrm>
              <a:off x="1409600" y="2069092"/>
              <a:ext cx="2160000" cy="417454"/>
            </a:xfrm>
            <a:prstGeom prst="rect">
              <a:avLst/>
            </a:prstGeom>
            <a:solidFill>
              <a:srgbClr val="C0504D">
                <a:lumMod val="40000"/>
                <a:lumOff val="6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FB619ADB-3FDD-4B43-AEA0-CDFD88B339DF}"/>
                </a:ext>
              </a:extLst>
            </p:cNvPr>
            <p:cNvSpPr txBox="1"/>
            <p:nvPr/>
          </p:nvSpPr>
          <p:spPr>
            <a:xfrm>
              <a:off x="1499265" y="2088981"/>
              <a:ext cx="1077048" cy="14624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</a:rPr>
                <a:t>ROBOT NUMBER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</a:endParaRPr>
            </a:p>
          </p:txBody>
        </p:sp>
      </p:grp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0BAC6ED2-FDBD-4BB9-BDEF-12F5C69B9624}"/>
              </a:ext>
            </a:extLst>
          </p:cNvPr>
          <p:cNvGrpSpPr/>
          <p:nvPr/>
        </p:nvGrpSpPr>
        <p:grpSpPr>
          <a:xfrm>
            <a:off x="2698589" y="2750499"/>
            <a:ext cx="1260000" cy="417454"/>
            <a:chOff x="3325280" y="2069092"/>
            <a:chExt cx="1260000" cy="417454"/>
          </a:xfrm>
        </p:grpSpPr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CD362FAF-EC85-454A-BD38-AB0DD24E8DCF}"/>
                </a:ext>
              </a:extLst>
            </p:cNvPr>
            <p:cNvSpPr/>
            <p:nvPr/>
          </p:nvSpPr>
          <p:spPr>
            <a:xfrm>
              <a:off x="3325280" y="2069092"/>
              <a:ext cx="1260000" cy="417454"/>
            </a:xfrm>
            <a:prstGeom prst="rect">
              <a:avLst/>
            </a:prstGeom>
            <a:solidFill>
              <a:srgbClr val="C0504D">
                <a:lumMod val="40000"/>
                <a:lumOff val="6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D58B3A19-EF26-4F29-A0B4-BB38A36A8F31}"/>
                </a:ext>
              </a:extLst>
            </p:cNvPr>
            <p:cNvSpPr txBox="1"/>
            <p:nvPr/>
          </p:nvSpPr>
          <p:spPr>
            <a:xfrm>
              <a:off x="3359603" y="2130741"/>
              <a:ext cx="1191353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</a:rPr>
                <a:t>ROBOT SELECT</a:t>
              </a: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08FF4279-A6A3-4C0D-94AB-CEC652FA22CF}"/>
              </a:ext>
            </a:extLst>
          </p:cNvPr>
          <p:cNvSpPr/>
          <p:nvPr/>
        </p:nvSpPr>
        <p:spPr>
          <a:xfrm>
            <a:off x="3989320" y="2436927"/>
            <a:ext cx="1260000" cy="736299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12</a:t>
            </a:r>
            <a:endParaRPr kumimoji="0" lang="ko-KR" altLang="en-US" sz="6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76" name="표 275">
            <a:extLst>
              <a:ext uri="{FF2B5EF4-FFF2-40B4-BE49-F238E27FC236}">
                <a16:creationId xmlns:a16="http://schemas.microsoft.com/office/drawing/2014/main" id="{AA754065-81B4-447A-B97F-FB641D1E8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697960"/>
              </p:ext>
            </p:extLst>
          </p:nvPr>
        </p:nvGraphicFramePr>
        <p:xfrm>
          <a:off x="1861022" y="3254742"/>
          <a:ext cx="4560320" cy="1768659"/>
        </p:xfrm>
        <a:graphic>
          <a:graphicData uri="http://schemas.openxmlformats.org/drawingml/2006/table">
            <a:tbl>
              <a:tblPr firstRow="1" bandRow="1"/>
              <a:tblGrid>
                <a:gridCol w="1140080">
                  <a:extLst>
                    <a:ext uri="{9D8B030D-6E8A-4147-A177-3AD203B41FA5}">
                      <a16:colId xmlns:a16="http://schemas.microsoft.com/office/drawing/2014/main" val="2214520152"/>
                    </a:ext>
                  </a:extLst>
                </a:gridCol>
                <a:gridCol w="1140080">
                  <a:extLst>
                    <a:ext uri="{9D8B030D-6E8A-4147-A177-3AD203B41FA5}">
                      <a16:colId xmlns:a16="http://schemas.microsoft.com/office/drawing/2014/main" val="3900659641"/>
                    </a:ext>
                  </a:extLst>
                </a:gridCol>
                <a:gridCol w="1140080">
                  <a:extLst>
                    <a:ext uri="{9D8B030D-6E8A-4147-A177-3AD203B41FA5}">
                      <a16:colId xmlns:a16="http://schemas.microsoft.com/office/drawing/2014/main" val="3636385385"/>
                    </a:ext>
                  </a:extLst>
                </a:gridCol>
                <a:gridCol w="1140080">
                  <a:extLst>
                    <a:ext uri="{9D8B030D-6E8A-4147-A177-3AD203B41FA5}">
                      <a16:colId xmlns:a16="http://schemas.microsoft.com/office/drawing/2014/main" val="3958164421"/>
                    </a:ext>
                  </a:extLst>
                </a:gridCol>
              </a:tblGrid>
              <a:tr h="48349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SET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ACT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TARGET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464851"/>
                  </a:ext>
                </a:extLst>
              </a:tr>
              <a:tr h="4283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/>
                        <a:t>J1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151914"/>
                  </a:ext>
                </a:extLst>
              </a:tr>
              <a:tr h="4283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/>
                        <a:t>J2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02105"/>
                  </a:ext>
                </a:extLst>
              </a:tr>
              <a:tr h="4283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/>
                        <a:t>J3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94139"/>
                  </a:ext>
                </a:extLst>
              </a:tr>
            </a:tbl>
          </a:graphicData>
        </a:graphic>
      </p:graphicFrame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37FDEBC7-8AB6-4035-9C97-A691AEDF049A}"/>
              </a:ext>
            </a:extLst>
          </p:cNvPr>
          <p:cNvCxnSpPr/>
          <p:nvPr/>
        </p:nvCxnSpPr>
        <p:spPr>
          <a:xfrm>
            <a:off x="1748256" y="2271038"/>
            <a:ext cx="7393357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DA5090C3-F11F-4B8A-89AC-F428050CF6FE}"/>
              </a:ext>
            </a:extLst>
          </p:cNvPr>
          <p:cNvSpPr/>
          <p:nvPr/>
        </p:nvSpPr>
        <p:spPr>
          <a:xfrm>
            <a:off x="6509600" y="2340905"/>
            <a:ext cx="1260000" cy="491575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POSITION MOVE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5A96306F-2CFE-43D2-86A8-5F19FF01DFC3}"/>
              </a:ext>
            </a:extLst>
          </p:cNvPr>
          <p:cNvSpPr/>
          <p:nvPr/>
        </p:nvSpPr>
        <p:spPr>
          <a:xfrm>
            <a:off x="7805744" y="2340905"/>
            <a:ext cx="1260000" cy="503045"/>
          </a:xfrm>
          <a:prstGeom prst="rect">
            <a:avLst/>
          </a:prstGeom>
          <a:solidFill>
            <a:srgbClr val="FF33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MOVE STOP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30FBA375-B909-4786-8D8C-0AFE4680F599}"/>
              </a:ext>
            </a:extLst>
          </p:cNvPr>
          <p:cNvGrpSpPr/>
          <p:nvPr/>
        </p:nvGrpSpPr>
        <p:grpSpPr>
          <a:xfrm>
            <a:off x="8397272" y="3534087"/>
            <a:ext cx="568830" cy="853529"/>
            <a:chOff x="6421064" y="3814330"/>
            <a:chExt cx="379420" cy="853529"/>
          </a:xfrm>
        </p:grpSpPr>
        <p:sp>
          <p:nvSpPr>
            <p:cNvPr id="281" name="직사각형 280">
              <a:extLst>
                <a:ext uri="{FF2B5EF4-FFF2-40B4-BE49-F238E27FC236}">
                  <a16:creationId xmlns:a16="http://schemas.microsoft.com/office/drawing/2014/main" id="{A6DEB024-6452-42B6-A313-EB61964647A3}"/>
                </a:ext>
              </a:extLst>
            </p:cNvPr>
            <p:cNvSpPr/>
            <p:nvPr/>
          </p:nvSpPr>
          <p:spPr>
            <a:xfrm>
              <a:off x="6421064" y="3814330"/>
              <a:ext cx="379420" cy="853529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2" name="오른쪽 화살표 114">
              <a:extLst>
                <a:ext uri="{FF2B5EF4-FFF2-40B4-BE49-F238E27FC236}">
                  <a16:creationId xmlns:a16="http://schemas.microsoft.com/office/drawing/2014/main" id="{9619AA53-0D51-453C-A33A-B9305097566B}"/>
                </a:ext>
              </a:extLst>
            </p:cNvPr>
            <p:cNvSpPr>
              <a:spLocks/>
            </p:cNvSpPr>
            <p:nvPr/>
          </p:nvSpPr>
          <p:spPr>
            <a:xfrm>
              <a:off x="6503497" y="4109275"/>
              <a:ext cx="252000" cy="252000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8FC25067-4147-4DFC-B296-703BFF7B2D6B}"/>
              </a:ext>
            </a:extLst>
          </p:cNvPr>
          <p:cNvCxnSpPr/>
          <p:nvPr/>
        </p:nvCxnSpPr>
        <p:spPr>
          <a:xfrm>
            <a:off x="1744395" y="5089481"/>
            <a:ext cx="7393357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27CFECBD-3752-4259-9CF5-AA6F8670E8DE}"/>
              </a:ext>
            </a:extLst>
          </p:cNvPr>
          <p:cNvGrpSpPr/>
          <p:nvPr/>
        </p:nvGrpSpPr>
        <p:grpSpPr>
          <a:xfrm flipH="1">
            <a:off x="7269400" y="4495099"/>
            <a:ext cx="942653" cy="471316"/>
            <a:chOff x="6241982" y="4082741"/>
            <a:chExt cx="942653" cy="372072"/>
          </a:xfrm>
        </p:grpSpPr>
        <p:sp>
          <p:nvSpPr>
            <p:cNvPr id="285" name="직사각형 284">
              <a:extLst>
                <a:ext uri="{FF2B5EF4-FFF2-40B4-BE49-F238E27FC236}">
                  <a16:creationId xmlns:a16="http://schemas.microsoft.com/office/drawing/2014/main" id="{46213DA1-FDFF-4BE7-B417-82062AA00B8B}"/>
                </a:ext>
              </a:extLst>
            </p:cNvPr>
            <p:cNvSpPr/>
            <p:nvPr/>
          </p:nvSpPr>
          <p:spPr>
            <a:xfrm>
              <a:off x="6241982" y="4082741"/>
              <a:ext cx="942653" cy="372072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6" name="오른쪽 화살표 114">
              <a:extLst>
                <a:ext uri="{FF2B5EF4-FFF2-40B4-BE49-F238E27FC236}">
                  <a16:creationId xmlns:a16="http://schemas.microsoft.com/office/drawing/2014/main" id="{9B157B7C-13E0-482F-AEA2-42CB89E43342}"/>
                </a:ext>
              </a:extLst>
            </p:cNvPr>
            <p:cNvSpPr>
              <a:spLocks/>
            </p:cNvSpPr>
            <p:nvPr/>
          </p:nvSpPr>
          <p:spPr>
            <a:xfrm rot="5400000">
              <a:off x="6601079" y="4152977"/>
              <a:ext cx="252000" cy="252000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87" name="직사각형 286">
            <a:extLst>
              <a:ext uri="{FF2B5EF4-FFF2-40B4-BE49-F238E27FC236}">
                <a16:creationId xmlns:a16="http://schemas.microsoft.com/office/drawing/2014/main" id="{F46BACB9-93CC-40DA-8B15-158A2CA107B4}"/>
              </a:ext>
            </a:extLst>
          </p:cNvPr>
          <p:cNvSpPr/>
          <p:nvPr/>
        </p:nvSpPr>
        <p:spPr>
          <a:xfrm flipH="1">
            <a:off x="7255429" y="2920690"/>
            <a:ext cx="942647" cy="492798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8" name="위쪽 화살표 115">
            <a:extLst>
              <a:ext uri="{FF2B5EF4-FFF2-40B4-BE49-F238E27FC236}">
                <a16:creationId xmlns:a16="http://schemas.microsoft.com/office/drawing/2014/main" id="{4E978D1C-63CD-4CF7-A4A7-1AA9CF1EBE16}"/>
              </a:ext>
            </a:extLst>
          </p:cNvPr>
          <p:cNvSpPr>
            <a:spLocks/>
          </p:cNvSpPr>
          <p:nvPr/>
        </p:nvSpPr>
        <p:spPr>
          <a:xfrm>
            <a:off x="7600752" y="3027675"/>
            <a:ext cx="252000" cy="252000"/>
          </a:xfrm>
          <a:prstGeom prst="upArrow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C87D2F34-657D-4848-AA54-87BEBAB160E5}"/>
              </a:ext>
            </a:extLst>
          </p:cNvPr>
          <p:cNvGrpSpPr/>
          <p:nvPr/>
        </p:nvGrpSpPr>
        <p:grpSpPr>
          <a:xfrm>
            <a:off x="7832634" y="3561829"/>
            <a:ext cx="379420" cy="825792"/>
            <a:chOff x="7493083" y="3672429"/>
            <a:chExt cx="379420" cy="825792"/>
          </a:xfrm>
        </p:grpSpPr>
        <p:sp>
          <p:nvSpPr>
            <p:cNvPr id="290" name="직사각형 289">
              <a:extLst>
                <a:ext uri="{FF2B5EF4-FFF2-40B4-BE49-F238E27FC236}">
                  <a16:creationId xmlns:a16="http://schemas.microsoft.com/office/drawing/2014/main" id="{993DF497-E4AF-446C-89D8-3058CA44F2EA}"/>
                </a:ext>
              </a:extLst>
            </p:cNvPr>
            <p:cNvSpPr/>
            <p:nvPr/>
          </p:nvSpPr>
          <p:spPr>
            <a:xfrm>
              <a:off x="7493083" y="3672429"/>
              <a:ext cx="379420" cy="825792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1" name="왼쪽으로 구부러진 화살표 112">
              <a:extLst>
                <a:ext uri="{FF2B5EF4-FFF2-40B4-BE49-F238E27FC236}">
                  <a16:creationId xmlns:a16="http://schemas.microsoft.com/office/drawing/2014/main" id="{1C6E67A4-7229-4733-8E80-CA2AD9B6A8BF}"/>
                </a:ext>
              </a:extLst>
            </p:cNvPr>
            <p:cNvSpPr>
              <a:spLocks/>
            </p:cNvSpPr>
            <p:nvPr/>
          </p:nvSpPr>
          <p:spPr>
            <a:xfrm>
              <a:off x="7572753" y="3791207"/>
              <a:ext cx="252000" cy="588235"/>
            </a:xfrm>
            <a:prstGeom prst="curvedLeftArrow">
              <a:avLst>
                <a:gd name="adj1" fmla="val 35161"/>
                <a:gd name="adj2" fmla="val 83125"/>
                <a:gd name="adj3" fmla="val 25000"/>
              </a:avLst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A98A0DBB-B630-4729-8D25-31BB453930D5}"/>
              </a:ext>
            </a:extLst>
          </p:cNvPr>
          <p:cNvGrpSpPr/>
          <p:nvPr/>
        </p:nvGrpSpPr>
        <p:grpSpPr>
          <a:xfrm>
            <a:off x="7267997" y="3561829"/>
            <a:ext cx="379420" cy="825792"/>
            <a:chOff x="7493083" y="3672429"/>
            <a:chExt cx="379420" cy="825792"/>
          </a:xfrm>
        </p:grpSpPr>
        <p:sp>
          <p:nvSpPr>
            <p:cNvPr id="293" name="직사각형 292">
              <a:extLst>
                <a:ext uri="{FF2B5EF4-FFF2-40B4-BE49-F238E27FC236}">
                  <a16:creationId xmlns:a16="http://schemas.microsoft.com/office/drawing/2014/main" id="{1B5DEC7C-E555-4316-8889-9C6B5C96B4A2}"/>
                </a:ext>
              </a:extLst>
            </p:cNvPr>
            <p:cNvSpPr/>
            <p:nvPr/>
          </p:nvSpPr>
          <p:spPr>
            <a:xfrm>
              <a:off x="7493083" y="3672429"/>
              <a:ext cx="379420" cy="825792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4" name="왼쪽으로 구부러진 화살표 112">
              <a:extLst>
                <a:ext uri="{FF2B5EF4-FFF2-40B4-BE49-F238E27FC236}">
                  <a16:creationId xmlns:a16="http://schemas.microsoft.com/office/drawing/2014/main" id="{708E4294-B9A9-4694-85D9-6302D9A18FDF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7572753" y="3791207"/>
              <a:ext cx="252000" cy="588235"/>
            </a:xfrm>
            <a:prstGeom prst="curvedLeftArrow">
              <a:avLst>
                <a:gd name="adj1" fmla="val 35161"/>
                <a:gd name="adj2" fmla="val 83125"/>
                <a:gd name="adj3" fmla="val 25000"/>
              </a:avLst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570DB28B-058F-41BE-B468-4C7909BC4E01}"/>
              </a:ext>
            </a:extLst>
          </p:cNvPr>
          <p:cNvGrpSpPr/>
          <p:nvPr/>
        </p:nvGrpSpPr>
        <p:grpSpPr>
          <a:xfrm flipH="1">
            <a:off x="6545464" y="3561829"/>
            <a:ext cx="537316" cy="853529"/>
            <a:chOff x="6421064" y="3814330"/>
            <a:chExt cx="379420" cy="853529"/>
          </a:xfrm>
        </p:grpSpPr>
        <p:sp>
          <p:nvSpPr>
            <p:cNvPr id="296" name="직사각형 295">
              <a:extLst>
                <a:ext uri="{FF2B5EF4-FFF2-40B4-BE49-F238E27FC236}">
                  <a16:creationId xmlns:a16="http://schemas.microsoft.com/office/drawing/2014/main" id="{7832157E-DC1B-4D49-A75A-3FECD36DBA6D}"/>
                </a:ext>
              </a:extLst>
            </p:cNvPr>
            <p:cNvSpPr/>
            <p:nvPr/>
          </p:nvSpPr>
          <p:spPr>
            <a:xfrm>
              <a:off x="6421064" y="3814330"/>
              <a:ext cx="379420" cy="853529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7" name="오른쪽 화살표 114">
              <a:extLst>
                <a:ext uri="{FF2B5EF4-FFF2-40B4-BE49-F238E27FC236}">
                  <a16:creationId xmlns:a16="http://schemas.microsoft.com/office/drawing/2014/main" id="{7004A89C-0E0D-4C43-A877-AB8970F9DEEB}"/>
                </a:ext>
              </a:extLst>
            </p:cNvPr>
            <p:cNvSpPr>
              <a:spLocks/>
            </p:cNvSpPr>
            <p:nvPr/>
          </p:nvSpPr>
          <p:spPr>
            <a:xfrm>
              <a:off x="6503497" y="4109275"/>
              <a:ext cx="252000" cy="252000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98" name="TextBox 297">
            <a:extLst>
              <a:ext uri="{FF2B5EF4-FFF2-40B4-BE49-F238E27FC236}">
                <a16:creationId xmlns:a16="http://schemas.microsoft.com/office/drawing/2014/main" id="{13596540-C9A6-40C5-8D61-DB44DE57B674}"/>
              </a:ext>
            </a:extLst>
          </p:cNvPr>
          <p:cNvSpPr txBox="1"/>
          <p:nvPr/>
        </p:nvSpPr>
        <p:spPr>
          <a:xfrm>
            <a:off x="1756706" y="1827878"/>
            <a:ext cx="1586909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600" b="1">
                <a:solidFill>
                  <a:prstClr val="black"/>
                </a:solidFill>
                <a:latin typeface="맑은 고딕"/>
              </a:rPr>
              <a:t>Spray Position</a:t>
            </a:r>
            <a:endParaRPr lang="ko-KR" altLang="en-US" sz="1600" b="1" dirty="0">
              <a:solidFill>
                <a:prstClr val="black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2625869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F3F75BA2-2932-4AAD-85EE-4298C0FA22B2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ROBOT SETTING (3)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91D4238F-A324-48B3-8A92-A1921A96186F}"/>
              </a:ext>
            </a:extLst>
          </p:cNvPr>
          <p:cNvSpPr/>
          <p:nvPr/>
        </p:nvSpPr>
        <p:spPr>
          <a:xfrm>
            <a:off x="780963" y="1104361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C87DCE14-9403-4A25-964F-75D45E797CC4}"/>
              </a:ext>
            </a:extLst>
          </p:cNvPr>
          <p:cNvSpPr/>
          <p:nvPr/>
        </p:nvSpPr>
        <p:spPr>
          <a:xfrm>
            <a:off x="780963" y="1104361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BBB74BF7-C932-430D-944C-AA3CDDA65EA8}"/>
              </a:ext>
            </a:extLst>
          </p:cNvPr>
          <p:cNvCxnSpPr/>
          <p:nvPr/>
        </p:nvCxnSpPr>
        <p:spPr>
          <a:xfrm>
            <a:off x="1742113" y="1752691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2E7D9B5C-9F78-4833-8461-3E3BB185B3D1}"/>
              </a:ext>
            </a:extLst>
          </p:cNvPr>
          <p:cNvGrpSpPr/>
          <p:nvPr/>
        </p:nvGrpSpPr>
        <p:grpSpPr>
          <a:xfrm>
            <a:off x="793627" y="3555027"/>
            <a:ext cx="936000" cy="450000"/>
            <a:chOff x="395536" y="3731115"/>
            <a:chExt cx="936000" cy="468000"/>
          </a:xfrm>
        </p:grpSpPr>
        <p:sp>
          <p:nvSpPr>
            <p:cNvPr id="208" name="빗면 32">
              <a:extLst>
                <a:ext uri="{FF2B5EF4-FFF2-40B4-BE49-F238E27FC236}">
                  <a16:creationId xmlns:a16="http://schemas.microsoft.com/office/drawing/2014/main" id="{DF1A707D-4C4B-485C-B82A-08E0405BBB08}"/>
                </a:ext>
              </a:extLst>
            </p:cNvPr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09" name="그림 208">
              <a:extLst>
                <a:ext uri="{FF2B5EF4-FFF2-40B4-BE49-F238E27FC236}">
                  <a16:creationId xmlns:a16="http://schemas.microsoft.com/office/drawing/2014/main" id="{A9FAB55C-D199-4895-A310-F6522B8F1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210" name="그림 209">
              <a:extLst>
                <a:ext uri="{FF2B5EF4-FFF2-40B4-BE49-F238E27FC236}">
                  <a16:creationId xmlns:a16="http://schemas.microsoft.com/office/drawing/2014/main" id="{96F6A026-4A66-4DAF-8109-829FB3241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A8A63C38-251F-4920-8413-92A373BA565C}"/>
              </a:ext>
            </a:extLst>
          </p:cNvPr>
          <p:cNvGrpSpPr/>
          <p:nvPr/>
        </p:nvGrpSpPr>
        <p:grpSpPr>
          <a:xfrm>
            <a:off x="793627" y="4906689"/>
            <a:ext cx="936000" cy="450000"/>
            <a:chOff x="403799" y="5149683"/>
            <a:chExt cx="936000" cy="468000"/>
          </a:xfrm>
        </p:grpSpPr>
        <p:sp>
          <p:nvSpPr>
            <p:cNvPr id="212" name="빗면 77">
              <a:extLst>
                <a:ext uri="{FF2B5EF4-FFF2-40B4-BE49-F238E27FC236}">
                  <a16:creationId xmlns:a16="http://schemas.microsoft.com/office/drawing/2014/main" id="{C44DE6E7-2F55-4DF4-8E0E-BEBE5C398A0F}"/>
                </a:ext>
              </a:extLst>
            </p:cNvPr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13" name="그림 212">
              <a:extLst>
                <a:ext uri="{FF2B5EF4-FFF2-40B4-BE49-F238E27FC236}">
                  <a16:creationId xmlns:a16="http://schemas.microsoft.com/office/drawing/2014/main" id="{097401B0-D036-4AAE-9755-9F26F05D3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B70C512A-F24A-4087-9523-10A964263780}"/>
              </a:ext>
            </a:extLst>
          </p:cNvPr>
          <p:cNvGrpSpPr/>
          <p:nvPr/>
        </p:nvGrpSpPr>
        <p:grpSpPr>
          <a:xfrm>
            <a:off x="793627" y="5357241"/>
            <a:ext cx="936000" cy="450000"/>
            <a:chOff x="395536" y="5625295"/>
            <a:chExt cx="936000" cy="468000"/>
          </a:xfrm>
        </p:grpSpPr>
        <p:sp>
          <p:nvSpPr>
            <p:cNvPr id="215" name="빗면 36">
              <a:extLst>
                <a:ext uri="{FF2B5EF4-FFF2-40B4-BE49-F238E27FC236}">
                  <a16:creationId xmlns:a16="http://schemas.microsoft.com/office/drawing/2014/main" id="{E40CCD25-32A3-464F-845F-CDE8F18024FB}"/>
                </a:ext>
              </a:extLst>
            </p:cNvPr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6" name="왼쪽 화살표 1034">
              <a:extLst>
                <a:ext uri="{FF2B5EF4-FFF2-40B4-BE49-F238E27FC236}">
                  <a16:creationId xmlns:a16="http://schemas.microsoft.com/office/drawing/2014/main" id="{07BFB54C-8C0E-4C4C-B14C-21100BFCAC95}"/>
                </a:ext>
              </a:extLst>
            </p:cNvPr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9EB921A7-8333-42BE-8029-6A62827F3BB4}"/>
              </a:ext>
            </a:extLst>
          </p:cNvPr>
          <p:cNvGrpSpPr/>
          <p:nvPr/>
        </p:nvGrpSpPr>
        <p:grpSpPr>
          <a:xfrm>
            <a:off x="793627" y="1752811"/>
            <a:ext cx="936000" cy="450000"/>
            <a:chOff x="395536" y="1844823"/>
            <a:chExt cx="936000" cy="468000"/>
          </a:xfrm>
        </p:grpSpPr>
        <p:sp>
          <p:nvSpPr>
            <p:cNvPr id="218" name="빗면 28">
              <a:extLst>
                <a:ext uri="{FF2B5EF4-FFF2-40B4-BE49-F238E27FC236}">
                  <a16:creationId xmlns:a16="http://schemas.microsoft.com/office/drawing/2014/main" id="{284251D8-8940-4B53-8C68-E55EAF932464}"/>
                </a:ext>
              </a:extLst>
            </p:cNvPr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19" name="그림 218">
              <a:extLst>
                <a:ext uri="{FF2B5EF4-FFF2-40B4-BE49-F238E27FC236}">
                  <a16:creationId xmlns:a16="http://schemas.microsoft.com/office/drawing/2014/main" id="{D1DDA004-9B7A-447A-9A92-2BF4466AB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4C4D1F48-23AD-48EF-BA78-28C7DD3F1EF0}"/>
              </a:ext>
            </a:extLst>
          </p:cNvPr>
          <p:cNvGrpSpPr/>
          <p:nvPr/>
        </p:nvGrpSpPr>
        <p:grpSpPr>
          <a:xfrm>
            <a:off x="793627" y="4456135"/>
            <a:ext cx="936000" cy="450000"/>
            <a:chOff x="395536" y="4674261"/>
            <a:chExt cx="936000" cy="468000"/>
          </a:xfrm>
        </p:grpSpPr>
        <p:sp>
          <p:nvSpPr>
            <p:cNvPr id="221" name="빗면 34">
              <a:extLst>
                <a:ext uri="{FF2B5EF4-FFF2-40B4-BE49-F238E27FC236}">
                  <a16:creationId xmlns:a16="http://schemas.microsoft.com/office/drawing/2014/main" id="{DCE8A312-424B-43AE-A87E-1D735A4ACDFE}"/>
                </a:ext>
              </a:extLst>
            </p:cNvPr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2" name="그림 221">
              <a:extLst>
                <a:ext uri="{FF2B5EF4-FFF2-40B4-BE49-F238E27FC236}">
                  <a16:creationId xmlns:a16="http://schemas.microsoft.com/office/drawing/2014/main" id="{7C491A7B-0831-4E2C-9BE8-2E756CD7E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99E4B33F-1CBF-4FCF-934F-F8A1DED78820}"/>
              </a:ext>
            </a:extLst>
          </p:cNvPr>
          <p:cNvGrpSpPr/>
          <p:nvPr/>
        </p:nvGrpSpPr>
        <p:grpSpPr>
          <a:xfrm>
            <a:off x="793627" y="3104473"/>
            <a:ext cx="936000" cy="450000"/>
            <a:chOff x="410776" y="3498167"/>
            <a:chExt cx="936000" cy="432000"/>
          </a:xfrm>
        </p:grpSpPr>
        <p:sp>
          <p:nvSpPr>
            <p:cNvPr id="224" name="빗면 31">
              <a:extLst>
                <a:ext uri="{FF2B5EF4-FFF2-40B4-BE49-F238E27FC236}">
                  <a16:creationId xmlns:a16="http://schemas.microsoft.com/office/drawing/2014/main" id="{169A7E11-F713-4A22-9045-3657D129F84B}"/>
                </a:ext>
              </a:extLst>
            </p:cNvPr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5" name="그림 224">
              <a:extLst>
                <a:ext uri="{FF2B5EF4-FFF2-40B4-BE49-F238E27FC236}">
                  <a16:creationId xmlns:a16="http://schemas.microsoft.com/office/drawing/2014/main" id="{E7DFB6CA-0B98-49B0-9EC2-EADDB7864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F5F0B3BE-AD68-4266-B027-957E03F59EBA}"/>
              </a:ext>
            </a:extLst>
          </p:cNvPr>
          <p:cNvGrpSpPr/>
          <p:nvPr/>
        </p:nvGrpSpPr>
        <p:grpSpPr>
          <a:xfrm>
            <a:off x="793627" y="2203365"/>
            <a:ext cx="936000" cy="450000"/>
            <a:chOff x="410776" y="2635965"/>
            <a:chExt cx="936000" cy="432000"/>
          </a:xfrm>
        </p:grpSpPr>
        <p:sp>
          <p:nvSpPr>
            <p:cNvPr id="227" name="빗면 29">
              <a:extLst>
                <a:ext uri="{FF2B5EF4-FFF2-40B4-BE49-F238E27FC236}">
                  <a16:creationId xmlns:a16="http://schemas.microsoft.com/office/drawing/2014/main" id="{2893AFD5-A57D-43FF-9F12-362C0A0525FC}"/>
                </a:ext>
              </a:extLst>
            </p:cNvPr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8" name="그림 227">
              <a:extLst>
                <a:ext uri="{FF2B5EF4-FFF2-40B4-BE49-F238E27FC236}">
                  <a16:creationId xmlns:a16="http://schemas.microsoft.com/office/drawing/2014/main" id="{3AEA9713-C1C5-49E0-A391-64028B0A4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D86F1389-2258-45EA-AE58-C951A4949AA4}"/>
              </a:ext>
            </a:extLst>
          </p:cNvPr>
          <p:cNvGrpSpPr/>
          <p:nvPr/>
        </p:nvGrpSpPr>
        <p:grpSpPr>
          <a:xfrm>
            <a:off x="793627" y="2653919"/>
            <a:ext cx="936000" cy="450000"/>
            <a:chOff x="410776" y="3067066"/>
            <a:chExt cx="936000" cy="432000"/>
          </a:xfrm>
        </p:grpSpPr>
        <p:sp>
          <p:nvSpPr>
            <p:cNvPr id="230" name="빗면 30">
              <a:extLst>
                <a:ext uri="{FF2B5EF4-FFF2-40B4-BE49-F238E27FC236}">
                  <a16:creationId xmlns:a16="http://schemas.microsoft.com/office/drawing/2014/main" id="{DC1CAFD0-79EA-428D-8C3F-2A9348F50468}"/>
                </a:ext>
              </a:extLst>
            </p:cNvPr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31" name="그림 230">
              <a:extLst>
                <a:ext uri="{FF2B5EF4-FFF2-40B4-BE49-F238E27FC236}">
                  <a16:creationId xmlns:a16="http://schemas.microsoft.com/office/drawing/2014/main" id="{F612B547-EE45-4109-A66F-2800CE640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232" name="그림 231">
              <a:extLst>
                <a:ext uri="{FF2B5EF4-FFF2-40B4-BE49-F238E27FC236}">
                  <a16:creationId xmlns:a16="http://schemas.microsoft.com/office/drawing/2014/main" id="{E8570ADA-AA2E-410B-9F24-C69D3E5C5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233" name="그림 232">
              <a:extLst>
                <a:ext uri="{FF2B5EF4-FFF2-40B4-BE49-F238E27FC236}">
                  <a16:creationId xmlns:a16="http://schemas.microsoft.com/office/drawing/2014/main" id="{117371B8-F133-4440-AE6F-B74D81607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EBF9C6D7-425A-439A-B28E-A4A050098887}"/>
              </a:ext>
            </a:extLst>
          </p:cNvPr>
          <p:cNvGrpSpPr/>
          <p:nvPr/>
        </p:nvGrpSpPr>
        <p:grpSpPr>
          <a:xfrm>
            <a:off x="793627" y="4005581"/>
            <a:ext cx="936000" cy="450000"/>
            <a:chOff x="410776" y="4360369"/>
            <a:chExt cx="936000" cy="432000"/>
          </a:xfrm>
        </p:grpSpPr>
        <p:sp>
          <p:nvSpPr>
            <p:cNvPr id="235" name="빗면 33">
              <a:extLst>
                <a:ext uri="{FF2B5EF4-FFF2-40B4-BE49-F238E27FC236}">
                  <a16:creationId xmlns:a16="http://schemas.microsoft.com/office/drawing/2014/main" id="{DCE2260E-5F88-4BAE-8DC7-2F0DB31D649C}"/>
                </a:ext>
              </a:extLst>
            </p:cNvPr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36" name="그림 235">
              <a:extLst>
                <a:ext uri="{FF2B5EF4-FFF2-40B4-BE49-F238E27FC236}">
                  <a16:creationId xmlns:a16="http://schemas.microsoft.com/office/drawing/2014/main" id="{BDEF9ED8-B332-4290-B29B-F6BE00B24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0AA4FD00-E238-46D0-AB2F-01E31450D970}"/>
              </a:ext>
            </a:extLst>
          </p:cNvPr>
          <p:cNvGrpSpPr/>
          <p:nvPr/>
        </p:nvGrpSpPr>
        <p:grpSpPr>
          <a:xfrm>
            <a:off x="793627" y="5357241"/>
            <a:ext cx="936000" cy="450000"/>
            <a:chOff x="399664" y="5640976"/>
            <a:chExt cx="936000" cy="450000"/>
          </a:xfrm>
        </p:grpSpPr>
        <p:sp>
          <p:nvSpPr>
            <p:cNvPr id="238" name="빗면 49">
              <a:extLst>
                <a:ext uri="{FF2B5EF4-FFF2-40B4-BE49-F238E27FC236}">
                  <a16:creationId xmlns:a16="http://schemas.microsoft.com/office/drawing/2014/main" id="{4D057291-3E2F-41B8-89B8-0DB47348564E}"/>
                </a:ext>
              </a:extLst>
            </p:cNvPr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39" name="그림 238">
              <a:extLst>
                <a:ext uri="{FF2B5EF4-FFF2-40B4-BE49-F238E27FC236}">
                  <a16:creationId xmlns:a16="http://schemas.microsoft.com/office/drawing/2014/main" id="{9A304B84-22CC-41E1-B046-85A5A5CD2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9B51FBFC-9065-466A-9ED5-06D2DBF13927}"/>
              </a:ext>
            </a:extLst>
          </p:cNvPr>
          <p:cNvSpPr/>
          <p:nvPr/>
        </p:nvSpPr>
        <p:spPr>
          <a:xfrm>
            <a:off x="776288" y="1561089"/>
            <a:ext cx="7200000" cy="180000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C54C040B-8412-488A-BB6A-9A9FD7AD8FA8}"/>
              </a:ext>
            </a:extLst>
          </p:cNvPr>
          <p:cNvSpPr/>
          <p:nvPr/>
        </p:nvSpPr>
        <p:spPr>
          <a:xfrm>
            <a:off x="776288" y="1561087"/>
            <a:ext cx="7200000" cy="90000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7B67A8B7-A4C4-4AED-AFDB-82C4AD076476}"/>
              </a:ext>
            </a:extLst>
          </p:cNvPr>
          <p:cNvCxnSpPr/>
          <p:nvPr/>
        </p:nvCxnSpPr>
        <p:spPr>
          <a:xfrm>
            <a:off x="780963" y="1561089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id="{FAC3D0AD-2F43-4D88-939F-9AC3F17BEB64}"/>
              </a:ext>
            </a:extLst>
          </p:cNvPr>
          <p:cNvCxnSpPr/>
          <p:nvPr/>
        </p:nvCxnSpPr>
        <p:spPr>
          <a:xfrm>
            <a:off x="776288" y="1745363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44" name="TextBox 243">
            <a:extLst>
              <a:ext uri="{FF2B5EF4-FFF2-40B4-BE49-F238E27FC236}">
                <a16:creationId xmlns:a16="http://schemas.microsoft.com/office/drawing/2014/main" id="{59F88B77-3195-4D8B-8344-F47D013FA8AE}"/>
              </a:ext>
            </a:extLst>
          </p:cNvPr>
          <p:cNvSpPr txBox="1"/>
          <p:nvPr/>
        </p:nvSpPr>
        <p:spPr>
          <a:xfrm>
            <a:off x="802968" y="1521859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AC8ED341-2C1C-4895-9074-84EF9F99D0BC}"/>
              </a:ext>
            </a:extLst>
          </p:cNvPr>
          <p:cNvCxnSpPr/>
          <p:nvPr/>
        </p:nvCxnSpPr>
        <p:spPr>
          <a:xfrm rot="5400000">
            <a:off x="7890775" y="1651089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246" name="그룹 245">
            <a:extLst>
              <a:ext uri="{FF2B5EF4-FFF2-40B4-BE49-F238E27FC236}">
                <a16:creationId xmlns:a16="http://schemas.microsoft.com/office/drawing/2014/main" id="{BCB292BD-5553-4727-A5EE-54A31F6CAAD5}"/>
              </a:ext>
            </a:extLst>
          </p:cNvPr>
          <p:cNvGrpSpPr/>
          <p:nvPr/>
        </p:nvGrpSpPr>
        <p:grpSpPr>
          <a:xfrm>
            <a:off x="4677931" y="1785357"/>
            <a:ext cx="1260000" cy="417454"/>
            <a:chOff x="4700960" y="2069092"/>
            <a:chExt cx="1260000" cy="417454"/>
          </a:xfrm>
        </p:grpSpPr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63C0CF68-4521-4963-B5BE-4543A0C31CCD}"/>
                </a:ext>
              </a:extLst>
            </p:cNvPr>
            <p:cNvSpPr/>
            <p:nvPr/>
          </p:nvSpPr>
          <p:spPr>
            <a:xfrm>
              <a:off x="4700960" y="2069092"/>
              <a:ext cx="1260000" cy="417454"/>
            </a:xfrm>
            <a:prstGeom prst="rect">
              <a:avLst/>
            </a:prstGeom>
            <a:solidFill>
              <a:srgbClr val="4BACC6">
                <a:lumMod val="40000"/>
                <a:lumOff val="6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4411BB03-DA33-4838-9FE9-C9358143CE0E}"/>
                </a:ext>
              </a:extLst>
            </p:cNvPr>
            <p:cNvSpPr txBox="1"/>
            <p:nvPr/>
          </p:nvSpPr>
          <p:spPr>
            <a:xfrm>
              <a:off x="4934857" y="2147014"/>
              <a:ext cx="792205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</a:rPr>
                <a:t>Stand-by</a:t>
              </a: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249" name="그룹 248">
            <a:extLst>
              <a:ext uri="{FF2B5EF4-FFF2-40B4-BE49-F238E27FC236}">
                <a16:creationId xmlns:a16="http://schemas.microsoft.com/office/drawing/2014/main" id="{AE2485C0-DFB7-4118-BE98-C830E4D75F45}"/>
              </a:ext>
            </a:extLst>
          </p:cNvPr>
          <p:cNvGrpSpPr/>
          <p:nvPr/>
        </p:nvGrpSpPr>
        <p:grpSpPr>
          <a:xfrm>
            <a:off x="7810419" y="1785357"/>
            <a:ext cx="1260000" cy="417454"/>
            <a:chOff x="7452320" y="2069092"/>
            <a:chExt cx="1260000" cy="417454"/>
          </a:xfrm>
        </p:grpSpPr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6422BE74-3278-441F-8FC7-B8D1F34AB4E3}"/>
                </a:ext>
              </a:extLst>
            </p:cNvPr>
            <p:cNvSpPr/>
            <p:nvPr/>
          </p:nvSpPr>
          <p:spPr>
            <a:xfrm>
              <a:off x="7452320" y="2069092"/>
              <a:ext cx="1260000" cy="417454"/>
            </a:xfrm>
            <a:prstGeom prst="rect">
              <a:avLst/>
            </a:prstGeom>
            <a:solidFill>
              <a:srgbClr val="66FF66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 prst="relaxedInset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561A0544-3E30-4BDA-B1EB-74D05DD64583}"/>
                </a:ext>
              </a:extLst>
            </p:cNvPr>
            <p:cNvSpPr txBox="1"/>
            <p:nvPr/>
          </p:nvSpPr>
          <p:spPr>
            <a:xfrm>
              <a:off x="7739566" y="2123931"/>
              <a:ext cx="685509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</a:rPr>
                <a:t>Purge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94589EE7-61A5-4BBC-9753-1BC198B64334}"/>
              </a:ext>
            </a:extLst>
          </p:cNvPr>
          <p:cNvGrpSpPr/>
          <p:nvPr/>
        </p:nvGrpSpPr>
        <p:grpSpPr>
          <a:xfrm>
            <a:off x="6244175" y="1785357"/>
            <a:ext cx="1260000" cy="417454"/>
            <a:chOff x="6076640" y="2069092"/>
            <a:chExt cx="1260000" cy="417454"/>
          </a:xfrm>
        </p:grpSpPr>
        <p:sp>
          <p:nvSpPr>
            <p:cNvPr id="253" name="직사각형 252">
              <a:extLst>
                <a:ext uri="{FF2B5EF4-FFF2-40B4-BE49-F238E27FC236}">
                  <a16:creationId xmlns:a16="http://schemas.microsoft.com/office/drawing/2014/main" id="{86FD0E6A-9E39-48F8-87A1-C9EF7D6A57A3}"/>
                </a:ext>
              </a:extLst>
            </p:cNvPr>
            <p:cNvSpPr/>
            <p:nvPr/>
          </p:nvSpPr>
          <p:spPr>
            <a:xfrm>
              <a:off x="6076640" y="2069092"/>
              <a:ext cx="1260000" cy="417454"/>
            </a:xfrm>
            <a:prstGeom prst="rect">
              <a:avLst/>
            </a:prstGeom>
            <a:solidFill>
              <a:srgbClr val="4BACC6">
                <a:lumMod val="40000"/>
                <a:lumOff val="6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E1F1AE68-678F-47D3-9A54-96659ABF1BB5}"/>
                </a:ext>
              </a:extLst>
            </p:cNvPr>
            <p:cNvSpPr txBox="1"/>
            <p:nvPr/>
          </p:nvSpPr>
          <p:spPr>
            <a:xfrm>
              <a:off x="6375460" y="2123931"/>
              <a:ext cx="662361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</a:rPr>
                <a:t>Spray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55" name="직사각형 254">
            <a:extLst>
              <a:ext uri="{FF2B5EF4-FFF2-40B4-BE49-F238E27FC236}">
                <a16:creationId xmlns:a16="http://schemas.microsoft.com/office/drawing/2014/main" id="{8089727D-416B-4D33-99D3-373228FE5E4F}"/>
              </a:ext>
            </a:extLst>
          </p:cNvPr>
          <p:cNvSpPr/>
          <p:nvPr/>
        </p:nvSpPr>
        <p:spPr>
          <a:xfrm>
            <a:off x="2013995" y="5160521"/>
            <a:ext cx="3240000" cy="577032"/>
          </a:xfrm>
          <a:prstGeom prst="rect">
            <a:avLst/>
          </a:prstGeom>
          <a:solidFill>
            <a:srgbClr val="92D050"/>
          </a:solidFill>
          <a:ln w="158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SELECT ROBOT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POSITION SAVE</a:t>
            </a:r>
            <a:endParaRPr kumimoji="0" lang="ko-KR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6" name="직사각형 255">
            <a:extLst>
              <a:ext uri="{FF2B5EF4-FFF2-40B4-BE49-F238E27FC236}">
                <a16:creationId xmlns:a16="http://schemas.microsoft.com/office/drawing/2014/main" id="{3EFE7C15-518F-4065-9F09-279ED06B22ED}"/>
              </a:ext>
            </a:extLst>
          </p:cNvPr>
          <p:cNvSpPr/>
          <p:nvPr/>
        </p:nvSpPr>
        <p:spPr>
          <a:xfrm>
            <a:off x="5614035" y="5160521"/>
            <a:ext cx="3240000" cy="577032"/>
          </a:xfrm>
          <a:prstGeom prst="rect">
            <a:avLst/>
          </a:prstGeom>
          <a:solidFill>
            <a:srgbClr val="FF3300"/>
          </a:solidFill>
          <a:ln w="158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ALL ROBOT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POSITION SAVE</a:t>
            </a:r>
            <a:endParaRPr kumimoji="0" lang="ko-KR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0A38FF9-9207-4D4F-9450-897B655BE3D8}"/>
              </a:ext>
            </a:extLst>
          </p:cNvPr>
          <p:cNvCxnSpPr/>
          <p:nvPr/>
        </p:nvCxnSpPr>
        <p:spPr>
          <a:xfrm>
            <a:off x="1749070" y="5089481"/>
            <a:ext cx="7393357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87794267-8366-4CCE-965F-534A2AC93DC2}"/>
              </a:ext>
            </a:extLst>
          </p:cNvPr>
          <p:cNvSpPr txBox="1"/>
          <p:nvPr/>
        </p:nvSpPr>
        <p:spPr>
          <a:xfrm>
            <a:off x="776288" y="1186531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DD8763E1-BF31-42CA-9737-932248418FF9}"/>
              </a:ext>
            </a:extLst>
          </p:cNvPr>
          <p:cNvCxnSpPr>
            <a:cxnSpLocks/>
          </p:cNvCxnSpPr>
          <p:nvPr/>
        </p:nvCxnSpPr>
        <p:spPr>
          <a:xfrm>
            <a:off x="780963" y="1561089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99E5B886-2261-4897-BA86-42DB2BCA3814}"/>
              </a:ext>
            </a:extLst>
          </p:cNvPr>
          <p:cNvCxnSpPr>
            <a:cxnSpLocks/>
          </p:cNvCxnSpPr>
          <p:nvPr/>
        </p:nvCxnSpPr>
        <p:spPr>
          <a:xfrm rot="5400000">
            <a:off x="7890775" y="1651089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49BF68EE-106E-408A-8BE1-98FF757B0811}"/>
              </a:ext>
            </a:extLst>
          </p:cNvPr>
          <p:cNvSpPr txBox="1"/>
          <p:nvPr/>
        </p:nvSpPr>
        <p:spPr>
          <a:xfrm>
            <a:off x="8299882" y="1541319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prstClr val="black"/>
                </a:solidFill>
                <a:latin typeface="맑은 고딕"/>
              </a:rPr>
              <a:t>ENG</a:t>
            </a:r>
            <a:endParaRPr lang="en-US" altLang="ko-KR" sz="9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6DD72E4A-2CDF-460F-AB8B-A7C8B37BE690}"/>
              </a:ext>
            </a:extLst>
          </p:cNvPr>
          <p:cNvSpPr txBox="1"/>
          <p:nvPr/>
        </p:nvSpPr>
        <p:spPr>
          <a:xfrm>
            <a:off x="4080945" y="1148059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sp>
        <p:nvSpPr>
          <p:cNvPr id="263" name="빗면 7">
            <a:extLst>
              <a:ext uri="{FF2B5EF4-FFF2-40B4-BE49-F238E27FC236}">
                <a16:creationId xmlns:a16="http://schemas.microsoft.com/office/drawing/2014/main" id="{37CC2730-7463-4C2F-8B15-11FEE20EA28C}"/>
              </a:ext>
            </a:extLst>
          </p:cNvPr>
          <p:cNvSpPr/>
          <p:nvPr/>
        </p:nvSpPr>
        <p:spPr>
          <a:xfrm>
            <a:off x="3191556" y="1121641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4" name="직사각형 263">
            <a:extLst>
              <a:ext uri="{FF2B5EF4-FFF2-40B4-BE49-F238E27FC236}">
                <a16:creationId xmlns:a16="http://schemas.microsoft.com/office/drawing/2014/main" id="{7130864A-1652-456E-86AA-81BBFD9F3F47}"/>
              </a:ext>
            </a:extLst>
          </p:cNvPr>
          <p:cNvSpPr/>
          <p:nvPr/>
        </p:nvSpPr>
        <p:spPr>
          <a:xfrm>
            <a:off x="7549030" y="1560030"/>
            <a:ext cx="609699" cy="164414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n-cs"/>
              </a:rPr>
              <a:t>language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5F9EA24F-C3FC-4BC6-AB2C-ECFFDBE965C4}"/>
              </a:ext>
            </a:extLst>
          </p:cNvPr>
          <p:cNvSpPr/>
          <p:nvPr/>
        </p:nvSpPr>
        <p:spPr>
          <a:xfrm>
            <a:off x="8941592" y="1580014"/>
            <a:ext cx="194199" cy="159591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07148A39-C923-401B-BB7E-6F9D4B142649}"/>
              </a:ext>
            </a:extLst>
          </p:cNvPr>
          <p:cNvSpPr txBox="1"/>
          <p:nvPr/>
        </p:nvSpPr>
        <p:spPr>
          <a:xfrm>
            <a:off x="6849070" y="1139458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E832452A-1F04-4D07-A38D-422B224E3721}"/>
              </a:ext>
            </a:extLst>
          </p:cNvPr>
          <p:cNvSpPr txBox="1"/>
          <p:nvPr/>
        </p:nvSpPr>
        <p:spPr>
          <a:xfrm>
            <a:off x="3500147" y="1148059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ROBOT SETTING</a:t>
            </a:r>
          </a:p>
        </p:txBody>
      </p:sp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E058B749-A16D-4BF0-91AC-EE5471D085D5}"/>
              </a:ext>
            </a:extLst>
          </p:cNvPr>
          <p:cNvSpPr/>
          <p:nvPr/>
        </p:nvSpPr>
        <p:spPr>
          <a:xfrm>
            <a:off x="6472118" y="2353177"/>
            <a:ext cx="2619494" cy="2670224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46BB2B6C-179B-4CBC-B7A3-D8ADDF9F52AB}"/>
              </a:ext>
            </a:extLst>
          </p:cNvPr>
          <p:cNvGrpSpPr/>
          <p:nvPr/>
        </p:nvGrpSpPr>
        <p:grpSpPr>
          <a:xfrm>
            <a:off x="1795661" y="2335206"/>
            <a:ext cx="4663969" cy="921852"/>
            <a:chOff x="1409600" y="2069092"/>
            <a:chExt cx="2160000" cy="417454"/>
          </a:xfrm>
        </p:grpSpPr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6F415F3F-DE42-41A8-803E-135CEC2615F7}"/>
                </a:ext>
              </a:extLst>
            </p:cNvPr>
            <p:cNvSpPr/>
            <p:nvPr/>
          </p:nvSpPr>
          <p:spPr>
            <a:xfrm>
              <a:off x="1409600" y="2069092"/>
              <a:ext cx="2160000" cy="417454"/>
            </a:xfrm>
            <a:prstGeom prst="rect">
              <a:avLst/>
            </a:prstGeom>
            <a:solidFill>
              <a:srgbClr val="C0504D">
                <a:lumMod val="40000"/>
                <a:lumOff val="6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2DE05D9B-2EE9-46B3-A8E6-605CECAF049C}"/>
                </a:ext>
              </a:extLst>
            </p:cNvPr>
            <p:cNvSpPr txBox="1"/>
            <p:nvPr/>
          </p:nvSpPr>
          <p:spPr>
            <a:xfrm>
              <a:off x="1499265" y="2088981"/>
              <a:ext cx="1077048" cy="14624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</a:rPr>
                <a:t>ROBOT NUMBER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</a:endParaRPr>
            </a:p>
          </p:txBody>
        </p:sp>
      </p:grp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8F5A7588-0F96-4109-B28E-E78109742401}"/>
              </a:ext>
            </a:extLst>
          </p:cNvPr>
          <p:cNvGrpSpPr/>
          <p:nvPr/>
        </p:nvGrpSpPr>
        <p:grpSpPr>
          <a:xfrm>
            <a:off x="2703264" y="2750499"/>
            <a:ext cx="1260000" cy="417454"/>
            <a:chOff x="3325280" y="2069092"/>
            <a:chExt cx="1260000" cy="417454"/>
          </a:xfrm>
        </p:grpSpPr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A7DBB83A-7BD7-4B0C-8AE2-3C083DF507AE}"/>
                </a:ext>
              </a:extLst>
            </p:cNvPr>
            <p:cNvSpPr/>
            <p:nvPr/>
          </p:nvSpPr>
          <p:spPr>
            <a:xfrm>
              <a:off x="3325280" y="2069092"/>
              <a:ext cx="1260000" cy="417454"/>
            </a:xfrm>
            <a:prstGeom prst="rect">
              <a:avLst/>
            </a:prstGeom>
            <a:solidFill>
              <a:srgbClr val="C0504D">
                <a:lumMod val="40000"/>
                <a:lumOff val="6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FCA6C7FE-DA75-4FDE-968A-81A04EDBA5A1}"/>
                </a:ext>
              </a:extLst>
            </p:cNvPr>
            <p:cNvSpPr txBox="1"/>
            <p:nvPr/>
          </p:nvSpPr>
          <p:spPr>
            <a:xfrm>
              <a:off x="3359603" y="2130741"/>
              <a:ext cx="1191353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</a:rPr>
                <a:t>ROBOT SELECT</a:t>
              </a: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6D8045B2-0C63-47C3-B6E1-CD8813CD5423}"/>
              </a:ext>
            </a:extLst>
          </p:cNvPr>
          <p:cNvSpPr/>
          <p:nvPr/>
        </p:nvSpPr>
        <p:spPr>
          <a:xfrm>
            <a:off x="3993995" y="2436927"/>
            <a:ext cx="1260000" cy="736299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12</a:t>
            </a:r>
            <a:endParaRPr kumimoji="0" lang="ko-KR" altLang="en-US" sz="6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76" name="표 275">
            <a:extLst>
              <a:ext uri="{FF2B5EF4-FFF2-40B4-BE49-F238E27FC236}">
                <a16:creationId xmlns:a16="http://schemas.microsoft.com/office/drawing/2014/main" id="{467D4FF0-2D87-4738-A414-AFF881CBF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664371"/>
              </p:ext>
            </p:extLst>
          </p:nvPr>
        </p:nvGraphicFramePr>
        <p:xfrm>
          <a:off x="1865697" y="3254742"/>
          <a:ext cx="4560320" cy="1768659"/>
        </p:xfrm>
        <a:graphic>
          <a:graphicData uri="http://schemas.openxmlformats.org/drawingml/2006/table">
            <a:tbl>
              <a:tblPr firstRow="1" bandRow="1"/>
              <a:tblGrid>
                <a:gridCol w="1140080">
                  <a:extLst>
                    <a:ext uri="{9D8B030D-6E8A-4147-A177-3AD203B41FA5}">
                      <a16:colId xmlns:a16="http://schemas.microsoft.com/office/drawing/2014/main" val="2214520152"/>
                    </a:ext>
                  </a:extLst>
                </a:gridCol>
                <a:gridCol w="1140080">
                  <a:extLst>
                    <a:ext uri="{9D8B030D-6E8A-4147-A177-3AD203B41FA5}">
                      <a16:colId xmlns:a16="http://schemas.microsoft.com/office/drawing/2014/main" val="3900659641"/>
                    </a:ext>
                  </a:extLst>
                </a:gridCol>
                <a:gridCol w="1140080">
                  <a:extLst>
                    <a:ext uri="{9D8B030D-6E8A-4147-A177-3AD203B41FA5}">
                      <a16:colId xmlns:a16="http://schemas.microsoft.com/office/drawing/2014/main" val="3636385385"/>
                    </a:ext>
                  </a:extLst>
                </a:gridCol>
                <a:gridCol w="1140080">
                  <a:extLst>
                    <a:ext uri="{9D8B030D-6E8A-4147-A177-3AD203B41FA5}">
                      <a16:colId xmlns:a16="http://schemas.microsoft.com/office/drawing/2014/main" val="3958164421"/>
                    </a:ext>
                  </a:extLst>
                </a:gridCol>
              </a:tblGrid>
              <a:tr h="48349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SET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ACT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TARGET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464851"/>
                  </a:ext>
                </a:extLst>
              </a:tr>
              <a:tr h="4283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/>
                        <a:t>J1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151914"/>
                  </a:ext>
                </a:extLst>
              </a:tr>
              <a:tr h="4283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/>
                        <a:t>J2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02105"/>
                  </a:ext>
                </a:extLst>
              </a:tr>
              <a:tr h="4283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/>
                        <a:t>J3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/>
                        <a:t>123.4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94139"/>
                  </a:ext>
                </a:extLst>
              </a:tr>
            </a:tbl>
          </a:graphicData>
        </a:graphic>
      </p:graphicFrame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47F44906-64A8-4FC8-BEFF-FDFA47FEAECA}"/>
              </a:ext>
            </a:extLst>
          </p:cNvPr>
          <p:cNvCxnSpPr/>
          <p:nvPr/>
        </p:nvCxnSpPr>
        <p:spPr>
          <a:xfrm>
            <a:off x="1752931" y="2271038"/>
            <a:ext cx="7393357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A6ECA49F-1E4F-4866-8D64-7066A127AC3F}"/>
              </a:ext>
            </a:extLst>
          </p:cNvPr>
          <p:cNvSpPr/>
          <p:nvPr/>
        </p:nvSpPr>
        <p:spPr>
          <a:xfrm>
            <a:off x="6514275" y="2340905"/>
            <a:ext cx="1260000" cy="491575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POSITION MOVE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362219B8-6B7E-4B2B-95FE-108ED7C3619E}"/>
              </a:ext>
            </a:extLst>
          </p:cNvPr>
          <p:cNvSpPr/>
          <p:nvPr/>
        </p:nvSpPr>
        <p:spPr>
          <a:xfrm>
            <a:off x="7810419" y="2340905"/>
            <a:ext cx="1260000" cy="503045"/>
          </a:xfrm>
          <a:prstGeom prst="rect">
            <a:avLst/>
          </a:prstGeom>
          <a:solidFill>
            <a:srgbClr val="FF33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MOVE STOP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ED861300-C918-49F5-B968-36948BB96A15}"/>
              </a:ext>
            </a:extLst>
          </p:cNvPr>
          <p:cNvGrpSpPr/>
          <p:nvPr/>
        </p:nvGrpSpPr>
        <p:grpSpPr>
          <a:xfrm>
            <a:off x="8401947" y="3534087"/>
            <a:ext cx="568830" cy="853529"/>
            <a:chOff x="6421064" y="3814330"/>
            <a:chExt cx="379420" cy="853529"/>
          </a:xfrm>
        </p:grpSpPr>
        <p:sp>
          <p:nvSpPr>
            <p:cNvPr id="281" name="직사각형 280">
              <a:extLst>
                <a:ext uri="{FF2B5EF4-FFF2-40B4-BE49-F238E27FC236}">
                  <a16:creationId xmlns:a16="http://schemas.microsoft.com/office/drawing/2014/main" id="{F5445603-7EA6-4441-AFBD-BF8E855C2C22}"/>
                </a:ext>
              </a:extLst>
            </p:cNvPr>
            <p:cNvSpPr/>
            <p:nvPr/>
          </p:nvSpPr>
          <p:spPr>
            <a:xfrm>
              <a:off x="6421064" y="3814330"/>
              <a:ext cx="379420" cy="853529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2" name="오른쪽 화살표 114">
              <a:extLst>
                <a:ext uri="{FF2B5EF4-FFF2-40B4-BE49-F238E27FC236}">
                  <a16:creationId xmlns:a16="http://schemas.microsoft.com/office/drawing/2014/main" id="{C2E70693-B6B3-42AE-83DC-D56914FE0387}"/>
                </a:ext>
              </a:extLst>
            </p:cNvPr>
            <p:cNvSpPr>
              <a:spLocks/>
            </p:cNvSpPr>
            <p:nvPr/>
          </p:nvSpPr>
          <p:spPr>
            <a:xfrm>
              <a:off x="6503497" y="4109275"/>
              <a:ext cx="252000" cy="252000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6FE9EB36-1AA3-4E2B-B1C6-A763299E9747}"/>
              </a:ext>
            </a:extLst>
          </p:cNvPr>
          <p:cNvCxnSpPr/>
          <p:nvPr/>
        </p:nvCxnSpPr>
        <p:spPr>
          <a:xfrm>
            <a:off x="1749070" y="5089481"/>
            <a:ext cx="7393357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B1976DA6-0613-4C3B-8740-AE7B81FDD528}"/>
              </a:ext>
            </a:extLst>
          </p:cNvPr>
          <p:cNvGrpSpPr/>
          <p:nvPr/>
        </p:nvGrpSpPr>
        <p:grpSpPr>
          <a:xfrm flipH="1">
            <a:off x="7274075" y="4495099"/>
            <a:ext cx="942653" cy="471316"/>
            <a:chOff x="6241982" y="4082741"/>
            <a:chExt cx="942653" cy="372072"/>
          </a:xfrm>
        </p:grpSpPr>
        <p:sp>
          <p:nvSpPr>
            <p:cNvPr id="285" name="직사각형 284">
              <a:extLst>
                <a:ext uri="{FF2B5EF4-FFF2-40B4-BE49-F238E27FC236}">
                  <a16:creationId xmlns:a16="http://schemas.microsoft.com/office/drawing/2014/main" id="{4D53B359-49DD-47CF-BE5A-EE85050BBF72}"/>
                </a:ext>
              </a:extLst>
            </p:cNvPr>
            <p:cNvSpPr/>
            <p:nvPr/>
          </p:nvSpPr>
          <p:spPr>
            <a:xfrm>
              <a:off x="6241982" y="4082741"/>
              <a:ext cx="942653" cy="372072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6" name="오른쪽 화살표 114">
              <a:extLst>
                <a:ext uri="{FF2B5EF4-FFF2-40B4-BE49-F238E27FC236}">
                  <a16:creationId xmlns:a16="http://schemas.microsoft.com/office/drawing/2014/main" id="{3C8EBB34-29FC-4A10-9824-D510067212E9}"/>
                </a:ext>
              </a:extLst>
            </p:cNvPr>
            <p:cNvSpPr>
              <a:spLocks/>
            </p:cNvSpPr>
            <p:nvPr/>
          </p:nvSpPr>
          <p:spPr>
            <a:xfrm rot="5400000">
              <a:off x="6601079" y="4152977"/>
              <a:ext cx="252000" cy="252000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87" name="직사각형 286">
            <a:extLst>
              <a:ext uri="{FF2B5EF4-FFF2-40B4-BE49-F238E27FC236}">
                <a16:creationId xmlns:a16="http://schemas.microsoft.com/office/drawing/2014/main" id="{1C867475-D698-44DD-B867-7AB340E9BFA7}"/>
              </a:ext>
            </a:extLst>
          </p:cNvPr>
          <p:cNvSpPr/>
          <p:nvPr/>
        </p:nvSpPr>
        <p:spPr>
          <a:xfrm flipH="1">
            <a:off x="7260104" y="2920690"/>
            <a:ext cx="942647" cy="492798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8" name="위쪽 화살표 115">
            <a:extLst>
              <a:ext uri="{FF2B5EF4-FFF2-40B4-BE49-F238E27FC236}">
                <a16:creationId xmlns:a16="http://schemas.microsoft.com/office/drawing/2014/main" id="{E6B4E0D8-8CA7-4AFE-9F59-A5678EECC377}"/>
              </a:ext>
            </a:extLst>
          </p:cNvPr>
          <p:cNvSpPr>
            <a:spLocks/>
          </p:cNvSpPr>
          <p:nvPr/>
        </p:nvSpPr>
        <p:spPr>
          <a:xfrm>
            <a:off x="7605427" y="3027675"/>
            <a:ext cx="252000" cy="252000"/>
          </a:xfrm>
          <a:prstGeom prst="upArrow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90CBF43D-F333-42B6-A17C-07DD53C42312}"/>
              </a:ext>
            </a:extLst>
          </p:cNvPr>
          <p:cNvGrpSpPr/>
          <p:nvPr/>
        </p:nvGrpSpPr>
        <p:grpSpPr>
          <a:xfrm>
            <a:off x="7837309" y="3561829"/>
            <a:ext cx="379420" cy="825792"/>
            <a:chOff x="7493083" y="3672429"/>
            <a:chExt cx="379420" cy="825792"/>
          </a:xfrm>
        </p:grpSpPr>
        <p:sp>
          <p:nvSpPr>
            <p:cNvPr id="290" name="직사각형 289">
              <a:extLst>
                <a:ext uri="{FF2B5EF4-FFF2-40B4-BE49-F238E27FC236}">
                  <a16:creationId xmlns:a16="http://schemas.microsoft.com/office/drawing/2014/main" id="{148894FA-A36D-404D-AC1F-40E7F5955EAC}"/>
                </a:ext>
              </a:extLst>
            </p:cNvPr>
            <p:cNvSpPr/>
            <p:nvPr/>
          </p:nvSpPr>
          <p:spPr>
            <a:xfrm>
              <a:off x="7493083" y="3672429"/>
              <a:ext cx="379420" cy="825792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1" name="왼쪽으로 구부러진 화살표 112">
              <a:extLst>
                <a:ext uri="{FF2B5EF4-FFF2-40B4-BE49-F238E27FC236}">
                  <a16:creationId xmlns:a16="http://schemas.microsoft.com/office/drawing/2014/main" id="{F270A6D5-BDA7-477B-A119-E5569A7AC210}"/>
                </a:ext>
              </a:extLst>
            </p:cNvPr>
            <p:cNvSpPr>
              <a:spLocks/>
            </p:cNvSpPr>
            <p:nvPr/>
          </p:nvSpPr>
          <p:spPr>
            <a:xfrm>
              <a:off x="7572753" y="3791207"/>
              <a:ext cx="252000" cy="588235"/>
            </a:xfrm>
            <a:prstGeom prst="curvedLeftArrow">
              <a:avLst>
                <a:gd name="adj1" fmla="val 35161"/>
                <a:gd name="adj2" fmla="val 83125"/>
                <a:gd name="adj3" fmla="val 25000"/>
              </a:avLst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01BDFB6A-48DD-4C89-A9B0-E783F35568BD}"/>
              </a:ext>
            </a:extLst>
          </p:cNvPr>
          <p:cNvGrpSpPr/>
          <p:nvPr/>
        </p:nvGrpSpPr>
        <p:grpSpPr>
          <a:xfrm>
            <a:off x="7272672" y="3561829"/>
            <a:ext cx="379420" cy="825792"/>
            <a:chOff x="7493083" y="3672429"/>
            <a:chExt cx="379420" cy="825792"/>
          </a:xfrm>
        </p:grpSpPr>
        <p:sp>
          <p:nvSpPr>
            <p:cNvPr id="293" name="직사각형 292">
              <a:extLst>
                <a:ext uri="{FF2B5EF4-FFF2-40B4-BE49-F238E27FC236}">
                  <a16:creationId xmlns:a16="http://schemas.microsoft.com/office/drawing/2014/main" id="{F47837DC-E9DF-47D9-8E19-3AEB306F4419}"/>
                </a:ext>
              </a:extLst>
            </p:cNvPr>
            <p:cNvSpPr/>
            <p:nvPr/>
          </p:nvSpPr>
          <p:spPr>
            <a:xfrm>
              <a:off x="7493083" y="3672429"/>
              <a:ext cx="379420" cy="825792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4" name="왼쪽으로 구부러진 화살표 112">
              <a:extLst>
                <a:ext uri="{FF2B5EF4-FFF2-40B4-BE49-F238E27FC236}">
                  <a16:creationId xmlns:a16="http://schemas.microsoft.com/office/drawing/2014/main" id="{631A119D-1C08-43D5-ABAC-8AD52AEECA02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7572753" y="3791207"/>
              <a:ext cx="252000" cy="588235"/>
            </a:xfrm>
            <a:prstGeom prst="curvedLeftArrow">
              <a:avLst>
                <a:gd name="adj1" fmla="val 35161"/>
                <a:gd name="adj2" fmla="val 83125"/>
                <a:gd name="adj3" fmla="val 25000"/>
              </a:avLst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D3AD91F5-BE9C-4EE8-B51C-7D8B31932FCF}"/>
              </a:ext>
            </a:extLst>
          </p:cNvPr>
          <p:cNvGrpSpPr/>
          <p:nvPr/>
        </p:nvGrpSpPr>
        <p:grpSpPr>
          <a:xfrm flipH="1">
            <a:off x="6550139" y="3561829"/>
            <a:ext cx="537316" cy="853529"/>
            <a:chOff x="6421064" y="3814330"/>
            <a:chExt cx="379420" cy="853529"/>
          </a:xfrm>
        </p:grpSpPr>
        <p:sp>
          <p:nvSpPr>
            <p:cNvPr id="296" name="직사각형 295">
              <a:extLst>
                <a:ext uri="{FF2B5EF4-FFF2-40B4-BE49-F238E27FC236}">
                  <a16:creationId xmlns:a16="http://schemas.microsoft.com/office/drawing/2014/main" id="{831D39F2-F7F6-4001-919A-AE2E7666B89C}"/>
                </a:ext>
              </a:extLst>
            </p:cNvPr>
            <p:cNvSpPr/>
            <p:nvPr/>
          </p:nvSpPr>
          <p:spPr>
            <a:xfrm>
              <a:off x="6421064" y="3814330"/>
              <a:ext cx="379420" cy="853529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7" name="오른쪽 화살표 114">
              <a:extLst>
                <a:ext uri="{FF2B5EF4-FFF2-40B4-BE49-F238E27FC236}">
                  <a16:creationId xmlns:a16="http://schemas.microsoft.com/office/drawing/2014/main" id="{CD8BF696-A8B7-43F9-98A3-FD0827F642E1}"/>
                </a:ext>
              </a:extLst>
            </p:cNvPr>
            <p:cNvSpPr>
              <a:spLocks/>
            </p:cNvSpPr>
            <p:nvPr/>
          </p:nvSpPr>
          <p:spPr>
            <a:xfrm>
              <a:off x="6503497" y="4109275"/>
              <a:ext cx="252000" cy="252000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98" name="TextBox 297">
            <a:extLst>
              <a:ext uri="{FF2B5EF4-FFF2-40B4-BE49-F238E27FC236}">
                <a16:creationId xmlns:a16="http://schemas.microsoft.com/office/drawing/2014/main" id="{9FDA423D-A140-4996-9024-3837934979BE}"/>
              </a:ext>
            </a:extLst>
          </p:cNvPr>
          <p:cNvSpPr txBox="1"/>
          <p:nvPr/>
        </p:nvSpPr>
        <p:spPr>
          <a:xfrm>
            <a:off x="1749070" y="1827878"/>
            <a:ext cx="1611531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/>
              </a:rPr>
              <a:t>Purge Position</a:t>
            </a:r>
            <a:endParaRPr lang="ko-KR" altLang="en-US" sz="1600" b="1" dirty="0">
              <a:solidFill>
                <a:prstClr val="black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9812271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F3F75BA2-2932-4AAD-85EE-4298C0FA22B2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ALL ROBOT SETTING (1)</a:t>
            </a: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72E813E7-AEAA-4B3F-BDEB-ADD3B98BBCBE}"/>
              </a:ext>
            </a:extLst>
          </p:cNvPr>
          <p:cNvSpPr/>
          <p:nvPr/>
        </p:nvSpPr>
        <p:spPr>
          <a:xfrm>
            <a:off x="776288" y="1100288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8788086C-8F8D-4772-A188-52487D4D8887}"/>
              </a:ext>
            </a:extLst>
          </p:cNvPr>
          <p:cNvSpPr/>
          <p:nvPr/>
        </p:nvSpPr>
        <p:spPr>
          <a:xfrm>
            <a:off x="776288" y="1100288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76228D3F-6881-44A7-ACC7-CB21570AC2E6}"/>
              </a:ext>
            </a:extLst>
          </p:cNvPr>
          <p:cNvCxnSpPr/>
          <p:nvPr/>
        </p:nvCxnSpPr>
        <p:spPr>
          <a:xfrm>
            <a:off x="1737438" y="1748618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EEECC078-617E-4DF8-9814-5A50B7386BA9}"/>
              </a:ext>
            </a:extLst>
          </p:cNvPr>
          <p:cNvGrpSpPr/>
          <p:nvPr/>
        </p:nvGrpSpPr>
        <p:grpSpPr>
          <a:xfrm>
            <a:off x="788952" y="3550954"/>
            <a:ext cx="936000" cy="450000"/>
            <a:chOff x="395536" y="3731115"/>
            <a:chExt cx="936000" cy="468000"/>
          </a:xfrm>
        </p:grpSpPr>
        <p:sp>
          <p:nvSpPr>
            <p:cNvPr id="194" name="빗면 32">
              <a:extLst>
                <a:ext uri="{FF2B5EF4-FFF2-40B4-BE49-F238E27FC236}">
                  <a16:creationId xmlns:a16="http://schemas.microsoft.com/office/drawing/2014/main" id="{489F05C9-511F-4F6A-82EB-A030C0F6DC45}"/>
                </a:ext>
              </a:extLst>
            </p:cNvPr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95" name="그림 194">
              <a:extLst>
                <a:ext uri="{FF2B5EF4-FFF2-40B4-BE49-F238E27FC236}">
                  <a16:creationId xmlns:a16="http://schemas.microsoft.com/office/drawing/2014/main" id="{05A13BDD-E896-40D4-B955-B59556BA9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196" name="그림 195">
              <a:extLst>
                <a:ext uri="{FF2B5EF4-FFF2-40B4-BE49-F238E27FC236}">
                  <a16:creationId xmlns:a16="http://schemas.microsoft.com/office/drawing/2014/main" id="{82111E83-E457-493C-9601-1F68CDD09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33452E01-5A83-48BD-BF63-DEDE1999B1C3}"/>
              </a:ext>
            </a:extLst>
          </p:cNvPr>
          <p:cNvGrpSpPr/>
          <p:nvPr/>
        </p:nvGrpSpPr>
        <p:grpSpPr>
          <a:xfrm>
            <a:off x="788952" y="4902616"/>
            <a:ext cx="936000" cy="450000"/>
            <a:chOff x="403799" y="5149683"/>
            <a:chExt cx="936000" cy="468000"/>
          </a:xfrm>
        </p:grpSpPr>
        <p:sp>
          <p:nvSpPr>
            <p:cNvPr id="198" name="빗면 77">
              <a:extLst>
                <a:ext uri="{FF2B5EF4-FFF2-40B4-BE49-F238E27FC236}">
                  <a16:creationId xmlns:a16="http://schemas.microsoft.com/office/drawing/2014/main" id="{2032AD55-09B7-4743-A441-49CC816BDF37}"/>
                </a:ext>
              </a:extLst>
            </p:cNvPr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99" name="그림 198">
              <a:extLst>
                <a:ext uri="{FF2B5EF4-FFF2-40B4-BE49-F238E27FC236}">
                  <a16:creationId xmlns:a16="http://schemas.microsoft.com/office/drawing/2014/main" id="{2B2F75C0-A7AA-48BD-8D51-E99A35EBD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4D8E3309-87B2-4F95-A76D-AFE1CD7B3FBA}"/>
              </a:ext>
            </a:extLst>
          </p:cNvPr>
          <p:cNvGrpSpPr/>
          <p:nvPr/>
        </p:nvGrpSpPr>
        <p:grpSpPr>
          <a:xfrm>
            <a:off x="788952" y="5353168"/>
            <a:ext cx="936000" cy="450000"/>
            <a:chOff x="395536" y="5625295"/>
            <a:chExt cx="936000" cy="468000"/>
          </a:xfrm>
        </p:grpSpPr>
        <p:sp>
          <p:nvSpPr>
            <p:cNvPr id="201" name="빗면 36">
              <a:extLst>
                <a:ext uri="{FF2B5EF4-FFF2-40B4-BE49-F238E27FC236}">
                  <a16:creationId xmlns:a16="http://schemas.microsoft.com/office/drawing/2014/main" id="{6F19076A-CC6C-4567-BFF8-1959C781E94C}"/>
                </a:ext>
              </a:extLst>
            </p:cNvPr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2" name="왼쪽 화살표 1034">
              <a:extLst>
                <a:ext uri="{FF2B5EF4-FFF2-40B4-BE49-F238E27FC236}">
                  <a16:creationId xmlns:a16="http://schemas.microsoft.com/office/drawing/2014/main" id="{E203442D-E7CC-444F-8D57-7B49737E1B10}"/>
                </a:ext>
              </a:extLst>
            </p:cNvPr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19007E0E-2D56-4122-A355-0B4169C54525}"/>
              </a:ext>
            </a:extLst>
          </p:cNvPr>
          <p:cNvGrpSpPr/>
          <p:nvPr/>
        </p:nvGrpSpPr>
        <p:grpSpPr>
          <a:xfrm>
            <a:off x="788952" y="1748738"/>
            <a:ext cx="936000" cy="450000"/>
            <a:chOff x="395536" y="1844823"/>
            <a:chExt cx="936000" cy="468000"/>
          </a:xfrm>
        </p:grpSpPr>
        <p:sp>
          <p:nvSpPr>
            <p:cNvPr id="204" name="빗면 28">
              <a:extLst>
                <a:ext uri="{FF2B5EF4-FFF2-40B4-BE49-F238E27FC236}">
                  <a16:creationId xmlns:a16="http://schemas.microsoft.com/office/drawing/2014/main" id="{094836F0-9248-4DEC-AF53-89D537A683B3}"/>
                </a:ext>
              </a:extLst>
            </p:cNvPr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05" name="그림 204">
              <a:extLst>
                <a:ext uri="{FF2B5EF4-FFF2-40B4-BE49-F238E27FC236}">
                  <a16:creationId xmlns:a16="http://schemas.microsoft.com/office/drawing/2014/main" id="{CAC5E82C-25D9-4644-BCEB-17AE69C38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FBDE7387-90EC-491A-A7C1-B1B7C62C0618}"/>
              </a:ext>
            </a:extLst>
          </p:cNvPr>
          <p:cNvGrpSpPr/>
          <p:nvPr/>
        </p:nvGrpSpPr>
        <p:grpSpPr>
          <a:xfrm>
            <a:off x="788952" y="4452062"/>
            <a:ext cx="936000" cy="450000"/>
            <a:chOff x="395536" y="4674261"/>
            <a:chExt cx="936000" cy="468000"/>
          </a:xfrm>
        </p:grpSpPr>
        <p:sp>
          <p:nvSpPr>
            <p:cNvPr id="207" name="빗면 34">
              <a:extLst>
                <a:ext uri="{FF2B5EF4-FFF2-40B4-BE49-F238E27FC236}">
                  <a16:creationId xmlns:a16="http://schemas.microsoft.com/office/drawing/2014/main" id="{56E8E069-3D6C-49C4-AD8D-F9833C462611}"/>
                </a:ext>
              </a:extLst>
            </p:cNvPr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08" name="그림 207">
              <a:extLst>
                <a:ext uri="{FF2B5EF4-FFF2-40B4-BE49-F238E27FC236}">
                  <a16:creationId xmlns:a16="http://schemas.microsoft.com/office/drawing/2014/main" id="{C1DE7B09-8D92-42AF-AC9C-CC21A2F3A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5D704A6E-590C-48C3-B433-35E69E5AEBDE}"/>
              </a:ext>
            </a:extLst>
          </p:cNvPr>
          <p:cNvGrpSpPr/>
          <p:nvPr/>
        </p:nvGrpSpPr>
        <p:grpSpPr>
          <a:xfrm>
            <a:off x="788952" y="3100400"/>
            <a:ext cx="936000" cy="450000"/>
            <a:chOff x="410776" y="3498167"/>
            <a:chExt cx="936000" cy="432000"/>
          </a:xfrm>
        </p:grpSpPr>
        <p:sp>
          <p:nvSpPr>
            <p:cNvPr id="210" name="빗면 31">
              <a:extLst>
                <a:ext uri="{FF2B5EF4-FFF2-40B4-BE49-F238E27FC236}">
                  <a16:creationId xmlns:a16="http://schemas.microsoft.com/office/drawing/2014/main" id="{E4872E8F-26A8-4E3E-A0AC-9C2A2C43DBB9}"/>
                </a:ext>
              </a:extLst>
            </p:cNvPr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11" name="그림 210">
              <a:extLst>
                <a:ext uri="{FF2B5EF4-FFF2-40B4-BE49-F238E27FC236}">
                  <a16:creationId xmlns:a16="http://schemas.microsoft.com/office/drawing/2014/main" id="{6280110B-DBBB-425F-8279-CC0B02590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AF6932EC-CE00-4AC9-9F72-D925D923E8D2}"/>
              </a:ext>
            </a:extLst>
          </p:cNvPr>
          <p:cNvGrpSpPr/>
          <p:nvPr/>
        </p:nvGrpSpPr>
        <p:grpSpPr>
          <a:xfrm>
            <a:off x="788952" y="2199292"/>
            <a:ext cx="936000" cy="450000"/>
            <a:chOff x="410776" y="2635965"/>
            <a:chExt cx="936000" cy="432000"/>
          </a:xfrm>
        </p:grpSpPr>
        <p:sp>
          <p:nvSpPr>
            <p:cNvPr id="213" name="빗면 29">
              <a:extLst>
                <a:ext uri="{FF2B5EF4-FFF2-40B4-BE49-F238E27FC236}">
                  <a16:creationId xmlns:a16="http://schemas.microsoft.com/office/drawing/2014/main" id="{49644815-5FF2-407D-AB9A-BFC7ADF3E795}"/>
                </a:ext>
              </a:extLst>
            </p:cNvPr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14" name="그림 213">
              <a:extLst>
                <a:ext uri="{FF2B5EF4-FFF2-40B4-BE49-F238E27FC236}">
                  <a16:creationId xmlns:a16="http://schemas.microsoft.com/office/drawing/2014/main" id="{89E5CB84-0887-41DA-AA28-E25561243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60C6F6A3-4443-40AC-9509-4130FC353FBF}"/>
              </a:ext>
            </a:extLst>
          </p:cNvPr>
          <p:cNvGrpSpPr/>
          <p:nvPr/>
        </p:nvGrpSpPr>
        <p:grpSpPr>
          <a:xfrm>
            <a:off x="788952" y="2649846"/>
            <a:ext cx="936000" cy="450000"/>
            <a:chOff x="410776" y="3067066"/>
            <a:chExt cx="936000" cy="432000"/>
          </a:xfrm>
        </p:grpSpPr>
        <p:sp>
          <p:nvSpPr>
            <p:cNvPr id="216" name="빗면 30">
              <a:extLst>
                <a:ext uri="{FF2B5EF4-FFF2-40B4-BE49-F238E27FC236}">
                  <a16:creationId xmlns:a16="http://schemas.microsoft.com/office/drawing/2014/main" id="{2A92BE05-4231-490A-B62B-2D65FC185F44}"/>
                </a:ext>
              </a:extLst>
            </p:cNvPr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17" name="그림 216">
              <a:extLst>
                <a:ext uri="{FF2B5EF4-FFF2-40B4-BE49-F238E27FC236}">
                  <a16:creationId xmlns:a16="http://schemas.microsoft.com/office/drawing/2014/main" id="{D08212B8-585F-4288-9757-1A4BA9337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218" name="그림 217">
              <a:extLst>
                <a:ext uri="{FF2B5EF4-FFF2-40B4-BE49-F238E27FC236}">
                  <a16:creationId xmlns:a16="http://schemas.microsoft.com/office/drawing/2014/main" id="{F4B513D7-0385-48DD-9474-2BE6E624A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219" name="그림 218">
              <a:extLst>
                <a:ext uri="{FF2B5EF4-FFF2-40B4-BE49-F238E27FC236}">
                  <a16:creationId xmlns:a16="http://schemas.microsoft.com/office/drawing/2014/main" id="{3E4526DD-F415-4028-9F54-E82FA21DD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DE041C88-45B5-4DDD-9E77-305793F9A7F5}"/>
              </a:ext>
            </a:extLst>
          </p:cNvPr>
          <p:cNvGrpSpPr/>
          <p:nvPr/>
        </p:nvGrpSpPr>
        <p:grpSpPr>
          <a:xfrm>
            <a:off x="788952" y="4001508"/>
            <a:ext cx="936000" cy="450000"/>
            <a:chOff x="410776" y="4360369"/>
            <a:chExt cx="936000" cy="432000"/>
          </a:xfrm>
        </p:grpSpPr>
        <p:sp>
          <p:nvSpPr>
            <p:cNvPr id="221" name="빗면 33">
              <a:extLst>
                <a:ext uri="{FF2B5EF4-FFF2-40B4-BE49-F238E27FC236}">
                  <a16:creationId xmlns:a16="http://schemas.microsoft.com/office/drawing/2014/main" id="{F50BA42B-1310-4FBE-8F5A-B38AD4EC7B7F}"/>
                </a:ext>
              </a:extLst>
            </p:cNvPr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2" name="그림 221">
              <a:extLst>
                <a:ext uri="{FF2B5EF4-FFF2-40B4-BE49-F238E27FC236}">
                  <a16:creationId xmlns:a16="http://schemas.microsoft.com/office/drawing/2014/main" id="{1A698FEB-B87B-4DEB-81D4-8570C45B9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01512579-43CA-4DA1-9764-2309A039E4AF}"/>
              </a:ext>
            </a:extLst>
          </p:cNvPr>
          <p:cNvGrpSpPr/>
          <p:nvPr/>
        </p:nvGrpSpPr>
        <p:grpSpPr>
          <a:xfrm>
            <a:off x="788952" y="5353168"/>
            <a:ext cx="936000" cy="450000"/>
            <a:chOff x="399664" y="5640976"/>
            <a:chExt cx="936000" cy="450000"/>
          </a:xfrm>
        </p:grpSpPr>
        <p:sp>
          <p:nvSpPr>
            <p:cNvPr id="224" name="빗면 49">
              <a:extLst>
                <a:ext uri="{FF2B5EF4-FFF2-40B4-BE49-F238E27FC236}">
                  <a16:creationId xmlns:a16="http://schemas.microsoft.com/office/drawing/2014/main" id="{A959115E-1105-4C5F-B83C-DBD529E2B452}"/>
                </a:ext>
              </a:extLst>
            </p:cNvPr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5" name="그림 224">
              <a:extLst>
                <a:ext uri="{FF2B5EF4-FFF2-40B4-BE49-F238E27FC236}">
                  <a16:creationId xmlns:a16="http://schemas.microsoft.com/office/drawing/2014/main" id="{36CE3720-9A7D-4069-ADB9-4BEC6A3DC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508C9FD6-0CCA-46A1-B891-82CA1D81C54F}"/>
              </a:ext>
            </a:extLst>
          </p:cNvPr>
          <p:cNvSpPr/>
          <p:nvPr/>
        </p:nvSpPr>
        <p:spPr>
          <a:xfrm>
            <a:off x="771613" y="1557016"/>
            <a:ext cx="7200000" cy="180000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E763EC22-4442-486D-AD51-56A1D1B38905}"/>
              </a:ext>
            </a:extLst>
          </p:cNvPr>
          <p:cNvSpPr/>
          <p:nvPr/>
        </p:nvSpPr>
        <p:spPr>
          <a:xfrm>
            <a:off x="771613" y="1557014"/>
            <a:ext cx="7200000" cy="90000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876B2A94-90EB-472E-BDB1-D2110E3358D0}"/>
              </a:ext>
            </a:extLst>
          </p:cNvPr>
          <p:cNvCxnSpPr/>
          <p:nvPr/>
        </p:nvCxnSpPr>
        <p:spPr>
          <a:xfrm>
            <a:off x="776288" y="1557016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66D82F46-C26E-4041-85C6-426DB8C32FF6}"/>
              </a:ext>
            </a:extLst>
          </p:cNvPr>
          <p:cNvCxnSpPr/>
          <p:nvPr/>
        </p:nvCxnSpPr>
        <p:spPr>
          <a:xfrm>
            <a:off x="771613" y="1741290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A9BD546B-FFE4-42D6-A3A0-261C4258784F}"/>
              </a:ext>
            </a:extLst>
          </p:cNvPr>
          <p:cNvSpPr txBox="1"/>
          <p:nvPr/>
        </p:nvSpPr>
        <p:spPr>
          <a:xfrm>
            <a:off x="798293" y="1517786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209A8438-4C80-4972-9EB7-106267CA9688}"/>
              </a:ext>
            </a:extLst>
          </p:cNvPr>
          <p:cNvCxnSpPr/>
          <p:nvPr/>
        </p:nvCxnSpPr>
        <p:spPr>
          <a:xfrm rot="5400000">
            <a:off x="7886100" y="1647016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DE6FB694-B23F-4EB7-9BBC-33EC7CD7A9BB}"/>
              </a:ext>
            </a:extLst>
          </p:cNvPr>
          <p:cNvSpPr/>
          <p:nvPr/>
        </p:nvSpPr>
        <p:spPr>
          <a:xfrm>
            <a:off x="1774693" y="1773040"/>
            <a:ext cx="720000" cy="360000"/>
          </a:xfrm>
          <a:prstGeom prst="rect">
            <a:avLst/>
          </a:prstGeom>
          <a:solidFill>
            <a:srgbClr val="4BACC6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ROBOT SELECT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48EE698C-F39C-4573-BB7D-B5AFAEFCC2EB}"/>
              </a:ext>
            </a:extLst>
          </p:cNvPr>
          <p:cNvSpPr/>
          <p:nvPr/>
        </p:nvSpPr>
        <p:spPr>
          <a:xfrm>
            <a:off x="2578198" y="178940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6B01B615-4D64-4D6C-BF16-7D771124D909}"/>
              </a:ext>
            </a:extLst>
          </p:cNvPr>
          <p:cNvSpPr/>
          <p:nvPr/>
        </p:nvSpPr>
        <p:spPr>
          <a:xfrm>
            <a:off x="2978136" y="178940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468673BA-B397-4A49-80F1-3FF1A056F27B}"/>
              </a:ext>
            </a:extLst>
          </p:cNvPr>
          <p:cNvSpPr/>
          <p:nvPr/>
        </p:nvSpPr>
        <p:spPr>
          <a:xfrm>
            <a:off x="3378074" y="178940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A69C62A5-4CC5-450D-B5DD-E4E1F259526B}"/>
              </a:ext>
            </a:extLst>
          </p:cNvPr>
          <p:cNvSpPr/>
          <p:nvPr/>
        </p:nvSpPr>
        <p:spPr>
          <a:xfrm>
            <a:off x="3778012" y="178940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D1937E76-9AFE-411E-94C0-BC3D42D81F36}"/>
              </a:ext>
            </a:extLst>
          </p:cNvPr>
          <p:cNvSpPr/>
          <p:nvPr/>
        </p:nvSpPr>
        <p:spPr>
          <a:xfrm>
            <a:off x="4177950" y="1789404"/>
            <a:ext cx="327273" cy="327273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4D37FC2D-1001-4CF2-B727-0357E253D636}"/>
              </a:ext>
            </a:extLst>
          </p:cNvPr>
          <p:cNvSpPr/>
          <p:nvPr/>
        </p:nvSpPr>
        <p:spPr>
          <a:xfrm>
            <a:off x="4577888" y="178940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116C291F-EC3F-4B3F-BFBD-6DB383163A20}"/>
              </a:ext>
            </a:extLst>
          </p:cNvPr>
          <p:cNvSpPr/>
          <p:nvPr/>
        </p:nvSpPr>
        <p:spPr>
          <a:xfrm>
            <a:off x="4977826" y="1789404"/>
            <a:ext cx="327273" cy="327273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7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787C0FAF-88BF-4970-BAD6-74ABE0ACC8DD}"/>
              </a:ext>
            </a:extLst>
          </p:cNvPr>
          <p:cNvSpPr/>
          <p:nvPr/>
        </p:nvSpPr>
        <p:spPr>
          <a:xfrm>
            <a:off x="5377764" y="178940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8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AF2F0791-49A9-432B-B780-643824C35C73}"/>
              </a:ext>
            </a:extLst>
          </p:cNvPr>
          <p:cNvSpPr/>
          <p:nvPr/>
        </p:nvSpPr>
        <p:spPr>
          <a:xfrm>
            <a:off x="5777702" y="178940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562C5EC2-E24D-4ACC-AF1B-8A1E7F03565C}"/>
              </a:ext>
            </a:extLst>
          </p:cNvPr>
          <p:cNvSpPr/>
          <p:nvPr/>
        </p:nvSpPr>
        <p:spPr>
          <a:xfrm>
            <a:off x="6177640" y="178940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00A3B2A0-782F-4966-BC4D-628B705C46BC}"/>
              </a:ext>
            </a:extLst>
          </p:cNvPr>
          <p:cNvSpPr/>
          <p:nvPr/>
        </p:nvSpPr>
        <p:spPr>
          <a:xfrm>
            <a:off x="6577578" y="178940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11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835F2074-C214-4921-B8D3-E0F9ECC5E674}"/>
              </a:ext>
            </a:extLst>
          </p:cNvPr>
          <p:cNvSpPr/>
          <p:nvPr/>
        </p:nvSpPr>
        <p:spPr>
          <a:xfrm>
            <a:off x="6977512" y="1789404"/>
            <a:ext cx="327273" cy="327273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12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791FB9EE-7E75-4827-BD22-ABCC861BA71C}"/>
              </a:ext>
            </a:extLst>
          </p:cNvPr>
          <p:cNvSpPr/>
          <p:nvPr/>
        </p:nvSpPr>
        <p:spPr>
          <a:xfrm>
            <a:off x="7409560" y="1773040"/>
            <a:ext cx="360000" cy="3600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SB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8DF6EF93-B49E-47A5-9FBE-0C89635E5395}"/>
              </a:ext>
            </a:extLst>
          </p:cNvPr>
          <p:cNvSpPr/>
          <p:nvPr/>
        </p:nvSpPr>
        <p:spPr>
          <a:xfrm>
            <a:off x="8068248" y="1773040"/>
            <a:ext cx="360000" cy="360000"/>
          </a:xfrm>
          <a:prstGeom prst="rect">
            <a:avLst/>
          </a:prstGeom>
          <a:solidFill>
            <a:srgbClr val="F79646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SP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D7114F18-BCDC-4C91-9178-B1ADFBEFBB6E}"/>
              </a:ext>
            </a:extLst>
          </p:cNvPr>
          <p:cNvSpPr/>
          <p:nvPr/>
        </p:nvSpPr>
        <p:spPr>
          <a:xfrm>
            <a:off x="8726937" y="1773040"/>
            <a:ext cx="360000" cy="360000"/>
          </a:xfrm>
          <a:prstGeom prst="rect">
            <a:avLst/>
          </a:prstGeom>
          <a:solidFill>
            <a:srgbClr val="F79646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48" name="표 247">
            <a:extLst>
              <a:ext uri="{FF2B5EF4-FFF2-40B4-BE49-F238E27FC236}">
                <a16:creationId xmlns:a16="http://schemas.microsoft.com/office/drawing/2014/main" id="{9560D35B-F5CE-4DA2-9B92-B676A61D1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669916"/>
              </p:ext>
            </p:extLst>
          </p:nvPr>
        </p:nvGraphicFramePr>
        <p:xfrm>
          <a:off x="1774693" y="2205344"/>
          <a:ext cx="5550784" cy="2987040"/>
        </p:xfrm>
        <a:graphic>
          <a:graphicData uri="http://schemas.openxmlformats.org/drawingml/2006/table">
            <a:tbl>
              <a:tblPr firstRow="1" bandRow="1"/>
              <a:tblGrid>
                <a:gridCol w="551170">
                  <a:extLst>
                    <a:ext uri="{9D8B030D-6E8A-4147-A177-3AD203B41FA5}">
                      <a16:colId xmlns:a16="http://schemas.microsoft.com/office/drawing/2014/main" val="3940323798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1772590869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38689193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426671664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832318129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415435994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1075177821"/>
                    </a:ext>
                  </a:extLst>
                </a:gridCol>
              </a:tblGrid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J1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J2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J3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382317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13399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206334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7144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382280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920197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380616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R6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967334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R7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64977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R8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308486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R9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703844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150595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082981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072099"/>
                  </a:ext>
                </a:extLst>
              </a:tr>
            </a:tbl>
          </a:graphicData>
        </a:graphic>
      </p:graphicFrame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9E5E6C17-7C91-47CA-AB8A-C4E9B76AADB9}"/>
              </a:ext>
            </a:extLst>
          </p:cNvPr>
          <p:cNvSpPr/>
          <p:nvPr/>
        </p:nvSpPr>
        <p:spPr>
          <a:xfrm>
            <a:off x="2343265" y="5264688"/>
            <a:ext cx="806400" cy="427013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ROBOT READY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0" name="직사각형 249">
            <a:extLst>
              <a:ext uri="{FF2B5EF4-FFF2-40B4-BE49-F238E27FC236}">
                <a16:creationId xmlns:a16="http://schemas.microsoft.com/office/drawing/2014/main" id="{7E38F875-F2E6-4893-8CE9-8B3FE4BEE1A7}"/>
              </a:ext>
            </a:extLst>
          </p:cNvPr>
          <p:cNvSpPr/>
          <p:nvPr/>
        </p:nvSpPr>
        <p:spPr>
          <a:xfrm>
            <a:off x="4829133" y="5264688"/>
            <a:ext cx="806400" cy="421263"/>
          </a:xfrm>
          <a:prstGeom prst="rect">
            <a:avLst/>
          </a:prstGeom>
          <a:solidFill>
            <a:srgbClr val="FF330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ROBOT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ALARM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3778305A-41D5-4D89-9F01-3DFB62282C7F}"/>
              </a:ext>
            </a:extLst>
          </p:cNvPr>
          <p:cNvSpPr/>
          <p:nvPr/>
        </p:nvSpPr>
        <p:spPr>
          <a:xfrm>
            <a:off x="3586199" y="5264688"/>
            <a:ext cx="806400" cy="42701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ROBOT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OPERATION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983A93BB-5265-4988-A73E-0ECBDA9D898E}"/>
              </a:ext>
            </a:extLst>
          </p:cNvPr>
          <p:cNvSpPr/>
          <p:nvPr/>
        </p:nvSpPr>
        <p:spPr>
          <a:xfrm>
            <a:off x="6072067" y="5264688"/>
            <a:ext cx="806400" cy="447928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PLC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STOP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84CF0FAB-5530-4C2E-9BAD-6BF362FC1539}"/>
              </a:ext>
            </a:extLst>
          </p:cNvPr>
          <p:cNvSpPr/>
          <p:nvPr/>
        </p:nvSpPr>
        <p:spPr>
          <a:xfrm>
            <a:off x="7400372" y="5229424"/>
            <a:ext cx="1686565" cy="53897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SAVE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5970E6AE-0F80-45AA-A072-A1D795035799}"/>
              </a:ext>
            </a:extLst>
          </p:cNvPr>
          <p:cNvSpPr txBox="1"/>
          <p:nvPr/>
        </p:nvSpPr>
        <p:spPr>
          <a:xfrm>
            <a:off x="771613" y="1182458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FB374144-72F6-4DA6-AE12-0BCE064B3703}"/>
              </a:ext>
            </a:extLst>
          </p:cNvPr>
          <p:cNvCxnSpPr>
            <a:cxnSpLocks/>
          </p:cNvCxnSpPr>
          <p:nvPr/>
        </p:nvCxnSpPr>
        <p:spPr>
          <a:xfrm>
            <a:off x="776288" y="1557016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18BD6576-F6C0-48E5-9FF7-D7EC8EE92B18}"/>
              </a:ext>
            </a:extLst>
          </p:cNvPr>
          <p:cNvCxnSpPr>
            <a:cxnSpLocks/>
          </p:cNvCxnSpPr>
          <p:nvPr/>
        </p:nvCxnSpPr>
        <p:spPr>
          <a:xfrm rot="5400000">
            <a:off x="7886100" y="1647016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57" name="TextBox 256">
            <a:extLst>
              <a:ext uri="{FF2B5EF4-FFF2-40B4-BE49-F238E27FC236}">
                <a16:creationId xmlns:a16="http://schemas.microsoft.com/office/drawing/2014/main" id="{1ECCA587-2C2D-4CED-A9ED-8407CAD1E15E}"/>
              </a:ext>
            </a:extLst>
          </p:cNvPr>
          <p:cNvSpPr txBox="1"/>
          <p:nvPr/>
        </p:nvSpPr>
        <p:spPr>
          <a:xfrm>
            <a:off x="8295207" y="1537246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prstClr val="black"/>
                </a:solidFill>
                <a:latin typeface="맑은 고딕"/>
              </a:rPr>
              <a:t>ENG</a:t>
            </a:r>
            <a:endParaRPr lang="en-US" altLang="ko-KR" sz="9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EFFF55F-C52B-4F05-867F-E4717DA69A23}"/>
              </a:ext>
            </a:extLst>
          </p:cNvPr>
          <p:cNvSpPr txBox="1"/>
          <p:nvPr/>
        </p:nvSpPr>
        <p:spPr>
          <a:xfrm>
            <a:off x="4076270" y="1143986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sp>
        <p:nvSpPr>
          <p:cNvPr id="259" name="빗면 7">
            <a:extLst>
              <a:ext uri="{FF2B5EF4-FFF2-40B4-BE49-F238E27FC236}">
                <a16:creationId xmlns:a16="http://schemas.microsoft.com/office/drawing/2014/main" id="{67E3E586-35AE-4B85-8C96-A7F5602CCCAD}"/>
              </a:ext>
            </a:extLst>
          </p:cNvPr>
          <p:cNvSpPr/>
          <p:nvPr/>
        </p:nvSpPr>
        <p:spPr>
          <a:xfrm>
            <a:off x="3186881" y="1117568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74F58EA8-0439-436E-9555-C35F17FEDEE4}"/>
              </a:ext>
            </a:extLst>
          </p:cNvPr>
          <p:cNvSpPr/>
          <p:nvPr/>
        </p:nvSpPr>
        <p:spPr>
          <a:xfrm>
            <a:off x="7544355" y="1555957"/>
            <a:ext cx="609699" cy="164414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n-cs"/>
              </a:rPr>
              <a:t>language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F66C4422-8D90-4B54-B2D5-B884BA8D231B}"/>
              </a:ext>
            </a:extLst>
          </p:cNvPr>
          <p:cNvSpPr/>
          <p:nvPr/>
        </p:nvSpPr>
        <p:spPr>
          <a:xfrm>
            <a:off x="8936917" y="1575941"/>
            <a:ext cx="194199" cy="159591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DCA4B48F-EC14-4E1B-9C28-EE28F1A578BA}"/>
              </a:ext>
            </a:extLst>
          </p:cNvPr>
          <p:cNvSpPr txBox="1"/>
          <p:nvPr/>
        </p:nvSpPr>
        <p:spPr>
          <a:xfrm>
            <a:off x="6844395" y="1135385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DE0FEC9-57A3-4977-9D6A-0C19ED02157C}"/>
              </a:ext>
            </a:extLst>
          </p:cNvPr>
          <p:cNvSpPr txBox="1"/>
          <p:nvPr/>
        </p:nvSpPr>
        <p:spPr>
          <a:xfrm>
            <a:off x="3495472" y="1143986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ALL ROBOT SETTING</a:t>
            </a:r>
          </a:p>
        </p:txBody>
      </p:sp>
      <p:sp>
        <p:nvSpPr>
          <p:cNvPr id="264" name="직사각형 263">
            <a:extLst>
              <a:ext uri="{FF2B5EF4-FFF2-40B4-BE49-F238E27FC236}">
                <a16:creationId xmlns:a16="http://schemas.microsoft.com/office/drawing/2014/main" id="{80FEC3B8-0E6A-460D-A3F6-CEF5F7AF73A4}"/>
              </a:ext>
            </a:extLst>
          </p:cNvPr>
          <p:cNvSpPr/>
          <p:nvPr/>
        </p:nvSpPr>
        <p:spPr>
          <a:xfrm>
            <a:off x="7400372" y="2205088"/>
            <a:ext cx="806400" cy="540000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MOVE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467C4A57-26B6-4E73-8D68-A9D3F1F3E3F0}"/>
              </a:ext>
            </a:extLst>
          </p:cNvPr>
          <p:cNvSpPr/>
          <p:nvPr/>
        </p:nvSpPr>
        <p:spPr>
          <a:xfrm>
            <a:off x="8280537" y="2205574"/>
            <a:ext cx="806400" cy="540000"/>
          </a:xfrm>
          <a:prstGeom prst="rect">
            <a:avLst/>
          </a:prstGeom>
          <a:solidFill>
            <a:srgbClr val="FF33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STOP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66" name="그림 265">
            <a:extLst>
              <a:ext uri="{FF2B5EF4-FFF2-40B4-BE49-F238E27FC236}">
                <a16:creationId xmlns:a16="http://schemas.microsoft.com/office/drawing/2014/main" id="{C24291C3-3AA6-4C9C-9AF3-B5152BC0618C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65310" y="2779096"/>
            <a:ext cx="1776303" cy="176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4745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F3F75BA2-2932-4AAD-85EE-4298C0FA22B2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ALL ROBOT SETTING (2)</a:t>
            </a:r>
          </a:p>
        </p:txBody>
      </p:sp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CFC821EE-B7BC-46E7-9B4A-2ED36F73051B}"/>
              </a:ext>
            </a:extLst>
          </p:cNvPr>
          <p:cNvSpPr/>
          <p:nvPr/>
        </p:nvSpPr>
        <p:spPr>
          <a:xfrm>
            <a:off x="780963" y="1092938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17409643-C3C7-4AE9-B4BB-88AFD95A6AD3}"/>
              </a:ext>
            </a:extLst>
          </p:cNvPr>
          <p:cNvSpPr/>
          <p:nvPr/>
        </p:nvSpPr>
        <p:spPr>
          <a:xfrm>
            <a:off x="780963" y="1092938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F8D0198F-8839-436E-A33C-12F8DCF64E2B}"/>
              </a:ext>
            </a:extLst>
          </p:cNvPr>
          <p:cNvCxnSpPr/>
          <p:nvPr/>
        </p:nvCxnSpPr>
        <p:spPr>
          <a:xfrm>
            <a:off x="1742113" y="1741268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270" name="그룹 269">
            <a:extLst>
              <a:ext uri="{FF2B5EF4-FFF2-40B4-BE49-F238E27FC236}">
                <a16:creationId xmlns:a16="http://schemas.microsoft.com/office/drawing/2014/main" id="{1C8F45A2-5839-4DF6-9BDA-DC4F6670FC92}"/>
              </a:ext>
            </a:extLst>
          </p:cNvPr>
          <p:cNvGrpSpPr/>
          <p:nvPr/>
        </p:nvGrpSpPr>
        <p:grpSpPr>
          <a:xfrm>
            <a:off x="793627" y="3543604"/>
            <a:ext cx="936000" cy="450000"/>
            <a:chOff x="395536" y="3731115"/>
            <a:chExt cx="936000" cy="468000"/>
          </a:xfrm>
        </p:grpSpPr>
        <p:sp>
          <p:nvSpPr>
            <p:cNvPr id="271" name="빗면 32">
              <a:extLst>
                <a:ext uri="{FF2B5EF4-FFF2-40B4-BE49-F238E27FC236}">
                  <a16:creationId xmlns:a16="http://schemas.microsoft.com/office/drawing/2014/main" id="{4833905A-A4E5-4050-B81B-0258785FB4C5}"/>
                </a:ext>
              </a:extLst>
            </p:cNvPr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72" name="그림 271">
              <a:extLst>
                <a:ext uri="{FF2B5EF4-FFF2-40B4-BE49-F238E27FC236}">
                  <a16:creationId xmlns:a16="http://schemas.microsoft.com/office/drawing/2014/main" id="{FF4CCD8A-53E6-4C19-AE5F-04159EFD1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273" name="그림 272">
              <a:extLst>
                <a:ext uri="{FF2B5EF4-FFF2-40B4-BE49-F238E27FC236}">
                  <a16:creationId xmlns:a16="http://schemas.microsoft.com/office/drawing/2014/main" id="{17D5B362-7884-47FD-8E85-721DCEE53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274" name="그룹 273">
            <a:extLst>
              <a:ext uri="{FF2B5EF4-FFF2-40B4-BE49-F238E27FC236}">
                <a16:creationId xmlns:a16="http://schemas.microsoft.com/office/drawing/2014/main" id="{3B4C7615-E4A6-4A70-8E56-53C1E814DF66}"/>
              </a:ext>
            </a:extLst>
          </p:cNvPr>
          <p:cNvGrpSpPr/>
          <p:nvPr/>
        </p:nvGrpSpPr>
        <p:grpSpPr>
          <a:xfrm>
            <a:off x="793627" y="4895266"/>
            <a:ext cx="936000" cy="450000"/>
            <a:chOff x="403799" y="5149683"/>
            <a:chExt cx="936000" cy="468000"/>
          </a:xfrm>
        </p:grpSpPr>
        <p:sp>
          <p:nvSpPr>
            <p:cNvPr id="275" name="빗면 77">
              <a:extLst>
                <a:ext uri="{FF2B5EF4-FFF2-40B4-BE49-F238E27FC236}">
                  <a16:creationId xmlns:a16="http://schemas.microsoft.com/office/drawing/2014/main" id="{5EEF9212-A256-4C02-86B8-A0F6A0DA4437}"/>
                </a:ext>
              </a:extLst>
            </p:cNvPr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76" name="그림 275">
              <a:extLst>
                <a:ext uri="{FF2B5EF4-FFF2-40B4-BE49-F238E27FC236}">
                  <a16:creationId xmlns:a16="http://schemas.microsoft.com/office/drawing/2014/main" id="{7BA7DA24-A58B-4478-86EC-B764B4DA0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DDAD30EB-C41C-4EBE-AECA-7E4D84A0C813}"/>
              </a:ext>
            </a:extLst>
          </p:cNvPr>
          <p:cNvGrpSpPr/>
          <p:nvPr/>
        </p:nvGrpSpPr>
        <p:grpSpPr>
          <a:xfrm>
            <a:off x="793627" y="5345818"/>
            <a:ext cx="936000" cy="450000"/>
            <a:chOff x="395536" y="5625295"/>
            <a:chExt cx="936000" cy="468000"/>
          </a:xfrm>
        </p:grpSpPr>
        <p:sp>
          <p:nvSpPr>
            <p:cNvPr id="278" name="빗면 36">
              <a:extLst>
                <a:ext uri="{FF2B5EF4-FFF2-40B4-BE49-F238E27FC236}">
                  <a16:creationId xmlns:a16="http://schemas.microsoft.com/office/drawing/2014/main" id="{DB87E171-4DEE-4F9A-AD81-93C448639625}"/>
                </a:ext>
              </a:extLst>
            </p:cNvPr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9" name="왼쪽 화살표 1034">
              <a:extLst>
                <a:ext uri="{FF2B5EF4-FFF2-40B4-BE49-F238E27FC236}">
                  <a16:creationId xmlns:a16="http://schemas.microsoft.com/office/drawing/2014/main" id="{1A978B0F-DF77-4F6C-AB6F-1C28D63A9960}"/>
                </a:ext>
              </a:extLst>
            </p:cNvPr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BC1BAC4C-B17A-4E62-B2D8-BE9812B2B415}"/>
              </a:ext>
            </a:extLst>
          </p:cNvPr>
          <p:cNvGrpSpPr/>
          <p:nvPr/>
        </p:nvGrpSpPr>
        <p:grpSpPr>
          <a:xfrm>
            <a:off x="793627" y="1741388"/>
            <a:ext cx="936000" cy="450000"/>
            <a:chOff x="395536" y="1844823"/>
            <a:chExt cx="936000" cy="468000"/>
          </a:xfrm>
        </p:grpSpPr>
        <p:sp>
          <p:nvSpPr>
            <p:cNvPr id="281" name="빗면 28">
              <a:extLst>
                <a:ext uri="{FF2B5EF4-FFF2-40B4-BE49-F238E27FC236}">
                  <a16:creationId xmlns:a16="http://schemas.microsoft.com/office/drawing/2014/main" id="{ECB3F85D-20D2-44B3-A4B2-5FC639CBD3B4}"/>
                </a:ext>
              </a:extLst>
            </p:cNvPr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82" name="그림 281">
              <a:extLst>
                <a:ext uri="{FF2B5EF4-FFF2-40B4-BE49-F238E27FC236}">
                  <a16:creationId xmlns:a16="http://schemas.microsoft.com/office/drawing/2014/main" id="{89ADC963-ED16-49E5-961B-B4FE879CB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283" name="그룹 282">
            <a:extLst>
              <a:ext uri="{FF2B5EF4-FFF2-40B4-BE49-F238E27FC236}">
                <a16:creationId xmlns:a16="http://schemas.microsoft.com/office/drawing/2014/main" id="{F936C1FA-F55E-44B6-B6DD-1E2FE0582129}"/>
              </a:ext>
            </a:extLst>
          </p:cNvPr>
          <p:cNvGrpSpPr/>
          <p:nvPr/>
        </p:nvGrpSpPr>
        <p:grpSpPr>
          <a:xfrm>
            <a:off x="793627" y="4444712"/>
            <a:ext cx="936000" cy="450000"/>
            <a:chOff x="395536" y="4674261"/>
            <a:chExt cx="936000" cy="468000"/>
          </a:xfrm>
        </p:grpSpPr>
        <p:sp>
          <p:nvSpPr>
            <p:cNvPr id="284" name="빗면 34">
              <a:extLst>
                <a:ext uri="{FF2B5EF4-FFF2-40B4-BE49-F238E27FC236}">
                  <a16:creationId xmlns:a16="http://schemas.microsoft.com/office/drawing/2014/main" id="{558F04A9-8DDE-4B70-9DC7-F5C348CB6E23}"/>
                </a:ext>
              </a:extLst>
            </p:cNvPr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85" name="그림 284">
              <a:extLst>
                <a:ext uri="{FF2B5EF4-FFF2-40B4-BE49-F238E27FC236}">
                  <a16:creationId xmlns:a16="http://schemas.microsoft.com/office/drawing/2014/main" id="{7E35852F-4D84-44CB-BE54-0BFDF1711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286" name="그룹 285">
            <a:extLst>
              <a:ext uri="{FF2B5EF4-FFF2-40B4-BE49-F238E27FC236}">
                <a16:creationId xmlns:a16="http://schemas.microsoft.com/office/drawing/2014/main" id="{2741C38E-4746-41A0-9A17-758624132E10}"/>
              </a:ext>
            </a:extLst>
          </p:cNvPr>
          <p:cNvGrpSpPr/>
          <p:nvPr/>
        </p:nvGrpSpPr>
        <p:grpSpPr>
          <a:xfrm>
            <a:off x="793627" y="3093050"/>
            <a:ext cx="936000" cy="450000"/>
            <a:chOff x="410776" y="3498167"/>
            <a:chExt cx="936000" cy="432000"/>
          </a:xfrm>
        </p:grpSpPr>
        <p:sp>
          <p:nvSpPr>
            <p:cNvPr id="287" name="빗면 31">
              <a:extLst>
                <a:ext uri="{FF2B5EF4-FFF2-40B4-BE49-F238E27FC236}">
                  <a16:creationId xmlns:a16="http://schemas.microsoft.com/office/drawing/2014/main" id="{DB0791BA-1D7A-42C0-9D63-A2A8342EDB8A}"/>
                </a:ext>
              </a:extLst>
            </p:cNvPr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88" name="그림 287">
              <a:extLst>
                <a:ext uri="{FF2B5EF4-FFF2-40B4-BE49-F238E27FC236}">
                  <a16:creationId xmlns:a16="http://schemas.microsoft.com/office/drawing/2014/main" id="{DEC049FB-33A0-4124-AF24-F1D6D2B28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06B9FCA9-EB63-4D7D-917D-F7557CFB3441}"/>
              </a:ext>
            </a:extLst>
          </p:cNvPr>
          <p:cNvGrpSpPr/>
          <p:nvPr/>
        </p:nvGrpSpPr>
        <p:grpSpPr>
          <a:xfrm>
            <a:off x="793627" y="2191942"/>
            <a:ext cx="936000" cy="450000"/>
            <a:chOff x="410776" y="2635965"/>
            <a:chExt cx="936000" cy="432000"/>
          </a:xfrm>
        </p:grpSpPr>
        <p:sp>
          <p:nvSpPr>
            <p:cNvPr id="290" name="빗면 29">
              <a:extLst>
                <a:ext uri="{FF2B5EF4-FFF2-40B4-BE49-F238E27FC236}">
                  <a16:creationId xmlns:a16="http://schemas.microsoft.com/office/drawing/2014/main" id="{91A6E4EF-2184-4822-8D84-568E054B04A5}"/>
                </a:ext>
              </a:extLst>
            </p:cNvPr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91" name="그림 290">
              <a:extLst>
                <a:ext uri="{FF2B5EF4-FFF2-40B4-BE49-F238E27FC236}">
                  <a16:creationId xmlns:a16="http://schemas.microsoft.com/office/drawing/2014/main" id="{6641F6C1-E474-413F-9B96-237F91428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E04921DF-3704-49E1-9409-8259E279EBDE}"/>
              </a:ext>
            </a:extLst>
          </p:cNvPr>
          <p:cNvGrpSpPr/>
          <p:nvPr/>
        </p:nvGrpSpPr>
        <p:grpSpPr>
          <a:xfrm>
            <a:off x="793627" y="2642496"/>
            <a:ext cx="936000" cy="450000"/>
            <a:chOff x="410776" y="3067066"/>
            <a:chExt cx="936000" cy="432000"/>
          </a:xfrm>
        </p:grpSpPr>
        <p:sp>
          <p:nvSpPr>
            <p:cNvPr id="293" name="빗면 30">
              <a:extLst>
                <a:ext uri="{FF2B5EF4-FFF2-40B4-BE49-F238E27FC236}">
                  <a16:creationId xmlns:a16="http://schemas.microsoft.com/office/drawing/2014/main" id="{2B7D3624-3A06-4DC2-B88E-52C5FB599E6B}"/>
                </a:ext>
              </a:extLst>
            </p:cNvPr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94" name="그림 293">
              <a:extLst>
                <a:ext uri="{FF2B5EF4-FFF2-40B4-BE49-F238E27FC236}">
                  <a16:creationId xmlns:a16="http://schemas.microsoft.com/office/drawing/2014/main" id="{C684EAE8-C4BC-434A-8351-1573A5CC7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295" name="그림 294">
              <a:extLst>
                <a:ext uri="{FF2B5EF4-FFF2-40B4-BE49-F238E27FC236}">
                  <a16:creationId xmlns:a16="http://schemas.microsoft.com/office/drawing/2014/main" id="{9C4F0E48-EA48-450B-ACFB-DEF767805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296" name="그림 295">
              <a:extLst>
                <a:ext uri="{FF2B5EF4-FFF2-40B4-BE49-F238E27FC236}">
                  <a16:creationId xmlns:a16="http://schemas.microsoft.com/office/drawing/2014/main" id="{A27D3365-149B-4CEB-BA1F-56AD10B04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97" name="그룹 296">
            <a:extLst>
              <a:ext uri="{FF2B5EF4-FFF2-40B4-BE49-F238E27FC236}">
                <a16:creationId xmlns:a16="http://schemas.microsoft.com/office/drawing/2014/main" id="{AE35B1E4-8D3D-4C58-8595-DD7F091E9033}"/>
              </a:ext>
            </a:extLst>
          </p:cNvPr>
          <p:cNvGrpSpPr/>
          <p:nvPr/>
        </p:nvGrpSpPr>
        <p:grpSpPr>
          <a:xfrm>
            <a:off x="793627" y="3994158"/>
            <a:ext cx="936000" cy="450000"/>
            <a:chOff x="410776" y="4360369"/>
            <a:chExt cx="936000" cy="432000"/>
          </a:xfrm>
        </p:grpSpPr>
        <p:sp>
          <p:nvSpPr>
            <p:cNvPr id="298" name="빗면 33">
              <a:extLst>
                <a:ext uri="{FF2B5EF4-FFF2-40B4-BE49-F238E27FC236}">
                  <a16:creationId xmlns:a16="http://schemas.microsoft.com/office/drawing/2014/main" id="{3EBDDE79-DF47-4B39-AE38-0DD1D6D8B478}"/>
                </a:ext>
              </a:extLst>
            </p:cNvPr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99" name="그림 298">
              <a:extLst>
                <a:ext uri="{FF2B5EF4-FFF2-40B4-BE49-F238E27FC236}">
                  <a16:creationId xmlns:a16="http://schemas.microsoft.com/office/drawing/2014/main" id="{7DC97E69-B4BC-4393-B39A-CE397A4EC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300" name="그룹 299">
            <a:extLst>
              <a:ext uri="{FF2B5EF4-FFF2-40B4-BE49-F238E27FC236}">
                <a16:creationId xmlns:a16="http://schemas.microsoft.com/office/drawing/2014/main" id="{1F3C6EC7-DE88-435E-AF75-FDD1110CA7E7}"/>
              </a:ext>
            </a:extLst>
          </p:cNvPr>
          <p:cNvGrpSpPr/>
          <p:nvPr/>
        </p:nvGrpSpPr>
        <p:grpSpPr>
          <a:xfrm>
            <a:off x="793627" y="5345818"/>
            <a:ext cx="936000" cy="450000"/>
            <a:chOff x="399664" y="5640976"/>
            <a:chExt cx="936000" cy="450000"/>
          </a:xfrm>
        </p:grpSpPr>
        <p:sp>
          <p:nvSpPr>
            <p:cNvPr id="301" name="빗면 49">
              <a:extLst>
                <a:ext uri="{FF2B5EF4-FFF2-40B4-BE49-F238E27FC236}">
                  <a16:creationId xmlns:a16="http://schemas.microsoft.com/office/drawing/2014/main" id="{6A5FF825-ACAB-4DE5-94CC-ECBD2ECF2223}"/>
                </a:ext>
              </a:extLst>
            </p:cNvPr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02" name="그림 301">
              <a:extLst>
                <a:ext uri="{FF2B5EF4-FFF2-40B4-BE49-F238E27FC236}">
                  <a16:creationId xmlns:a16="http://schemas.microsoft.com/office/drawing/2014/main" id="{1632F3FF-AEC3-4BB5-BEF5-24C1A6B3C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303" name="직사각형 302">
            <a:extLst>
              <a:ext uri="{FF2B5EF4-FFF2-40B4-BE49-F238E27FC236}">
                <a16:creationId xmlns:a16="http://schemas.microsoft.com/office/drawing/2014/main" id="{8660C33B-8C91-4546-979D-B000EBA97910}"/>
              </a:ext>
            </a:extLst>
          </p:cNvPr>
          <p:cNvSpPr/>
          <p:nvPr/>
        </p:nvSpPr>
        <p:spPr>
          <a:xfrm>
            <a:off x="776288" y="1549666"/>
            <a:ext cx="7200000" cy="180000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4" name="직사각형 303">
            <a:extLst>
              <a:ext uri="{FF2B5EF4-FFF2-40B4-BE49-F238E27FC236}">
                <a16:creationId xmlns:a16="http://schemas.microsoft.com/office/drawing/2014/main" id="{959D0882-EB4B-4714-8327-4A305A26E8E1}"/>
              </a:ext>
            </a:extLst>
          </p:cNvPr>
          <p:cNvSpPr/>
          <p:nvPr/>
        </p:nvSpPr>
        <p:spPr>
          <a:xfrm>
            <a:off x="776288" y="1549664"/>
            <a:ext cx="7200000" cy="90000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05" name="직선 연결선 304">
            <a:extLst>
              <a:ext uri="{FF2B5EF4-FFF2-40B4-BE49-F238E27FC236}">
                <a16:creationId xmlns:a16="http://schemas.microsoft.com/office/drawing/2014/main" id="{38B170A5-6649-42B6-8D1C-CC142482851F}"/>
              </a:ext>
            </a:extLst>
          </p:cNvPr>
          <p:cNvCxnSpPr/>
          <p:nvPr/>
        </p:nvCxnSpPr>
        <p:spPr>
          <a:xfrm>
            <a:off x="780963" y="1549666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06" name="직선 연결선 305">
            <a:extLst>
              <a:ext uri="{FF2B5EF4-FFF2-40B4-BE49-F238E27FC236}">
                <a16:creationId xmlns:a16="http://schemas.microsoft.com/office/drawing/2014/main" id="{803AC929-A35D-4AEF-B915-B5B9E8F0A502}"/>
              </a:ext>
            </a:extLst>
          </p:cNvPr>
          <p:cNvCxnSpPr/>
          <p:nvPr/>
        </p:nvCxnSpPr>
        <p:spPr>
          <a:xfrm>
            <a:off x="776288" y="1733940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07" name="TextBox 306">
            <a:extLst>
              <a:ext uri="{FF2B5EF4-FFF2-40B4-BE49-F238E27FC236}">
                <a16:creationId xmlns:a16="http://schemas.microsoft.com/office/drawing/2014/main" id="{BB04ADB9-382C-4EE2-A94D-B6910BD02317}"/>
              </a:ext>
            </a:extLst>
          </p:cNvPr>
          <p:cNvSpPr txBox="1"/>
          <p:nvPr/>
        </p:nvSpPr>
        <p:spPr>
          <a:xfrm>
            <a:off x="802968" y="1510436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9AE847B5-7F27-4CA1-B844-C842A0170549}"/>
              </a:ext>
            </a:extLst>
          </p:cNvPr>
          <p:cNvSpPr/>
          <p:nvPr/>
        </p:nvSpPr>
        <p:spPr>
          <a:xfrm>
            <a:off x="1779368" y="1765690"/>
            <a:ext cx="720000" cy="360000"/>
          </a:xfrm>
          <a:prstGeom prst="rect">
            <a:avLst/>
          </a:prstGeom>
          <a:solidFill>
            <a:srgbClr val="4BACC6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ROBOT SELECT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09" name="표 308">
            <a:extLst>
              <a:ext uri="{FF2B5EF4-FFF2-40B4-BE49-F238E27FC236}">
                <a16:creationId xmlns:a16="http://schemas.microsoft.com/office/drawing/2014/main" id="{9A32D86C-0E4C-4315-A2FE-5214C129A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741212"/>
              </p:ext>
            </p:extLst>
          </p:nvPr>
        </p:nvGraphicFramePr>
        <p:xfrm>
          <a:off x="1779368" y="2197994"/>
          <a:ext cx="5550784" cy="2987040"/>
        </p:xfrm>
        <a:graphic>
          <a:graphicData uri="http://schemas.openxmlformats.org/drawingml/2006/table">
            <a:tbl>
              <a:tblPr firstRow="1" bandRow="1"/>
              <a:tblGrid>
                <a:gridCol w="551170">
                  <a:extLst>
                    <a:ext uri="{9D8B030D-6E8A-4147-A177-3AD203B41FA5}">
                      <a16:colId xmlns:a16="http://schemas.microsoft.com/office/drawing/2014/main" val="3940323798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1772590869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38689193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426671664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832318129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415435994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1075177821"/>
                    </a:ext>
                  </a:extLst>
                </a:gridCol>
              </a:tblGrid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J1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J2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J3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382317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13399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206334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7144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382280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920197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380616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R6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967334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R7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64977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R8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308486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R9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703844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150595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082981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072099"/>
                  </a:ext>
                </a:extLst>
              </a:tr>
            </a:tbl>
          </a:graphicData>
        </a:graphic>
      </p:graphicFrame>
      <p:sp>
        <p:nvSpPr>
          <p:cNvPr id="310" name="직사각형 309">
            <a:extLst>
              <a:ext uri="{FF2B5EF4-FFF2-40B4-BE49-F238E27FC236}">
                <a16:creationId xmlns:a16="http://schemas.microsoft.com/office/drawing/2014/main" id="{42CF1102-2026-4BC8-A4EF-3F9648BAB6E4}"/>
              </a:ext>
            </a:extLst>
          </p:cNvPr>
          <p:cNvSpPr/>
          <p:nvPr/>
        </p:nvSpPr>
        <p:spPr>
          <a:xfrm>
            <a:off x="7405047" y="5222074"/>
            <a:ext cx="1686565" cy="53897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SAVE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11" name="직선 연결선 310">
            <a:extLst>
              <a:ext uri="{FF2B5EF4-FFF2-40B4-BE49-F238E27FC236}">
                <a16:creationId xmlns:a16="http://schemas.microsoft.com/office/drawing/2014/main" id="{65811A4B-FBE2-4600-A8D0-6643B41D40F4}"/>
              </a:ext>
            </a:extLst>
          </p:cNvPr>
          <p:cNvCxnSpPr/>
          <p:nvPr/>
        </p:nvCxnSpPr>
        <p:spPr>
          <a:xfrm rot="5400000">
            <a:off x="7890775" y="1639666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12" name="직사각형 311">
            <a:extLst>
              <a:ext uri="{FF2B5EF4-FFF2-40B4-BE49-F238E27FC236}">
                <a16:creationId xmlns:a16="http://schemas.microsoft.com/office/drawing/2014/main" id="{CC781D1D-D841-42DC-8391-406DA7E30C8E}"/>
              </a:ext>
            </a:extLst>
          </p:cNvPr>
          <p:cNvSpPr/>
          <p:nvPr/>
        </p:nvSpPr>
        <p:spPr>
          <a:xfrm>
            <a:off x="2347940" y="5257338"/>
            <a:ext cx="806400" cy="427013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ROBOT READY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CAFEBC4A-1C6D-481E-9A8D-C7188EF2E243}"/>
              </a:ext>
            </a:extLst>
          </p:cNvPr>
          <p:cNvSpPr/>
          <p:nvPr/>
        </p:nvSpPr>
        <p:spPr>
          <a:xfrm>
            <a:off x="4833808" y="5257338"/>
            <a:ext cx="806400" cy="421263"/>
          </a:xfrm>
          <a:prstGeom prst="rect">
            <a:avLst/>
          </a:prstGeom>
          <a:solidFill>
            <a:srgbClr val="FF330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ROBOT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ALARM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4" name="직사각형 313">
            <a:extLst>
              <a:ext uri="{FF2B5EF4-FFF2-40B4-BE49-F238E27FC236}">
                <a16:creationId xmlns:a16="http://schemas.microsoft.com/office/drawing/2014/main" id="{413AF531-D75A-4D5A-BF2A-2A90B939C0B6}"/>
              </a:ext>
            </a:extLst>
          </p:cNvPr>
          <p:cNvSpPr/>
          <p:nvPr/>
        </p:nvSpPr>
        <p:spPr>
          <a:xfrm>
            <a:off x="3590874" y="5257338"/>
            <a:ext cx="806400" cy="42701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ROBOT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OPERATION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5" name="직사각형 314">
            <a:extLst>
              <a:ext uri="{FF2B5EF4-FFF2-40B4-BE49-F238E27FC236}">
                <a16:creationId xmlns:a16="http://schemas.microsoft.com/office/drawing/2014/main" id="{BA36C2D4-916C-490F-8255-712EB4CB30F4}"/>
              </a:ext>
            </a:extLst>
          </p:cNvPr>
          <p:cNvSpPr/>
          <p:nvPr/>
        </p:nvSpPr>
        <p:spPr>
          <a:xfrm>
            <a:off x="6076742" y="5257338"/>
            <a:ext cx="806400" cy="447928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PLC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STOP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AEAABB4B-9B5E-41E0-B745-4705E549D6C5}"/>
              </a:ext>
            </a:extLst>
          </p:cNvPr>
          <p:cNvSpPr txBox="1"/>
          <p:nvPr/>
        </p:nvSpPr>
        <p:spPr>
          <a:xfrm>
            <a:off x="776288" y="1175108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317" name="직선 연결선 316">
            <a:extLst>
              <a:ext uri="{FF2B5EF4-FFF2-40B4-BE49-F238E27FC236}">
                <a16:creationId xmlns:a16="http://schemas.microsoft.com/office/drawing/2014/main" id="{24FD9BB7-E1F0-4B49-ADFB-5F70172D2911}"/>
              </a:ext>
            </a:extLst>
          </p:cNvPr>
          <p:cNvCxnSpPr>
            <a:cxnSpLocks/>
          </p:cNvCxnSpPr>
          <p:nvPr/>
        </p:nvCxnSpPr>
        <p:spPr>
          <a:xfrm>
            <a:off x="780963" y="1549666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9D9FF3FB-F3B0-4D79-93E5-1139B4B7E80F}"/>
              </a:ext>
            </a:extLst>
          </p:cNvPr>
          <p:cNvCxnSpPr>
            <a:cxnSpLocks/>
          </p:cNvCxnSpPr>
          <p:nvPr/>
        </p:nvCxnSpPr>
        <p:spPr>
          <a:xfrm rot="5400000">
            <a:off x="7890775" y="1639666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0850121A-C729-4AB3-80FF-C03C27FA99E3}"/>
              </a:ext>
            </a:extLst>
          </p:cNvPr>
          <p:cNvSpPr txBox="1"/>
          <p:nvPr/>
        </p:nvSpPr>
        <p:spPr>
          <a:xfrm>
            <a:off x="8299882" y="1529896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prstClr val="black"/>
                </a:solidFill>
                <a:latin typeface="맑은 고딕"/>
              </a:rPr>
              <a:t>ENG</a:t>
            </a:r>
            <a:endParaRPr lang="en-US" altLang="ko-KR" sz="9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7A04549F-A65D-47A0-B1F4-2B893D8330CF}"/>
              </a:ext>
            </a:extLst>
          </p:cNvPr>
          <p:cNvSpPr txBox="1"/>
          <p:nvPr/>
        </p:nvSpPr>
        <p:spPr>
          <a:xfrm>
            <a:off x="4080945" y="1136636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sp>
        <p:nvSpPr>
          <p:cNvPr id="321" name="빗면 7">
            <a:extLst>
              <a:ext uri="{FF2B5EF4-FFF2-40B4-BE49-F238E27FC236}">
                <a16:creationId xmlns:a16="http://schemas.microsoft.com/office/drawing/2014/main" id="{6DC760CE-68AA-4742-802E-41E11526DDC6}"/>
              </a:ext>
            </a:extLst>
          </p:cNvPr>
          <p:cNvSpPr/>
          <p:nvPr/>
        </p:nvSpPr>
        <p:spPr>
          <a:xfrm>
            <a:off x="3191556" y="1110218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2" name="직사각형 321">
            <a:extLst>
              <a:ext uri="{FF2B5EF4-FFF2-40B4-BE49-F238E27FC236}">
                <a16:creationId xmlns:a16="http://schemas.microsoft.com/office/drawing/2014/main" id="{0E3B93D7-AF3A-486F-936E-56D14C712C91}"/>
              </a:ext>
            </a:extLst>
          </p:cNvPr>
          <p:cNvSpPr/>
          <p:nvPr/>
        </p:nvSpPr>
        <p:spPr>
          <a:xfrm>
            <a:off x="7549030" y="1548607"/>
            <a:ext cx="609699" cy="164414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n-cs"/>
              </a:rPr>
              <a:t>language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3" name="직사각형 322">
            <a:extLst>
              <a:ext uri="{FF2B5EF4-FFF2-40B4-BE49-F238E27FC236}">
                <a16:creationId xmlns:a16="http://schemas.microsoft.com/office/drawing/2014/main" id="{7DD33563-0D51-4158-9BC3-817F7B301E28}"/>
              </a:ext>
            </a:extLst>
          </p:cNvPr>
          <p:cNvSpPr/>
          <p:nvPr/>
        </p:nvSpPr>
        <p:spPr>
          <a:xfrm>
            <a:off x="8941592" y="1568591"/>
            <a:ext cx="194199" cy="159591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AFDB95AB-1CB9-45C9-A722-34ADFC908503}"/>
              </a:ext>
            </a:extLst>
          </p:cNvPr>
          <p:cNvSpPr txBox="1"/>
          <p:nvPr/>
        </p:nvSpPr>
        <p:spPr>
          <a:xfrm>
            <a:off x="6849070" y="1128035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AA31B638-77E0-4279-A011-7194284A0ED1}"/>
              </a:ext>
            </a:extLst>
          </p:cNvPr>
          <p:cNvSpPr txBox="1"/>
          <p:nvPr/>
        </p:nvSpPr>
        <p:spPr>
          <a:xfrm>
            <a:off x="3500147" y="1136636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ALL ROBOT SETTING</a:t>
            </a:r>
          </a:p>
        </p:txBody>
      </p:sp>
      <p:sp>
        <p:nvSpPr>
          <p:cNvPr id="326" name="직사각형 325">
            <a:extLst>
              <a:ext uri="{FF2B5EF4-FFF2-40B4-BE49-F238E27FC236}">
                <a16:creationId xmlns:a16="http://schemas.microsoft.com/office/drawing/2014/main" id="{13631DD5-6DD5-4ABF-8E6E-0CEFB92E761D}"/>
              </a:ext>
            </a:extLst>
          </p:cNvPr>
          <p:cNvSpPr/>
          <p:nvPr/>
        </p:nvSpPr>
        <p:spPr>
          <a:xfrm>
            <a:off x="7405047" y="2197738"/>
            <a:ext cx="806400" cy="540000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MOVE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E6987B58-07F2-43E5-B71F-3D222D90998F}"/>
              </a:ext>
            </a:extLst>
          </p:cNvPr>
          <p:cNvSpPr/>
          <p:nvPr/>
        </p:nvSpPr>
        <p:spPr>
          <a:xfrm>
            <a:off x="8285212" y="2198224"/>
            <a:ext cx="806400" cy="540000"/>
          </a:xfrm>
          <a:prstGeom prst="rect">
            <a:avLst/>
          </a:prstGeom>
          <a:solidFill>
            <a:srgbClr val="FF33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STOP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28" name="그림 327">
            <a:extLst>
              <a:ext uri="{FF2B5EF4-FFF2-40B4-BE49-F238E27FC236}">
                <a16:creationId xmlns:a16="http://schemas.microsoft.com/office/drawing/2014/main" id="{1B410DFE-DD4B-42A7-A041-02FB1E78DED8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69985" y="2771746"/>
            <a:ext cx="1776303" cy="1762897"/>
          </a:xfrm>
          <a:prstGeom prst="rect">
            <a:avLst/>
          </a:prstGeom>
        </p:spPr>
      </p:pic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AACC43A0-087C-491D-9A98-7AE243325E11}"/>
              </a:ext>
            </a:extLst>
          </p:cNvPr>
          <p:cNvSpPr/>
          <p:nvPr/>
        </p:nvSpPr>
        <p:spPr>
          <a:xfrm>
            <a:off x="2582873" y="178205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0" name="직사각형 329">
            <a:extLst>
              <a:ext uri="{FF2B5EF4-FFF2-40B4-BE49-F238E27FC236}">
                <a16:creationId xmlns:a16="http://schemas.microsoft.com/office/drawing/2014/main" id="{65C32F31-8FD9-4B9D-86CE-D366808E1424}"/>
              </a:ext>
            </a:extLst>
          </p:cNvPr>
          <p:cNvSpPr/>
          <p:nvPr/>
        </p:nvSpPr>
        <p:spPr>
          <a:xfrm>
            <a:off x="2982811" y="178205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EC79D949-0A12-43BC-867B-0EE2726F9579}"/>
              </a:ext>
            </a:extLst>
          </p:cNvPr>
          <p:cNvSpPr/>
          <p:nvPr/>
        </p:nvSpPr>
        <p:spPr>
          <a:xfrm>
            <a:off x="3382749" y="178205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2" name="직사각형 331">
            <a:extLst>
              <a:ext uri="{FF2B5EF4-FFF2-40B4-BE49-F238E27FC236}">
                <a16:creationId xmlns:a16="http://schemas.microsoft.com/office/drawing/2014/main" id="{FCEDEDC0-133C-4641-98D6-F4DBA94A277F}"/>
              </a:ext>
            </a:extLst>
          </p:cNvPr>
          <p:cNvSpPr/>
          <p:nvPr/>
        </p:nvSpPr>
        <p:spPr>
          <a:xfrm>
            <a:off x="3782687" y="178205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3" name="직사각형 332">
            <a:extLst>
              <a:ext uri="{FF2B5EF4-FFF2-40B4-BE49-F238E27FC236}">
                <a16:creationId xmlns:a16="http://schemas.microsoft.com/office/drawing/2014/main" id="{F17E8ED3-8887-44E6-BB9E-62528657B111}"/>
              </a:ext>
            </a:extLst>
          </p:cNvPr>
          <p:cNvSpPr/>
          <p:nvPr/>
        </p:nvSpPr>
        <p:spPr>
          <a:xfrm>
            <a:off x="4182625" y="1782054"/>
            <a:ext cx="327273" cy="327273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4" name="직사각형 333">
            <a:extLst>
              <a:ext uri="{FF2B5EF4-FFF2-40B4-BE49-F238E27FC236}">
                <a16:creationId xmlns:a16="http://schemas.microsoft.com/office/drawing/2014/main" id="{3378945B-EB1D-4118-B366-3057146D3983}"/>
              </a:ext>
            </a:extLst>
          </p:cNvPr>
          <p:cNvSpPr/>
          <p:nvPr/>
        </p:nvSpPr>
        <p:spPr>
          <a:xfrm>
            <a:off x="4582563" y="178205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5" name="직사각형 334">
            <a:extLst>
              <a:ext uri="{FF2B5EF4-FFF2-40B4-BE49-F238E27FC236}">
                <a16:creationId xmlns:a16="http://schemas.microsoft.com/office/drawing/2014/main" id="{FFF9F3FE-76F0-4216-9601-A60FF7323665}"/>
              </a:ext>
            </a:extLst>
          </p:cNvPr>
          <p:cNvSpPr/>
          <p:nvPr/>
        </p:nvSpPr>
        <p:spPr>
          <a:xfrm>
            <a:off x="4982501" y="1782054"/>
            <a:ext cx="327273" cy="327273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7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881CF97F-42B4-47AC-AF97-E1E2D6A84A84}"/>
              </a:ext>
            </a:extLst>
          </p:cNvPr>
          <p:cNvSpPr/>
          <p:nvPr/>
        </p:nvSpPr>
        <p:spPr>
          <a:xfrm>
            <a:off x="5382439" y="178205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8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25ED4632-F148-42D0-8715-4AFB36A3C726}"/>
              </a:ext>
            </a:extLst>
          </p:cNvPr>
          <p:cNvSpPr/>
          <p:nvPr/>
        </p:nvSpPr>
        <p:spPr>
          <a:xfrm>
            <a:off x="5782377" y="178205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8" name="직사각형 337">
            <a:extLst>
              <a:ext uri="{FF2B5EF4-FFF2-40B4-BE49-F238E27FC236}">
                <a16:creationId xmlns:a16="http://schemas.microsoft.com/office/drawing/2014/main" id="{31BFB29A-8368-428B-863B-CB51E17A26E7}"/>
              </a:ext>
            </a:extLst>
          </p:cNvPr>
          <p:cNvSpPr/>
          <p:nvPr/>
        </p:nvSpPr>
        <p:spPr>
          <a:xfrm>
            <a:off x="6182315" y="178205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9" name="직사각형 338">
            <a:extLst>
              <a:ext uri="{FF2B5EF4-FFF2-40B4-BE49-F238E27FC236}">
                <a16:creationId xmlns:a16="http://schemas.microsoft.com/office/drawing/2014/main" id="{128F9DCD-F4F1-4E74-90AC-A64E9AF7C561}"/>
              </a:ext>
            </a:extLst>
          </p:cNvPr>
          <p:cNvSpPr/>
          <p:nvPr/>
        </p:nvSpPr>
        <p:spPr>
          <a:xfrm>
            <a:off x="6582253" y="1782054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11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49CD9A92-A355-4CF4-B4D8-8F58FD496BA3}"/>
              </a:ext>
            </a:extLst>
          </p:cNvPr>
          <p:cNvSpPr/>
          <p:nvPr/>
        </p:nvSpPr>
        <p:spPr>
          <a:xfrm>
            <a:off x="6982187" y="1782054"/>
            <a:ext cx="327273" cy="327273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12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1" name="직사각형 340">
            <a:extLst>
              <a:ext uri="{FF2B5EF4-FFF2-40B4-BE49-F238E27FC236}">
                <a16:creationId xmlns:a16="http://schemas.microsoft.com/office/drawing/2014/main" id="{693948E3-D0D1-44C3-841C-8A1A84E1F312}"/>
              </a:ext>
            </a:extLst>
          </p:cNvPr>
          <p:cNvSpPr/>
          <p:nvPr/>
        </p:nvSpPr>
        <p:spPr>
          <a:xfrm>
            <a:off x="7414235" y="1765690"/>
            <a:ext cx="360000" cy="360000"/>
          </a:xfrm>
          <a:prstGeom prst="rect">
            <a:avLst/>
          </a:prstGeom>
          <a:solidFill>
            <a:srgbClr val="F79646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 latinLnBrk="0"/>
            <a:r>
              <a:rPr lang="en-US" altLang="ko-KR" sz="1000" b="1" kern="0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SB</a:t>
            </a:r>
            <a:endParaRPr lang="ko-KR" altLang="en-US" sz="1000" b="1" kern="0" dirty="0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342" name="직사각형 341">
            <a:extLst>
              <a:ext uri="{FF2B5EF4-FFF2-40B4-BE49-F238E27FC236}">
                <a16:creationId xmlns:a16="http://schemas.microsoft.com/office/drawing/2014/main" id="{BE6D9529-2AF8-495C-AB46-9B73F77F3D62}"/>
              </a:ext>
            </a:extLst>
          </p:cNvPr>
          <p:cNvSpPr/>
          <p:nvPr/>
        </p:nvSpPr>
        <p:spPr>
          <a:xfrm>
            <a:off x="8072923" y="1765690"/>
            <a:ext cx="360000" cy="3600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rtlCol="0" anchor="ctr"/>
          <a:lstStyle/>
          <a:p>
            <a:pPr algn="ctr" latinLnBrk="0"/>
            <a:r>
              <a:rPr lang="en-US" altLang="ko-KR" sz="1000" b="1" kern="0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SP</a:t>
            </a:r>
            <a:endParaRPr lang="ko-KR" altLang="en-US" sz="1000" b="1" kern="0" dirty="0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343" name="직사각형 342">
            <a:extLst>
              <a:ext uri="{FF2B5EF4-FFF2-40B4-BE49-F238E27FC236}">
                <a16:creationId xmlns:a16="http://schemas.microsoft.com/office/drawing/2014/main" id="{A14CF956-7CE8-40C5-8A3F-D1515287B8AF}"/>
              </a:ext>
            </a:extLst>
          </p:cNvPr>
          <p:cNvSpPr/>
          <p:nvPr/>
        </p:nvSpPr>
        <p:spPr>
          <a:xfrm>
            <a:off x="8731612" y="1765690"/>
            <a:ext cx="360000" cy="360000"/>
          </a:xfrm>
          <a:prstGeom prst="rect">
            <a:avLst/>
          </a:prstGeom>
          <a:solidFill>
            <a:srgbClr val="F79646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371566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F3F75BA2-2932-4AAD-85EE-4298C0FA22B2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ALL ROBOT SETTING (3)</a:t>
            </a: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82B359C-8240-4B42-ABA0-AC05EDC78987}"/>
              </a:ext>
            </a:extLst>
          </p:cNvPr>
          <p:cNvSpPr/>
          <p:nvPr/>
        </p:nvSpPr>
        <p:spPr>
          <a:xfrm>
            <a:off x="780963" y="1105742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EB1ED64F-705C-40F7-8FAE-F24D9944571C}"/>
              </a:ext>
            </a:extLst>
          </p:cNvPr>
          <p:cNvSpPr/>
          <p:nvPr/>
        </p:nvSpPr>
        <p:spPr>
          <a:xfrm>
            <a:off x="780963" y="1105742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E1A96286-622F-4AAE-A175-FB2DB4A18F68}"/>
              </a:ext>
            </a:extLst>
          </p:cNvPr>
          <p:cNvCxnSpPr/>
          <p:nvPr/>
        </p:nvCxnSpPr>
        <p:spPr>
          <a:xfrm>
            <a:off x="1742113" y="1754072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D6D50358-D5F6-4646-9D85-C8F1B5C0E510}"/>
              </a:ext>
            </a:extLst>
          </p:cNvPr>
          <p:cNvGrpSpPr/>
          <p:nvPr/>
        </p:nvGrpSpPr>
        <p:grpSpPr>
          <a:xfrm>
            <a:off x="793627" y="3556408"/>
            <a:ext cx="936000" cy="450000"/>
            <a:chOff x="395536" y="3731115"/>
            <a:chExt cx="936000" cy="468000"/>
          </a:xfrm>
        </p:grpSpPr>
        <p:sp>
          <p:nvSpPr>
            <p:cNvPr id="194" name="빗면 32">
              <a:extLst>
                <a:ext uri="{FF2B5EF4-FFF2-40B4-BE49-F238E27FC236}">
                  <a16:creationId xmlns:a16="http://schemas.microsoft.com/office/drawing/2014/main" id="{F8FBCFD9-0805-4DC1-B9F0-B8AA6E9BFDE2}"/>
                </a:ext>
              </a:extLst>
            </p:cNvPr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95" name="그림 194">
              <a:extLst>
                <a:ext uri="{FF2B5EF4-FFF2-40B4-BE49-F238E27FC236}">
                  <a16:creationId xmlns:a16="http://schemas.microsoft.com/office/drawing/2014/main" id="{4CD7D963-186A-4C07-94FE-A4E1CB44F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196" name="그림 195">
              <a:extLst>
                <a:ext uri="{FF2B5EF4-FFF2-40B4-BE49-F238E27FC236}">
                  <a16:creationId xmlns:a16="http://schemas.microsoft.com/office/drawing/2014/main" id="{43D37FBF-AE3C-4749-ABD5-55FA67E8B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5F168BA1-FCD3-400E-9A4A-AF843B6B9249}"/>
              </a:ext>
            </a:extLst>
          </p:cNvPr>
          <p:cNvGrpSpPr/>
          <p:nvPr/>
        </p:nvGrpSpPr>
        <p:grpSpPr>
          <a:xfrm>
            <a:off x="793627" y="4908070"/>
            <a:ext cx="936000" cy="450000"/>
            <a:chOff x="403799" y="5149683"/>
            <a:chExt cx="936000" cy="468000"/>
          </a:xfrm>
        </p:grpSpPr>
        <p:sp>
          <p:nvSpPr>
            <p:cNvPr id="198" name="빗면 77">
              <a:extLst>
                <a:ext uri="{FF2B5EF4-FFF2-40B4-BE49-F238E27FC236}">
                  <a16:creationId xmlns:a16="http://schemas.microsoft.com/office/drawing/2014/main" id="{81588DD8-185D-4EE1-8305-E8D4F131AB5D}"/>
                </a:ext>
              </a:extLst>
            </p:cNvPr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99" name="그림 198">
              <a:extLst>
                <a:ext uri="{FF2B5EF4-FFF2-40B4-BE49-F238E27FC236}">
                  <a16:creationId xmlns:a16="http://schemas.microsoft.com/office/drawing/2014/main" id="{D4B10F35-02C8-4047-A46C-DAE1BDE71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C6EFEA12-F628-4223-A08C-DAD0B4A562F4}"/>
              </a:ext>
            </a:extLst>
          </p:cNvPr>
          <p:cNvGrpSpPr/>
          <p:nvPr/>
        </p:nvGrpSpPr>
        <p:grpSpPr>
          <a:xfrm>
            <a:off x="793627" y="5358622"/>
            <a:ext cx="936000" cy="450000"/>
            <a:chOff x="395536" y="5625295"/>
            <a:chExt cx="936000" cy="468000"/>
          </a:xfrm>
        </p:grpSpPr>
        <p:sp>
          <p:nvSpPr>
            <p:cNvPr id="201" name="빗면 36">
              <a:extLst>
                <a:ext uri="{FF2B5EF4-FFF2-40B4-BE49-F238E27FC236}">
                  <a16:creationId xmlns:a16="http://schemas.microsoft.com/office/drawing/2014/main" id="{73FCBBBC-45A9-4041-9925-7886249F1A0F}"/>
                </a:ext>
              </a:extLst>
            </p:cNvPr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2" name="왼쪽 화살표 1034">
              <a:extLst>
                <a:ext uri="{FF2B5EF4-FFF2-40B4-BE49-F238E27FC236}">
                  <a16:creationId xmlns:a16="http://schemas.microsoft.com/office/drawing/2014/main" id="{38AF86F4-AF43-430D-9603-02E9AFD77680}"/>
                </a:ext>
              </a:extLst>
            </p:cNvPr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291A5020-13A6-4AD0-8C3F-DE45A1F41363}"/>
              </a:ext>
            </a:extLst>
          </p:cNvPr>
          <p:cNvGrpSpPr/>
          <p:nvPr/>
        </p:nvGrpSpPr>
        <p:grpSpPr>
          <a:xfrm>
            <a:off x="793627" y="1754192"/>
            <a:ext cx="936000" cy="450000"/>
            <a:chOff x="395536" y="1844823"/>
            <a:chExt cx="936000" cy="468000"/>
          </a:xfrm>
        </p:grpSpPr>
        <p:sp>
          <p:nvSpPr>
            <p:cNvPr id="204" name="빗면 28">
              <a:extLst>
                <a:ext uri="{FF2B5EF4-FFF2-40B4-BE49-F238E27FC236}">
                  <a16:creationId xmlns:a16="http://schemas.microsoft.com/office/drawing/2014/main" id="{568F40D3-4709-49EA-BD61-193A3DEB2FD7}"/>
                </a:ext>
              </a:extLst>
            </p:cNvPr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05" name="그림 204">
              <a:extLst>
                <a:ext uri="{FF2B5EF4-FFF2-40B4-BE49-F238E27FC236}">
                  <a16:creationId xmlns:a16="http://schemas.microsoft.com/office/drawing/2014/main" id="{046F2DA1-AE8C-407C-815A-450294BED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62D2F130-9FA6-4664-BF59-69F858C499EA}"/>
              </a:ext>
            </a:extLst>
          </p:cNvPr>
          <p:cNvGrpSpPr/>
          <p:nvPr/>
        </p:nvGrpSpPr>
        <p:grpSpPr>
          <a:xfrm>
            <a:off x="793627" y="4457516"/>
            <a:ext cx="936000" cy="450000"/>
            <a:chOff x="395536" y="4674261"/>
            <a:chExt cx="936000" cy="468000"/>
          </a:xfrm>
        </p:grpSpPr>
        <p:sp>
          <p:nvSpPr>
            <p:cNvPr id="207" name="빗면 34">
              <a:extLst>
                <a:ext uri="{FF2B5EF4-FFF2-40B4-BE49-F238E27FC236}">
                  <a16:creationId xmlns:a16="http://schemas.microsoft.com/office/drawing/2014/main" id="{7C06CC51-87DB-4021-9107-260392BAA734}"/>
                </a:ext>
              </a:extLst>
            </p:cNvPr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08" name="그림 207">
              <a:extLst>
                <a:ext uri="{FF2B5EF4-FFF2-40B4-BE49-F238E27FC236}">
                  <a16:creationId xmlns:a16="http://schemas.microsoft.com/office/drawing/2014/main" id="{BF7C55E3-7B85-4321-927E-9659AA8F4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3CF3C310-C243-41E6-92C3-B9CE8DBCEDB3}"/>
              </a:ext>
            </a:extLst>
          </p:cNvPr>
          <p:cNvGrpSpPr/>
          <p:nvPr/>
        </p:nvGrpSpPr>
        <p:grpSpPr>
          <a:xfrm>
            <a:off x="793627" y="3105854"/>
            <a:ext cx="936000" cy="450000"/>
            <a:chOff x="410776" y="3498167"/>
            <a:chExt cx="936000" cy="432000"/>
          </a:xfrm>
        </p:grpSpPr>
        <p:sp>
          <p:nvSpPr>
            <p:cNvPr id="210" name="빗면 31">
              <a:extLst>
                <a:ext uri="{FF2B5EF4-FFF2-40B4-BE49-F238E27FC236}">
                  <a16:creationId xmlns:a16="http://schemas.microsoft.com/office/drawing/2014/main" id="{1A9C6239-4BBE-46FD-83E2-C6333941D19D}"/>
                </a:ext>
              </a:extLst>
            </p:cNvPr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11" name="그림 210">
              <a:extLst>
                <a:ext uri="{FF2B5EF4-FFF2-40B4-BE49-F238E27FC236}">
                  <a16:creationId xmlns:a16="http://schemas.microsoft.com/office/drawing/2014/main" id="{3DC15E76-D1A8-49CD-BB1F-59C46D317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E016687A-E1D7-4988-B1ED-CCED552C013C}"/>
              </a:ext>
            </a:extLst>
          </p:cNvPr>
          <p:cNvGrpSpPr/>
          <p:nvPr/>
        </p:nvGrpSpPr>
        <p:grpSpPr>
          <a:xfrm>
            <a:off x="793627" y="2204746"/>
            <a:ext cx="936000" cy="450000"/>
            <a:chOff x="410776" y="2635965"/>
            <a:chExt cx="936000" cy="432000"/>
          </a:xfrm>
        </p:grpSpPr>
        <p:sp>
          <p:nvSpPr>
            <p:cNvPr id="213" name="빗면 29">
              <a:extLst>
                <a:ext uri="{FF2B5EF4-FFF2-40B4-BE49-F238E27FC236}">
                  <a16:creationId xmlns:a16="http://schemas.microsoft.com/office/drawing/2014/main" id="{7EF44965-56D5-475E-8423-BAF35EB825F0}"/>
                </a:ext>
              </a:extLst>
            </p:cNvPr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14" name="그림 213">
              <a:extLst>
                <a:ext uri="{FF2B5EF4-FFF2-40B4-BE49-F238E27FC236}">
                  <a16:creationId xmlns:a16="http://schemas.microsoft.com/office/drawing/2014/main" id="{B44D6C37-89E5-44DD-B01F-440D1DD70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39A6D39A-3DCF-4194-9DB5-A17B62096937}"/>
              </a:ext>
            </a:extLst>
          </p:cNvPr>
          <p:cNvGrpSpPr/>
          <p:nvPr/>
        </p:nvGrpSpPr>
        <p:grpSpPr>
          <a:xfrm>
            <a:off x="793627" y="2655300"/>
            <a:ext cx="936000" cy="450000"/>
            <a:chOff x="410776" y="3067066"/>
            <a:chExt cx="936000" cy="432000"/>
          </a:xfrm>
        </p:grpSpPr>
        <p:sp>
          <p:nvSpPr>
            <p:cNvPr id="216" name="빗면 30">
              <a:extLst>
                <a:ext uri="{FF2B5EF4-FFF2-40B4-BE49-F238E27FC236}">
                  <a16:creationId xmlns:a16="http://schemas.microsoft.com/office/drawing/2014/main" id="{405A1AA7-88CC-4F22-A164-AE75112F967E}"/>
                </a:ext>
              </a:extLst>
            </p:cNvPr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17" name="그림 216">
              <a:extLst>
                <a:ext uri="{FF2B5EF4-FFF2-40B4-BE49-F238E27FC236}">
                  <a16:creationId xmlns:a16="http://schemas.microsoft.com/office/drawing/2014/main" id="{12EFAFEE-EE2D-444C-9977-B8C89C448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218" name="그림 217">
              <a:extLst>
                <a:ext uri="{FF2B5EF4-FFF2-40B4-BE49-F238E27FC236}">
                  <a16:creationId xmlns:a16="http://schemas.microsoft.com/office/drawing/2014/main" id="{921F6873-1130-4C38-870E-67F516794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219" name="그림 218">
              <a:extLst>
                <a:ext uri="{FF2B5EF4-FFF2-40B4-BE49-F238E27FC236}">
                  <a16:creationId xmlns:a16="http://schemas.microsoft.com/office/drawing/2014/main" id="{BD718D2A-8AD8-4BBE-B40C-F500A3835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5BE0037F-C0A3-4974-8C9B-A540DC75549D}"/>
              </a:ext>
            </a:extLst>
          </p:cNvPr>
          <p:cNvGrpSpPr/>
          <p:nvPr/>
        </p:nvGrpSpPr>
        <p:grpSpPr>
          <a:xfrm>
            <a:off x="793627" y="4006962"/>
            <a:ext cx="936000" cy="450000"/>
            <a:chOff x="410776" y="4360369"/>
            <a:chExt cx="936000" cy="432000"/>
          </a:xfrm>
        </p:grpSpPr>
        <p:sp>
          <p:nvSpPr>
            <p:cNvPr id="221" name="빗면 33">
              <a:extLst>
                <a:ext uri="{FF2B5EF4-FFF2-40B4-BE49-F238E27FC236}">
                  <a16:creationId xmlns:a16="http://schemas.microsoft.com/office/drawing/2014/main" id="{8101D499-248A-4C68-B145-0F767A208D15}"/>
                </a:ext>
              </a:extLst>
            </p:cNvPr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2" name="그림 221">
              <a:extLst>
                <a:ext uri="{FF2B5EF4-FFF2-40B4-BE49-F238E27FC236}">
                  <a16:creationId xmlns:a16="http://schemas.microsoft.com/office/drawing/2014/main" id="{0493C8EA-EC2E-4AEB-9706-C4D344C3B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CFF8CE35-4926-4F1D-A1BC-E4BBB3463B83}"/>
              </a:ext>
            </a:extLst>
          </p:cNvPr>
          <p:cNvGrpSpPr/>
          <p:nvPr/>
        </p:nvGrpSpPr>
        <p:grpSpPr>
          <a:xfrm>
            <a:off x="793627" y="5358622"/>
            <a:ext cx="936000" cy="450000"/>
            <a:chOff x="399664" y="5640976"/>
            <a:chExt cx="936000" cy="450000"/>
          </a:xfrm>
        </p:grpSpPr>
        <p:sp>
          <p:nvSpPr>
            <p:cNvPr id="224" name="빗면 49">
              <a:extLst>
                <a:ext uri="{FF2B5EF4-FFF2-40B4-BE49-F238E27FC236}">
                  <a16:creationId xmlns:a16="http://schemas.microsoft.com/office/drawing/2014/main" id="{5D6C0D22-0295-454F-9257-E1BDF854DBD0}"/>
                </a:ext>
              </a:extLst>
            </p:cNvPr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5" name="그림 224">
              <a:extLst>
                <a:ext uri="{FF2B5EF4-FFF2-40B4-BE49-F238E27FC236}">
                  <a16:creationId xmlns:a16="http://schemas.microsoft.com/office/drawing/2014/main" id="{A487FE3B-FADD-4D14-95C0-4C7BC89D5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C49EC09E-FBD0-46BC-9D44-01E92CC191D1}"/>
              </a:ext>
            </a:extLst>
          </p:cNvPr>
          <p:cNvSpPr/>
          <p:nvPr/>
        </p:nvSpPr>
        <p:spPr>
          <a:xfrm>
            <a:off x="776288" y="1562470"/>
            <a:ext cx="7200000" cy="180000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53542C1D-7128-4771-980E-E594CDAEDE67}"/>
              </a:ext>
            </a:extLst>
          </p:cNvPr>
          <p:cNvSpPr/>
          <p:nvPr/>
        </p:nvSpPr>
        <p:spPr>
          <a:xfrm>
            <a:off x="776288" y="1562468"/>
            <a:ext cx="7200000" cy="90000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6FA2E105-838E-449D-A757-041752461E09}"/>
              </a:ext>
            </a:extLst>
          </p:cNvPr>
          <p:cNvCxnSpPr/>
          <p:nvPr/>
        </p:nvCxnSpPr>
        <p:spPr>
          <a:xfrm>
            <a:off x="780963" y="1562470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85415A9A-6F4F-4623-AE6F-A99BB1BEE8DC}"/>
              </a:ext>
            </a:extLst>
          </p:cNvPr>
          <p:cNvCxnSpPr/>
          <p:nvPr/>
        </p:nvCxnSpPr>
        <p:spPr>
          <a:xfrm>
            <a:off x="776288" y="1746744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3BD9F82C-EEB7-4858-B8C5-EF62E8C7E588}"/>
              </a:ext>
            </a:extLst>
          </p:cNvPr>
          <p:cNvSpPr txBox="1"/>
          <p:nvPr/>
        </p:nvSpPr>
        <p:spPr>
          <a:xfrm>
            <a:off x="802968" y="1523240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A139D0AC-3AAD-4282-B347-43E26C711A2C}"/>
              </a:ext>
            </a:extLst>
          </p:cNvPr>
          <p:cNvCxnSpPr/>
          <p:nvPr/>
        </p:nvCxnSpPr>
        <p:spPr>
          <a:xfrm rot="5400000">
            <a:off x="7890775" y="1652470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2D1155CE-73E5-46C7-9DD9-C9B488A599FD}"/>
              </a:ext>
            </a:extLst>
          </p:cNvPr>
          <p:cNvSpPr/>
          <p:nvPr/>
        </p:nvSpPr>
        <p:spPr>
          <a:xfrm>
            <a:off x="1779368" y="1778494"/>
            <a:ext cx="720000" cy="360000"/>
          </a:xfrm>
          <a:prstGeom prst="rect">
            <a:avLst/>
          </a:prstGeom>
          <a:solidFill>
            <a:srgbClr val="4BACC6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ROBOT SELECT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33" name="표 232">
            <a:extLst>
              <a:ext uri="{FF2B5EF4-FFF2-40B4-BE49-F238E27FC236}">
                <a16:creationId xmlns:a16="http://schemas.microsoft.com/office/drawing/2014/main" id="{971F81BD-D282-40C9-9371-5BC8F1654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755229"/>
              </p:ext>
            </p:extLst>
          </p:nvPr>
        </p:nvGraphicFramePr>
        <p:xfrm>
          <a:off x="1779368" y="2210798"/>
          <a:ext cx="5550784" cy="2987040"/>
        </p:xfrm>
        <a:graphic>
          <a:graphicData uri="http://schemas.openxmlformats.org/drawingml/2006/table">
            <a:tbl>
              <a:tblPr firstRow="1" bandRow="1"/>
              <a:tblGrid>
                <a:gridCol w="551170">
                  <a:extLst>
                    <a:ext uri="{9D8B030D-6E8A-4147-A177-3AD203B41FA5}">
                      <a16:colId xmlns:a16="http://schemas.microsoft.com/office/drawing/2014/main" val="3940323798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1772590869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38689193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426671664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3832318129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415435994"/>
                    </a:ext>
                  </a:extLst>
                </a:gridCol>
                <a:gridCol w="833269">
                  <a:extLst>
                    <a:ext uri="{9D8B030D-6E8A-4147-A177-3AD203B41FA5}">
                      <a16:colId xmlns:a16="http://schemas.microsoft.com/office/drawing/2014/main" val="1075177821"/>
                    </a:ext>
                  </a:extLst>
                </a:gridCol>
              </a:tblGrid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J1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J2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J3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382317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ACT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13399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206334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7144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382280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920197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380616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R6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967334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R7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64977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R8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308486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R9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703844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150595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082981"/>
                  </a:ext>
                </a:extLst>
              </a:tr>
              <a:tr h="2074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R12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-123.4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072099"/>
                  </a:ext>
                </a:extLst>
              </a:tr>
            </a:tbl>
          </a:graphicData>
        </a:graphic>
      </p:graphicFrame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06BEAE8A-5A2F-4649-9F48-35A13BBDBD7E}"/>
              </a:ext>
            </a:extLst>
          </p:cNvPr>
          <p:cNvSpPr/>
          <p:nvPr/>
        </p:nvSpPr>
        <p:spPr>
          <a:xfrm>
            <a:off x="7405047" y="5234878"/>
            <a:ext cx="1686565" cy="538976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SAVE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9D30F39D-DB25-4680-82F5-684FD9849044}"/>
              </a:ext>
            </a:extLst>
          </p:cNvPr>
          <p:cNvSpPr/>
          <p:nvPr/>
        </p:nvSpPr>
        <p:spPr>
          <a:xfrm>
            <a:off x="2347940" y="5270142"/>
            <a:ext cx="806400" cy="427013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ROBOT READY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D4A2D3B6-A6CB-4EFE-8907-BF0569E6F77F}"/>
              </a:ext>
            </a:extLst>
          </p:cNvPr>
          <p:cNvSpPr/>
          <p:nvPr/>
        </p:nvSpPr>
        <p:spPr>
          <a:xfrm>
            <a:off x="4833808" y="5270142"/>
            <a:ext cx="806400" cy="421263"/>
          </a:xfrm>
          <a:prstGeom prst="rect">
            <a:avLst/>
          </a:prstGeom>
          <a:solidFill>
            <a:srgbClr val="FF330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ROBOT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ALARM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596A552A-17CF-404A-BF18-5CF0F7A31672}"/>
              </a:ext>
            </a:extLst>
          </p:cNvPr>
          <p:cNvSpPr/>
          <p:nvPr/>
        </p:nvSpPr>
        <p:spPr>
          <a:xfrm>
            <a:off x="3590874" y="5270142"/>
            <a:ext cx="806400" cy="42701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ROBOT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OPERATION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8BF4A503-E612-4AA3-9470-FB1CB9DC2688}"/>
              </a:ext>
            </a:extLst>
          </p:cNvPr>
          <p:cNvSpPr/>
          <p:nvPr/>
        </p:nvSpPr>
        <p:spPr>
          <a:xfrm>
            <a:off x="6076742" y="5270142"/>
            <a:ext cx="806400" cy="447928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PLC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STOP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37AB04B4-762E-4B0B-A7A1-ADA91C047A67}"/>
              </a:ext>
            </a:extLst>
          </p:cNvPr>
          <p:cNvSpPr txBox="1"/>
          <p:nvPr/>
        </p:nvSpPr>
        <p:spPr>
          <a:xfrm>
            <a:off x="776288" y="1187912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240" name="직선 연결선 239">
            <a:extLst>
              <a:ext uri="{FF2B5EF4-FFF2-40B4-BE49-F238E27FC236}">
                <a16:creationId xmlns:a16="http://schemas.microsoft.com/office/drawing/2014/main" id="{8F5357FB-CFA6-44F9-9339-FE6D9E9FDF99}"/>
              </a:ext>
            </a:extLst>
          </p:cNvPr>
          <p:cNvCxnSpPr>
            <a:cxnSpLocks/>
          </p:cNvCxnSpPr>
          <p:nvPr/>
        </p:nvCxnSpPr>
        <p:spPr>
          <a:xfrm>
            <a:off x="780963" y="1562470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41" name="직선 연결선 240">
            <a:extLst>
              <a:ext uri="{FF2B5EF4-FFF2-40B4-BE49-F238E27FC236}">
                <a16:creationId xmlns:a16="http://schemas.microsoft.com/office/drawing/2014/main" id="{AB6A091D-7399-43EB-838B-A5F41E5849E7}"/>
              </a:ext>
            </a:extLst>
          </p:cNvPr>
          <p:cNvCxnSpPr>
            <a:cxnSpLocks/>
          </p:cNvCxnSpPr>
          <p:nvPr/>
        </p:nvCxnSpPr>
        <p:spPr>
          <a:xfrm rot="5400000">
            <a:off x="7890775" y="1652470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5B858248-43BA-48D9-A140-8358CCEEF186}"/>
              </a:ext>
            </a:extLst>
          </p:cNvPr>
          <p:cNvSpPr txBox="1"/>
          <p:nvPr/>
        </p:nvSpPr>
        <p:spPr>
          <a:xfrm>
            <a:off x="8299882" y="154270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prstClr val="black"/>
                </a:solidFill>
                <a:latin typeface="맑은 고딕"/>
              </a:rPr>
              <a:t>ENG</a:t>
            </a:r>
            <a:endParaRPr lang="en-US" altLang="ko-KR" sz="9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52C4FA36-DE8B-4A23-8F4D-184A68555154}"/>
              </a:ext>
            </a:extLst>
          </p:cNvPr>
          <p:cNvSpPr txBox="1"/>
          <p:nvPr/>
        </p:nvSpPr>
        <p:spPr>
          <a:xfrm>
            <a:off x="4080945" y="1149440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sp>
        <p:nvSpPr>
          <p:cNvPr id="244" name="빗면 7">
            <a:extLst>
              <a:ext uri="{FF2B5EF4-FFF2-40B4-BE49-F238E27FC236}">
                <a16:creationId xmlns:a16="http://schemas.microsoft.com/office/drawing/2014/main" id="{3A61D141-92D0-49C4-927F-38752590F659}"/>
              </a:ext>
            </a:extLst>
          </p:cNvPr>
          <p:cNvSpPr/>
          <p:nvPr/>
        </p:nvSpPr>
        <p:spPr>
          <a:xfrm>
            <a:off x="3191556" y="1123022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FB8A3707-4B4F-4000-A328-36FA77D4345F}"/>
              </a:ext>
            </a:extLst>
          </p:cNvPr>
          <p:cNvSpPr/>
          <p:nvPr/>
        </p:nvSpPr>
        <p:spPr>
          <a:xfrm>
            <a:off x="7549030" y="1561411"/>
            <a:ext cx="609699" cy="164414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n-cs"/>
              </a:rPr>
              <a:t>language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7D65A115-0552-4FDD-96AB-E02D11179054}"/>
              </a:ext>
            </a:extLst>
          </p:cNvPr>
          <p:cNvSpPr/>
          <p:nvPr/>
        </p:nvSpPr>
        <p:spPr>
          <a:xfrm>
            <a:off x="8941592" y="1581395"/>
            <a:ext cx="194199" cy="159591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C357A21C-F66F-4FD6-90F2-A7F2821AB8CD}"/>
              </a:ext>
            </a:extLst>
          </p:cNvPr>
          <p:cNvSpPr txBox="1"/>
          <p:nvPr/>
        </p:nvSpPr>
        <p:spPr>
          <a:xfrm>
            <a:off x="6849070" y="1140839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9CB309EE-4469-4293-A534-A7A015710D68}"/>
              </a:ext>
            </a:extLst>
          </p:cNvPr>
          <p:cNvSpPr txBox="1"/>
          <p:nvPr/>
        </p:nvSpPr>
        <p:spPr>
          <a:xfrm>
            <a:off x="3500147" y="1149440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ALL ROBOT SETTING</a:t>
            </a:r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E33315E0-2E77-4FBD-AB78-A33BA64EE53F}"/>
              </a:ext>
            </a:extLst>
          </p:cNvPr>
          <p:cNvSpPr/>
          <p:nvPr/>
        </p:nvSpPr>
        <p:spPr>
          <a:xfrm>
            <a:off x="7405047" y="2210542"/>
            <a:ext cx="806400" cy="540000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MOVE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0" name="직사각형 249">
            <a:extLst>
              <a:ext uri="{FF2B5EF4-FFF2-40B4-BE49-F238E27FC236}">
                <a16:creationId xmlns:a16="http://schemas.microsoft.com/office/drawing/2014/main" id="{34287417-E582-48F1-81B2-EC257871C494}"/>
              </a:ext>
            </a:extLst>
          </p:cNvPr>
          <p:cNvSpPr/>
          <p:nvPr/>
        </p:nvSpPr>
        <p:spPr>
          <a:xfrm>
            <a:off x="8285212" y="2211028"/>
            <a:ext cx="806400" cy="540000"/>
          </a:xfrm>
          <a:prstGeom prst="rect">
            <a:avLst/>
          </a:prstGeom>
          <a:solidFill>
            <a:srgbClr val="FF33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STOP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51" name="그림 250">
            <a:extLst>
              <a:ext uri="{FF2B5EF4-FFF2-40B4-BE49-F238E27FC236}">
                <a16:creationId xmlns:a16="http://schemas.microsoft.com/office/drawing/2014/main" id="{2A3834EA-E9DC-4F0B-A03E-194047719174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69985" y="2784550"/>
            <a:ext cx="1776303" cy="1762897"/>
          </a:xfrm>
          <a:prstGeom prst="rect">
            <a:avLst/>
          </a:prstGeom>
        </p:spPr>
      </p:pic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46B963E5-AD8E-4FE8-AD0D-376DD829DD99}"/>
              </a:ext>
            </a:extLst>
          </p:cNvPr>
          <p:cNvSpPr/>
          <p:nvPr/>
        </p:nvSpPr>
        <p:spPr>
          <a:xfrm>
            <a:off x="2582873" y="1794858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A68E9FAA-FA7E-4053-9CE0-EEC31C05EC14}"/>
              </a:ext>
            </a:extLst>
          </p:cNvPr>
          <p:cNvSpPr/>
          <p:nvPr/>
        </p:nvSpPr>
        <p:spPr>
          <a:xfrm>
            <a:off x="2982811" y="1794858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7AC31907-6B4E-4AB0-A3F9-BD4090D6D38F}"/>
              </a:ext>
            </a:extLst>
          </p:cNvPr>
          <p:cNvSpPr/>
          <p:nvPr/>
        </p:nvSpPr>
        <p:spPr>
          <a:xfrm>
            <a:off x="3382749" y="1794858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5" name="직사각형 254">
            <a:extLst>
              <a:ext uri="{FF2B5EF4-FFF2-40B4-BE49-F238E27FC236}">
                <a16:creationId xmlns:a16="http://schemas.microsoft.com/office/drawing/2014/main" id="{3BDA19D0-CA60-4E3B-8BE4-924D6A127632}"/>
              </a:ext>
            </a:extLst>
          </p:cNvPr>
          <p:cNvSpPr/>
          <p:nvPr/>
        </p:nvSpPr>
        <p:spPr>
          <a:xfrm>
            <a:off x="3782687" y="1794858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6" name="직사각형 255">
            <a:extLst>
              <a:ext uri="{FF2B5EF4-FFF2-40B4-BE49-F238E27FC236}">
                <a16:creationId xmlns:a16="http://schemas.microsoft.com/office/drawing/2014/main" id="{D92AE345-1593-4EC1-96EC-C773D625FB65}"/>
              </a:ext>
            </a:extLst>
          </p:cNvPr>
          <p:cNvSpPr/>
          <p:nvPr/>
        </p:nvSpPr>
        <p:spPr>
          <a:xfrm>
            <a:off x="4182625" y="1794858"/>
            <a:ext cx="327273" cy="327273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FDA6E6F0-94B2-43D8-9971-17E9C5458670}"/>
              </a:ext>
            </a:extLst>
          </p:cNvPr>
          <p:cNvSpPr/>
          <p:nvPr/>
        </p:nvSpPr>
        <p:spPr>
          <a:xfrm>
            <a:off x="4582563" y="1794858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BA65D74F-D29E-4E31-89A2-EA018CF9E094}"/>
              </a:ext>
            </a:extLst>
          </p:cNvPr>
          <p:cNvSpPr/>
          <p:nvPr/>
        </p:nvSpPr>
        <p:spPr>
          <a:xfrm>
            <a:off x="4982501" y="1794858"/>
            <a:ext cx="327273" cy="327273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7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8A6760D-455F-4BAB-8206-B1DB1905A171}"/>
              </a:ext>
            </a:extLst>
          </p:cNvPr>
          <p:cNvSpPr/>
          <p:nvPr/>
        </p:nvSpPr>
        <p:spPr>
          <a:xfrm>
            <a:off x="5382439" y="1794858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8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E2C86698-D2C8-4F6F-AB4E-A5DA0913C261}"/>
              </a:ext>
            </a:extLst>
          </p:cNvPr>
          <p:cNvSpPr/>
          <p:nvPr/>
        </p:nvSpPr>
        <p:spPr>
          <a:xfrm>
            <a:off x="5782377" y="1794858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524E6DBB-DF8E-4B0E-BD7E-58D8E9E5FA4D}"/>
              </a:ext>
            </a:extLst>
          </p:cNvPr>
          <p:cNvSpPr/>
          <p:nvPr/>
        </p:nvSpPr>
        <p:spPr>
          <a:xfrm>
            <a:off x="6182315" y="1794858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2" name="직사각형 261">
            <a:extLst>
              <a:ext uri="{FF2B5EF4-FFF2-40B4-BE49-F238E27FC236}">
                <a16:creationId xmlns:a16="http://schemas.microsoft.com/office/drawing/2014/main" id="{13BAEF66-B8FC-4DCC-8BCE-727776BD18AD}"/>
              </a:ext>
            </a:extLst>
          </p:cNvPr>
          <p:cNvSpPr/>
          <p:nvPr/>
        </p:nvSpPr>
        <p:spPr>
          <a:xfrm>
            <a:off x="6582253" y="1794858"/>
            <a:ext cx="327273" cy="327273"/>
          </a:xfrm>
          <a:prstGeom prst="rect">
            <a:avLst/>
          </a:prstGeom>
          <a:solidFill>
            <a:srgbClr val="8064A2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11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CE66E9D8-5E44-4281-B104-BFA0BF936C7D}"/>
              </a:ext>
            </a:extLst>
          </p:cNvPr>
          <p:cNvSpPr/>
          <p:nvPr/>
        </p:nvSpPr>
        <p:spPr>
          <a:xfrm>
            <a:off x="6982187" y="1794858"/>
            <a:ext cx="327273" cy="327273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12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4" name="직사각형 263">
            <a:extLst>
              <a:ext uri="{FF2B5EF4-FFF2-40B4-BE49-F238E27FC236}">
                <a16:creationId xmlns:a16="http://schemas.microsoft.com/office/drawing/2014/main" id="{041890DD-7BBB-448E-9CFC-BAFA80C2A171}"/>
              </a:ext>
            </a:extLst>
          </p:cNvPr>
          <p:cNvSpPr/>
          <p:nvPr/>
        </p:nvSpPr>
        <p:spPr>
          <a:xfrm>
            <a:off x="7414235" y="1778494"/>
            <a:ext cx="360000" cy="360000"/>
          </a:xfrm>
          <a:prstGeom prst="rect">
            <a:avLst/>
          </a:prstGeom>
          <a:solidFill>
            <a:srgbClr val="F79646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 latinLnBrk="0"/>
            <a:r>
              <a:rPr lang="en-US" altLang="ko-KR" sz="1000" b="1" kern="0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SB</a:t>
            </a:r>
            <a:endParaRPr lang="ko-KR" altLang="en-US" sz="1000" b="1" kern="0" dirty="0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EF7934E4-8AC0-4873-925A-C088EB06CDA2}"/>
              </a:ext>
            </a:extLst>
          </p:cNvPr>
          <p:cNvSpPr/>
          <p:nvPr/>
        </p:nvSpPr>
        <p:spPr>
          <a:xfrm>
            <a:off x="8072923" y="1778494"/>
            <a:ext cx="360000" cy="360000"/>
          </a:xfrm>
          <a:prstGeom prst="rect">
            <a:avLst/>
          </a:prstGeom>
          <a:solidFill>
            <a:srgbClr val="F79646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SP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845A5FFB-56CE-416E-B964-9C0798850E21}"/>
              </a:ext>
            </a:extLst>
          </p:cNvPr>
          <p:cNvSpPr/>
          <p:nvPr/>
        </p:nvSpPr>
        <p:spPr>
          <a:xfrm>
            <a:off x="8731612" y="1778494"/>
            <a:ext cx="360000" cy="3600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rtlCol="0" anchor="ctr"/>
          <a:lstStyle/>
          <a:p>
            <a:pPr algn="ctr" latinLnBrk="0"/>
            <a:r>
              <a:rPr lang="en-US" altLang="ko-KR" sz="1000" b="1" kern="0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PU</a:t>
            </a:r>
            <a:endParaRPr lang="ko-KR" altLang="en-US" sz="1000" b="1" kern="0" dirty="0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846495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F3F75BA2-2932-4AAD-85EE-4298C0FA22B2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GUN SETTING (1)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27E031EE-F278-4A7B-A537-2198EF439782}"/>
              </a:ext>
            </a:extLst>
          </p:cNvPr>
          <p:cNvSpPr/>
          <p:nvPr/>
        </p:nvSpPr>
        <p:spPr>
          <a:xfrm>
            <a:off x="780963" y="1092938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2743BEF4-6D3B-4721-8A32-C1F1BE591EC7}"/>
              </a:ext>
            </a:extLst>
          </p:cNvPr>
          <p:cNvSpPr/>
          <p:nvPr/>
        </p:nvSpPr>
        <p:spPr>
          <a:xfrm>
            <a:off x="780963" y="1092938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9BF4AE3F-E990-4493-B8D6-68B2AE72EE62}"/>
              </a:ext>
            </a:extLst>
          </p:cNvPr>
          <p:cNvCxnSpPr/>
          <p:nvPr/>
        </p:nvCxnSpPr>
        <p:spPr>
          <a:xfrm>
            <a:off x="1742113" y="1741268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3394FED8-35B2-4D77-9E5C-F7FF66A654A1}"/>
              </a:ext>
            </a:extLst>
          </p:cNvPr>
          <p:cNvGrpSpPr/>
          <p:nvPr/>
        </p:nvGrpSpPr>
        <p:grpSpPr>
          <a:xfrm>
            <a:off x="793627" y="3543604"/>
            <a:ext cx="936000" cy="450000"/>
            <a:chOff x="395536" y="3731115"/>
            <a:chExt cx="936000" cy="468000"/>
          </a:xfrm>
        </p:grpSpPr>
        <p:sp>
          <p:nvSpPr>
            <p:cNvPr id="147" name="빗면 32">
              <a:extLst>
                <a:ext uri="{FF2B5EF4-FFF2-40B4-BE49-F238E27FC236}">
                  <a16:creationId xmlns:a16="http://schemas.microsoft.com/office/drawing/2014/main" id="{7BBEA0AD-B129-4649-9B13-8ACE3F282F39}"/>
                </a:ext>
              </a:extLst>
            </p:cNvPr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48" name="그림 147">
              <a:extLst>
                <a:ext uri="{FF2B5EF4-FFF2-40B4-BE49-F238E27FC236}">
                  <a16:creationId xmlns:a16="http://schemas.microsoft.com/office/drawing/2014/main" id="{93FEED24-D5FC-4034-95CF-DA9410CAE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149" name="그림 148">
              <a:extLst>
                <a:ext uri="{FF2B5EF4-FFF2-40B4-BE49-F238E27FC236}">
                  <a16:creationId xmlns:a16="http://schemas.microsoft.com/office/drawing/2014/main" id="{10C5EC66-401B-4CD4-9052-8236B6B3C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8734EEB2-C447-492E-BA9A-62A3F98BC4B8}"/>
              </a:ext>
            </a:extLst>
          </p:cNvPr>
          <p:cNvGrpSpPr/>
          <p:nvPr/>
        </p:nvGrpSpPr>
        <p:grpSpPr>
          <a:xfrm>
            <a:off x="793627" y="4895266"/>
            <a:ext cx="936000" cy="450000"/>
            <a:chOff x="403799" y="5149683"/>
            <a:chExt cx="936000" cy="468000"/>
          </a:xfrm>
        </p:grpSpPr>
        <p:sp>
          <p:nvSpPr>
            <p:cNvPr id="151" name="빗면 77">
              <a:extLst>
                <a:ext uri="{FF2B5EF4-FFF2-40B4-BE49-F238E27FC236}">
                  <a16:creationId xmlns:a16="http://schemas.microsoft.com/office/drawing/2014/main" id="{906B5FE1-DE3B-40AB-9276-7BC3BF829A48}"/>
                </a:ext>
              </a:extLst>
            </p:cNvPr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52" name="그림 151">
              <a:extLst>
                <a:ext uri="{FF2B5EF4-FFF2-40B4-BE49-F238E27FC236}">
                  <a16:creationId xmlns:a16="http://schemas.microsoft.com/office/drawing/2014/main" id="{C732005C-B189-4D99-BEBA-0DF324A77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0D68385C-AA56-4846-A6FD-C7ED4FAEBA48}"/>
              </a:ext>
            </a:extLst>
          </p:cNvPr>
          <p:cNvGrpSpPr/>
          <p:nvPr/>
        </p:nvGrpSpPr>
        <p:grpSpPr>
          <a:xfrm>
            <a:off x="793627" y="5345818"/>
            <a:ext cx="936000" cy="450000"/>
            <a:chOff x="395536" y="5625295"/>
            <a:chExt cx="936000" cy="468000"/>
          </a:xfrm>
        </p:grpSpPr>
        <p:sp>
          <p:nvSpPr>
            <p:cNvPr id="154" name="빗면 36">
              <a:extLst>
                <a:ext uri="{FF2B5EF4-FFF2-40B4-BE49-F238E27FC236}">
                  <a16:creationId xmlns:a16="http://schemas.microsoft.com/office/drawing/2014/main" id="{3E502EF4-4E51-4677-9944-4B57CEDB348F}"/>
                </a:ext>
              </a:extLst>
            </p:cNvPr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5" name="왼쪽 화살표 1034">
              <a:extLst>
                <a:ext uri="{FF2B5EF4-FFF2-40B4-BE49-F238E27FC236}">
                  <a16:creationId xmlns:a16="http://schemas.microsoft.com/office/drawing/2014/main" id="{1063DFFE-324A-41B1-B072-12D44A29E863}"/>
                </a:ext>
              </a:extLst>
            </p:cNvPr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5198CAD6-B248-4E82-971A-6390DC2690EA}"/>
              </a:ext>
            </a:extLst>
          </p:cNvPr>
          <p:cNvGrpSpPr/>
          <p:nvPr/>
        </p:nvGrpSpPr>
        <p:grpSpPr>
          <a:xfrm>
            <a:off x="793627" y="1741388"/>
            <a:ext cx="936000" cy="450000"/>
            <a:chOff x="395536" y="1844823"/>
            <a:chExt cx="936000" cy="468000"/>
          </a:xfrm>
        </p:grpSpPr>
        <p:sp>
          <p:nvSpPr>
            <p:cNvPr id="157" name="빗면 28">
              <a:extLst>
                <a:ext uri="{FF2B5EF4-FFF2-40B4-BE49-F238E27FC236}">
                  <a16:creationId xmlns:a16="http://schemas.microsoft.com/office/drawing/2014/main" id="{A76777DE-A52D-4CD9-B1B4-9305F49DD659}"/>
                </a:ext>
              </a:extLst>
            </p:cNvPr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58" name="그림 157">
              <a:extLst>
                <a:ext uri="{FF2B5EF4-FFF2-40B4-BE49-F238E27FC236}">
                  <a16:creationId xmlns:a16="http://schemas.microsoft.com/office/drawing/2014/main" id="{C73C0B75-05C7-4253-9950-E47832226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E83A6ED2-AD5D-4BE4-A80E-BA5443AB0E6A}"/>
              </a:ext>
            </a:extLst>
          </p:cNvPr>
          <p:cNvGrpSpPr/>
          <p:nvPr/>
        </p:nvGrpSpPr>
        <p:grpSpPr>
          <a:xfrm>
            <a:off x="793627" y="4444712"/>
            <a:ext cx="936000" cy="450000"/>
            <a:chOff x="395536" y="4674261"/>
            <a:chExt cx="936000" cy="468000"/>
          </a:xfrm>
        </p:grpSpPr>
        <p:sp>
          <p:nvSpPr>
            <p:cNvPr id="160" name="빗면 34">
              <a:extLst>
                <a:ext uri="{FF2B5EF4-FFF2-40B4-BE49-F238E27FC236}">
                  <a16:creationId xmlns:a16="http://schemas.microsoft.com/office/drawing/2014/main" id="{6278533A-B659-4F26-BFE7-8AD36B463BF0}"/>
                </a:ext>
              </a:extLst>
            </p:cNvPr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61" name="그림 160">
              <a:extLst>
                <a:ext uri="{FF2B5EF4-FFF2-40B4-BE49-F238E27FC236}">
                  <a16:creationId xmlns:a16="http://schemas.microsoft.com/office/drawing/2014/main" id="{445FCAF4-8F69-4BFA-A3C0-4CF4066AA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8CD6CFB8-07CA-4A44-911A-B785A5456B87}"/>
              </a:ext>
            </a:extLst>
          </p:cNvPr>
          <p:cNvSpPr txBox="1"/>
          <p:nvPr/>
        </p:nvSpPr>
        <p:spPr>
          <a:xfrm>
            <a:off x="802968" y="1510436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0DAF0F73-51AF-4DEF-A77D-ED80207DD957}"/>
              </a:ext>
            </a:extLst>
          </p:cNvPr>
          <p:cNvGrpSpPr/>
          <p:nvPr/>
        </p:nvGrpSpPr>
        <p:grpSpPr>
          <a:xfrm>
            <a:off x="793627" y="3093050"/>
            <a:ext cx="936000" cy="450000"/>
            <a:chOff x="410776" y="3498167"/>
            <a:chExt cx="936000" cy="432000"/>
          </a:xfrm>
        </p:grpSpPr>
        <p:sp>
          <p:nvSpPr>
            <p:cNvPr id="164" name="빗면 31">
              <a:extLst>
                <a:ext uri="{FF2B5EF4-FFF2-40B4-BE49-F238E27FC236}">
                  <a16:creationId xmlns:a16="http://schemas.microsoft.com/office/drawing/2014/main" id="{CC864591-DE36-415C-95E2-4AE9B396D722}"/>
                </a:ext>
              </a:extLst>
            </p:cNvPr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65" name="그림 164">
              <a:extLst>
                <a:ext uri="{FF2B5EF4-FFF2-40B4-BE49-F238E27FC236}">
                  <a16:creationId xmlns:a16="http://schemas.microsoft.com/office/drawing/2014/main" id="{565F3B14-8A24-44A7-A7BF-F902CFF65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740868B0-6560-40E8-91C0-69E92C332E89}"/>
              </a:ext>
            </a:extLst>
          </p:cNvPr>
          <p:cNvGrpSpPr/>
          <p:nvPr/>
        </p:nvGrpSpPr>
        <p:grpSpPr>
          <a:xfrm>
            <a:off x="793627" y="2191942"/>
            <a:ext cx="936000" cy="450000"/>
            <a:chOff x="410776" y="2635965"/>
            <a:chExt cx="936000" cy="432000"/>
          </a:xfrm>
        </p:grpSpPr>
        <p:sp>
          <p:nvSpPr>
            <p:cNvPr id="167" name="빗면 29">
              <a:extLst>
                <a:ext uri="{FF2B5EF4-FFF2-40B4-BE49-F238E27FC236}">
                  <a16:creationId xmlns:a16="http://schemas.microsoft.com/office/drawing/2014/main" id="{AFB20035-5116-4D80-ACE9-EEADDEA73B70}"/>
                </a:ext>
              </a:extLst>
            </p:cNvPr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B151C2D5-4E4D-4D35-BF38-8A3A72EFE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FD1CB69D-F356-4125-9D40-17BB8F7846A4}"/>
              </a:ext>
            </a:extLst>
          </p:cNvPr>
          <p:cNvGrpSpPr/>
          <p:nvPr/>
        </p:nvGrpSpPr>
        <p:grpSpPr>
          <a:xfrm>
            <a:off x="793627" y="2642496"/>
            <a:ext cx="936000" cy="450000"/>
            <a:chOff x="410776" y="3067066"/>
            <a:chExt cx="936000" cy="432000"/>
          </a:xfrm>
        </p:grpSpPr>
        <p:sp>
          <p:nvSpPr>
            <p:cNvPr id="170" name="빗면 30">
              <a:extLst>
                <a:ext uri="{FF2B5EF4-FFF2-40B4-BE49-F238E27FC236}">
                  <a16:creationId xmlns:a16="http://schemas.microsoft.com/office/drawing/2014/main" id="{1AC5F167-9A76-4FFE-BDDE-F790E4E9F35E}"/>
                </a:ext>
              </a:extLst>
            </p:cNvPr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71" name="그림 170">
              <a:extLst>
                <a:ext uri="{FF2B5EF4-FFF2-40B4-BE49-F238E27FC236}">
                  <a16:creationId xmlns:a16="http://schemas.microsoft.com/office/drawing/2014/main" id="{2DD33C04-B0E7-4074-B893-DE4282CDA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172" name="그림 171">
              <a:extLst>
                <a:ext uri="{FF2B5EF4-FFF2-40B4-BE49-F238E27FC236}">
                  <a16:creationId xmlns:a16="http://schemas.microsoft.com/office/drawing/2014/main" id="{A8EB6C8B-4FA1-458A-9679-7A553802B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173" name="그림 172">
              <a:extLst>
                <a:ext uri="{FF2B5EF4-FFF2-40B4-BE49-F238E27FC236}">
                  <a16:creationId xmlns:a16="http://schemas.microsoft.com/office/drawing/2014/main" id="{ACE7F491-0E4B-4367-B31F-144657C7A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376848CA-A706-4D24-964B-BBDA93140C60}"/>
              </a:ext>
            </a:extLst>
          </p:cNvPr>
          <p:cNvGrpSpPr/>
          <p:nvPr/>
        </p:nvGrpSpPr>
        <p:grpSpPr>
          <a:xfrm>
            <a:off x="793627" y="3994158"/>
            <a:ext cx="936000" cy="450000"/>
            <a:chOff x="410776" y="4360369"/>
            <a:chExt cx="936000" cy="432000"/>
          </a:xfrm>
        </p:grpSpPr>
        <p:sp>
          <p:nvSpPr>
            <p:cNvPr id="175" name="빗면 33">
              <a:extLst>
                <a:ext uri="{FF2B5EF4-FFF2-40B4-BE49-F238E27FC236}">
                  <a16:creationId xmlns:a16="http://schemas.microsoft.com/office/drawing/2014/main" id="{1AA324DD-0B11-4C6F-BA24-E2E44472AEC9}"/>
                </a:ext>
              </a:extLst>
            </p:cNvPr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76" name="그림 175">
              <a:extLst>
                <a:ext uri="{FF2B5EF4-FFF2-40B4-BE49-F238E27FC236}">
                  <a16:creationId xmlns:a16="http://schemas.microsoft.com/office/drawing/2014/main" id="{339B2650-E8F8-4711-9808-C77ADE3D3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44557EDA-EB5A-4CC7-A04C-B724D3C64695}"/>
              </a:ext>
            </a:extLst>
          </p:cNvPr>
          <p:cNvGrpSpPr/>
          <p:nvPr/>
        </p:nvGrpSpPr>
        <p:grpSpPr>
          <a:xfrm>
            <a:off x="793627" y="5345818"/>
            <a:ext cx="936000" cy="450000"/>
            <a:chOff x="399664" y="5640976"/>
            <a:chExt cx="936000" cy="450000"/>
          </a:xfrm>
        </p:grpSpPr>
        <p:sp>
          <p:nvSpPr>
            <p:cNvPr id="178" name="빗면 49">
              <a:extLst>
                <a:ext uri="{FF2B5EF4-FFF2-40B4-BE49-F238E27FC236}">
                  <a16:creationId xmlns:a16="http://schemas.microsoft.com/office/drawing/2014/main" id="{88186745-C2E2-42EE-BB79-567D7CE0F87C}"/>
                </a:ext>
              </a:extLst>
            </p:cNvPr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79" name="그림 178">
              <a:extLst>
                <a:ext uri="{FF2B5EF4-FFF2-40B4-BE49-F238E27FC236}">
                  <a16:creationId xmlns:a16="http://schemas.microsoft.com/office/drawing/2014/main" id="{3C5DC27A-B72C-4F35-87FD-CC87B4F7F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45BF893E-435B-45B3-BB28-8172CD466BC5}"/>
              </a:ext>
            </a:extLst>
          </p:cNvPr>
          <p:cNvSpPr/>
          <p:nvPr/>
        </p:nvSpPr>
        <p:spPr>
          <a:xfrm>
            <a:off x="776288" y="1549666"/>
            <a:ext cx="7200000" cy="180000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238B85E1-DFD9-4221-A08D-6F2D58052800}"/>
              </a:ext>
            </a:extLst>
          </p:cNvPr>
          <p:cNvSpPr/>
          <p:nvPr/>
        </p:nvSpPr>
        <p:spPr>
          <a:xfrm>
            <a:off x="776288" y="1549664"/>
            <a:ext cx="7200000" cy="90000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F9B1E00D-AFBD-4846-BB28-CCCEE172203D}"/>
              </a:ext>
            </a:extLst>
          </p:cNvPr>
          <p:cNvCxnSpPr/>
          <p:nvPr/>
        </p:nvCxnSpPr>
        <p:spPr>
          <a:xfrm>
            <a:off x="780963" y="1549666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FD768CBA-4EBE-4C38-BB52-79F1FCBA221A}"/>
              </a:ext>
            </a:extLst>
          </p:cNvPr>
          <p:cNvCxnSpPr/>
          <p:nvPr/>
        </p:nvCxnSpPr>
        <p:spPr>
          <a:xfrm>
            <a:off x="776288" y="1733940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046C9B65-E8BD-483A-8E23-50F1480237F2}"/>
              </a:ext>
            </a:extLst>
          </p:cNvPr>
          <p:cNvSpPr txBox="1"/>
          <p:nvPr/>
        </p:nvSpPr>
        <p:spPr>
          <a:xfrm>
            <a:off x="802968" y="1510436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74371901-AA6C-42F8-8A23-6634EAE73F14}"/>
              </a:ext>
            </a:extLst>
          </p:cNvPr>
          <p:cNvCxnSpPr/>
          <p:nvPr/>
        </p:nvCxnSpPr>
        <p:spPr>
          <a:xfrm rot="5400000">
            <a:off x="7890775" y="1639666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186" name="표 185">
            <a:extLst>
              <a:ext uri="{FF2B5EF4-FFF2-40B4-BE49-F238E27FC236}">
                <a16:creationId xmlns:a16="http://schemas.microsoft.com/office/drawing/2014/main" id="{B72A0627-1837-430A-A915-370603522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809095"/>
              </p:ext>
            </p:extLst>
          </p:nvPr>
        </p:nvGraphicFramePr>
        <p:xfrm>
          <a:off x="1786046" y="2701794"/>
          <a:ext cx="6694671" cy="3055351"/>
        </p:xfrm>
        <a:graphic>
          <a:graphicData uri="http://schemas.openxmlformats.org/drawingml/2006/table">
            <a:tbl>
              <a:tblPr firstRow="1" bandRow="1"/>
              <a:tblGrid>
                <a:gridCol w="659637">
                  <a:extLst>
                    <a:ext uri="{9D8B030D-6E8A-4147-A177-3AD203B41FA5}">
                      <a16:colId xmlns:a16="http://schemas.microsoft.com/office/drawing/2014/main" val="101822223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1640239151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3494310158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1305350254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994861279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3162048234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1137207802"/>
                    </a:ext>
                  </a:extLst>
                </a:gridCol>
              </a:tblGrid>
              <a:tr h="2350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600" dirty="0"/>
                        <a:t>GUN</a:t>
                      </a:r>
                      <a:r>
                        <a:rPr lang="en-US" altLang="ko-KR" sz="600" baseline="0" dirty="0"/>
                        <a:t> No.</a:t>
                      </a:r>
                      <a:endParaRPr lang="ko-KR" altLang="en-US" sz="6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600" dirty="0"/>
                        <a:t>LEFT</a:t>
                      </a:r>
                      <a:r>
                        <a:rPr lang="en-US" altLang="ko-KR" sz="600" baseline="0" dirty="0"/>
                        <a:t> SPIN</a:t>
                      </a:r>
                      <a:endParaRPr lang="ko-KR" altLang="en-US" sz="6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600" dirty="0"/>
                        <a:t>RIGHT</a:t>
                      </a:r>
                      <a:r>
                        <a:rPr lang="en-US" altLang="ko-KR" sz="600" baseline="0" dirty="0"/>
                        <a:t> SPIN</a:t>
                      </a:r>
                      <a:endParaRPr lang="ko-KR" altLang="en-US" sz="6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600" dirty="0"/>
                        <a:t>LEFT</a:t>
                      </a:r>
                      <a:r>
                        <a:rPr lang="en-US" altLang="ko-KR" sz="600" baseline="0" dirty="0"/>
                        <a:t> SPIN SPEED</a:t>
                      </a:r>
                      <a:endParaRPr lang="ko-KR" altLang="en-US" sz="6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600" dirty="0"/>
                        <a:t>RIGHT</a:t>
                      </a:r>
                      <a:r>
                        <a:rPr lang="en-US" altLang="ko-KR" sz="600" baseline="0" dirty="0"/>
                        <a:t> SPIN SPEED</a:t>
                      </a:r>
                      <a:endParaRPr lang="ko-KR" altLang="en-US" sz="6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600" dirty="0"/>
                        <a:t>HIGH</a:t>
                      </a:r>
                      <a:r>
                        <a:rPr lang="en-US" altLang="ko-KR" sz="600" baseline="0" dirty="0"/>
                        <a:t> VOLTAGE</a:t>
                      </a:r>
                      <a:endParaRPr lang="ko-KR" altLang="en-US" sz="6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600" dirty="0"/>
                        <a:t>PAINT AMOUNT</a:t>
                      </a:r>
                      <a:endParaRPr lang="ko-KR" altLang="en-US" sz="6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114377"/>
                  </a:ext>
                </a:extLst>
              </a:tr>
              <a:tr h="2350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ON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346672"/>
                  </a:ext>
                </a:extLst>
              </a:tr>
              <a:tr h="2350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2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21644"/>
                  </a:ext>
                </a:extLst>
              </a:tr>
              <a:tr h="2350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3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99895"/>
                  </a:ext>
                </a:extLst>
              </a:tr>
              <a:tr h="2350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4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000126"/>
                  </a:ext>
                </a:extLst>
              </a:tr>
              <a:tr h="2350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5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920682"/>
                  </a:ext>
                </a:extLst>
              </a:tr>
              <a:tr h="2350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6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218376"/>
                  </a:ext>
                </a:extLst>
              </a:tr>
              <a:tr h="2350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7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086190"/>
                  </a:ext>
                </a:extLst>
              </a:tr>
              <a:tr h="2350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8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663373"/>
                  </a:ext>
                </a:extLst>
              </a:tr>
              <a:tr h="2350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9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247412"/>
                  </a:ext>
                </a:extLst>
              </a:tr>
              <a:tr h="2350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10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394322"/>
                  </a:ext>
                </a:extLst>
              </a:tr>
              <a:tr h="2350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11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252359"/>
                  </a:ext>
                </a:extLst>
              </a:tr>
              <a:tr h="2350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12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798110"/>
                  </a:ext>
                </a:extLst>
              </a:tr>
            </a:tbl>
          </a:graphicData>
        </a:graphic>
      </p:graphicFrame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E5FC9441-183E-4A2B-BA58-E677558093FC}"/>
              </a:ext>
            </a:extLst>
          </p:cNvPr>
          <p:cNvGrpSpPr/>
          <p:nvPr/>
        </p:nvGrpSpPr>
        <p:grpSpPr>
          <a:xfrm>
            <a:off x="8553265" y="5291594"/>
            <a:ext cx="525147" cy="419420"/>
            <a:chOff x="8136069" y="2091328"/>
            <a:chExt cx="525147" cy="419420"/>
          </a:xfrm>
        </p:grpSpPr>
        <p:sp>
          <p:nvSpPr>
            <p:cNvPr id="188" name="빗면 65">
              <a:extLst>
                <a:ext uri="{FF2B5EF4-FFF2-40B4-BE49-F238E27FC236}">
                  <a16:creationId xmlns:a16="http://schemas.microsoft.com/office/drawing/2014/main" id="{9B673885-1038-4307-B227-40030F6AE426}"/>
                </a:ext>
              </a:extLst>
            </p:cNvPr>
            <p:cNvSpPr/>
            <p:nvPr/>
          </p:nvSpPr>
          <p:spPr>
            <a:xfrm>
              <a:off x="8136069" y="2091328"/>
              <a:ext cx="525147" cy="419420"/>
            </a:xfrm>
            <a:prstGeom prst="bevel">
              <a:avLst/>
            </a:prstGeom>
            <a:solidFill>
              <a:srgbClr val="00B05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89" name="그림 188">
              <a:extLst>
                <a:ext uri="{FF2B5EF4-FFF2-40B4-BE49-F238E27FC236}">
                  <a16:creationId xmlns:a16="http://schemas.microsoft.com/office/drawing/2014/main" id="{D1F9CFCA-C634-4F20-9A8C-90116C672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8529" y="2175038"/>
              <a:ext cx="220226" cy="252000"/>
            </a:xfrm>
            <a:prstGeom prst="rect">
              <a:avLst/>
            </a:prstGeom>
          </p:spPr>
        </p:pic>
      </p:grpSp>
      <p:graphicFrame>
        <p:nvGraphicFramePr>
          <p:cNvPr id="190" name="표 189">
            <a:extLst>
              <a:ext uri="{FF2B5EF4-FFF2-40B4-BE49-F238E27FC236}">
                <a16:creationId xmlns:a16="http://schemas.microsoft.com/office/drawing/2014/main" id="{47A202F6-72BE-4A64-9CE5-C25B09FF9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237854"/>
              </p:ext>
            </p:extLst>
          </p:nvPr>
        </p:nvGraphicFramePr>
        <p:xfrm>
          <a:off x="1786046" y="2180255"/>
          <a:ext cx="6694671" cy="470054"/>
        </p:xfrm>
        <a:graphic>
          <a:graphicData uri="http://schemas.openxmlformats.org/drawingml/2006/table">
            <a:tbl>
              <a:tblPr firstRow="1" bandRow="1"/>
              <a:tblGrid>
                <a:gridCol w="659637">
                  <a:extLst>
                    <a:ext uri="{9D8B030D-6E8A-4147-A177-3AD203B41FA5}">
                      <a16:colId xmlns:a16="http://schemas.microsoft.com/office/drawing/2014/main" val="1567682601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1214161816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419049522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3927494985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2229910672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1435996695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2445575524"/>
                    </a:ext>
                  </a:extLst>
                </a:gridCol>
              </a:tblGrid>
              <a:tr h="2350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GUN</a:t>
                      </a:r>
                      <a:r>
                        <a:rPr lang="en-US" altLang="ko-KR" sz="700" baseline="0" dirty="0"/>
                        <a:t> No.</a:t>
                      </a:r>
                      <a:endParaRPr lang="ko-KR" altLang="en-US" sz="7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LEFT</a:t>
                      </a:r>
                      <a:r>
                        <a:rPr lang="en-US" altLang="ko-KR" sz="700" baseline="0" dirty="0"/>
                        <a:t> SPIN</a:t>
                      </a:r>
                      <a:endParaRPr lang="ko-KR" altLang="en-US" sz="7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RIGHT</a:t>
                      </a:r>
                      <a:r>
                        <a:rPr lang="en-US" altLang="ko-KR" sz="700" baseline="0" dirty="0"/>
                        <a:t> SPIN</a:t>
                      </a:r>
                      <a:endParaRPr lang="ko-KR" altLang="en-US" sz="7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LEFT </a:t>
                      </a:r>
                      <a:r>
                        <a:rPr lang="en-US" altLang="ko-KR" sz="700" baseline="0" dirty="0"/>
                        <a:t>SPIN SPEED</a:t>
                      </a:r>
                      <a:endParaRPr lang="ko-KR" altLang="en-US" sz="7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RIGHT</a:t>
                      </a:r>
                      <a:r>
                        <a:rPr lang="en-US" altLang="ko-KR" sz="700" baseline="0" dirty="0"/>
                        <a:t> SPIN SPEED</a:t>
                      </a:r>
                      <a:endParaRPr lang="ko-KR" altLang="en-US" sz="7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HIGH</a:t>
                      </a:r>
                      <a:r>
                        <a:rPr lang="en-US" altLang="ko-KR" sz="700" baseline="0" dirty="0"/>
                        <a:t> VOLTAGE</a:t>
                      </a:r>
                      <a:endParaRPr lang="ko-KR" altLang="en-US" sz="7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PAINT AMOUNT</a:t>
                      </a:r>
                      <a:endParaRPr lang="ko-KR" altLang="en-US" sz="7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964282"/>
                  </a:ext>
                </a:extLst>
              </a:tr>
              <a:tr h="2350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GUN 12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1234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ON/OFF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1.23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635773"/>
                  </a:ext>
                </a:extLst>
              </a:tr>
            </a:tbl>
          </a:graphicData>
        </a:graphic>
      </p:graphicFrame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55AD062C-C75E-45C5-BCC1-691E27C8ADE3}"/>
              </a:ext>
            </a:extLst>
          </p:cNvPr>
          <p:cNvGrpSpPr/>
          <p:nvPr/>
        </p:nvGrpSpPr>
        <p:grpSpPr>
          <a:xfrm>
            <a:off x="8553265" y="4792917"/>
            <a:ext cx="525147" cy="419420"/>
            <a:chOff x="8172502" y="4822899"/>
            <a:chExt cx="525147" cy="419420"/>
          </a:xfrm>
        </p:grpSpPr>
        <p:sp>
          <p:nvSpPr>
            <p:cNvPr id="192" name="빗면 68">
              <a:extLst>
                <a:ext uri="{FF2B5EF4-FFF2-40B4-BE49-F238E27FC236}">
                  <a16:creationId xmlns:a16="http://schemas.microsoft.com/office/drawing/2014/main" id="{384D2A49-093F-42ED-BFD0-246005AA6971}"/>
                </a:ext>
              </a:extLst>
            </p:cNvPr>
            <p:cNvSpPr/>
            <p:nvPr/>
          </p:nvSpPr>
          <p:spPr>
            <a:xfrm>
              <a:off x="8172502" y="4822899"/>
              <a:ext cx="525147" cy="419420"/>
            </a:xfrm>
            <a:prstGeom prst="bevel">
              <a:avLst/>
            </a:prstGeom>
            <a:solidFill>
              <a:srgbClr val="00B0F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93" name="그림 192">
              <a:extLst>
                <a:ext uri="{FF2B5EF4-FFF2-40B4-BE49-F238E27FC236}">
                  <a16:creationId xmlns:a16="http://schemas.microsoft.com/office/drawing/2014/main" id="{413D9FB6-27E0-4AFE-AE6E-0C3BBE633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6293" y="4906609"/>
              <a:ext cx="217565" cy="252000"/>
            </a:xfrm>
            <a:prstGeom prst="rect">
              <a:avLst/>
            </a:prstGeom>
          </p:spPr>
        </p:pic>
      </p:grpSp>
      <p:sp>
        <p:nvSpPr>
          <p:cNvPr id="194" name="빗면 70">
            <a:extLst>
              <a:ext uri="{FF2B5EF4-FFF2-40B4-BE49-F238E27FC236}">
                <a16:creationId xmlns:a16="http://schemas.microsoft.com/office/drawing/2014/main" id="{33CCC404-4E65-4111-8272-2A6DDEF37ECF}"/>
              </a:ext>
            </a:extLst>
          </p:cNvPr>
          <p:cNvSpPr>
            <a:spLocks/>
          </p:cNvSpPr>
          <p:nvPr/>
        </p:nvSpPr>
        <p:spPr>
          <a:xfrm>
            <a:off x="1771323" y="1769757"/>
            <a:ext cx="1800000" cy="360000"/>
          </a:xfrm>
          <a:prstGeom prst="bevel">
            <a:avLst/>
          </a:prstGeom>
          <a:solidFill>
            <a:srgbClr val="00FF00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GUN SETTING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5" name="빗면 71">
            <a:extLst>
              <a:ext uri="{FF2B5EF4-FFF2-40B4-BE49-F238E27FC236}">
                <a16:creationId xmlns:a16="http://schemas.microsoft.com/office/drawing/2014/main" id="{B607B6D5-5602-41CB-B357-CA7DDFDEE0EC}"/>
              </a:ext>
            </a:extLst>
          </p:cNvPr>
          <p:cNvSpPr>
            <a:spLocks/>
          </p:cNvSpPr>
          <p:nvPr/>
        </p:nvSpPr>
        <p:spPr>
          <a:xfrm>
            <a:off x="4225219" y="1769757"/>
            <a:ext cx="1800000" cy="360000"/>
          </a:xfrm>
          <a:prstGeom prst="bevel">
            <a:avLst/>
          </a:prstGeom>
          <a:solidFill>
            <a:srgbClr val="FFFF66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MANUAL OPERATION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6" name="빗면 72">
            <a:extLst>
              <a:ext uri="{FF2B5EF4-FFF2-40B4-BE49-F238E27FC236}">
                <a16:creationId xmlns:a16="http://schemas.microsoft.com/office/drawing/2014/main" id="{89DC7FCF-AAD7-43E4-8D5B-12710E7C273D}"/>
              </a:ext>
            </a:extLst>
          </p:cNvPr>
          <p:cNvSpPr>
            <a:spLocks/>
          </p:cNvSpPr>
          <p:nvPr/>
        </p:nvSpPr>
        <p:spPr>
          <a:xfrm>
            <a:off x="6679115" y="1769757"/>
            <a:ext cx="1800000" cy="360000"/>
          </a:xfrm>
          <a:prstGeom prst="bevel">
            <a:avLst/>
          </a:prstGeom>
          <a:solidFill>
            <a:srgbClr val="FFFF66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USE/UNUSED SELECT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0122218-F127-48A2-BABA-D272CFEA7F7E}"/>
              </a:ext>
            </a:extLst>
          </p:cNvPr>
          <p:cNvSpPr txBox="1"/>
          <p:nvPr/>
        </p:nvSpPr>
        <p:spPr>
          <a:xfrm>
            <a:off x="776288" y="1175108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7EA1D839-1869-42C4-A62A-50BB064D46C4}"/>
              </a:ext>
            </a:extLst>
          </p:cNvPr>
          <p:cNvCxnSpPr>
            <a:cxnSpLocks/>
          </p:cNvCxnSpPr>
          <p:nvPr/>
        </p:nvCxnSpPr>
        <p:spPr>
          <a:xfrm>
            <a:off x="780963" y="1549666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54280637-BD24-450A-944A-4E2D9262F134}"/>
              </a:ext>
            </a:extLst>
          </p:cNvPr>
          <p:cNvCxnSpPr>
            <a:cxnSpLocks/>
          </p:cNvCxnSpPr>
          <p:nvPr/>
        </p:nvCxnSpPr>
        <p:spPr>
          <a:xfrm rot="5400000">
            <a:off x="7890775" y="1639666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849D851A-9AFC-4977-A391-FE0BA6DA2F1D}"/>
              </a:ext>
            </a:extLst>
          </p:cNvPr>
          <p:cNvSpPr txBox="1"/>
          <p:nvPr/>
        </p:nvSpPr>
        <p:spPr>
          <a:xfrm>
            <a:off x="8299882" y="1529896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prstClr val="black"/>
                </a:solidFill>
                <a:latin typeface="맑은 고딕"/>
              </a:rPr>
              <a:t>ENG</a:t>
            </a:r>
            <a:endParaRPr lang="en-US" altLang="ko-KR" sz="9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07F33C5E-D2CE-42AC-90C3-40874FB27373}"/>
              </a:ext>
            </a:extLst>
          </p:cNvPr>
          <p:cNvSpPr txBox="1"/>
          <p:nvPr/>
        </p:nvSpPr>
        <p:spPr>
          <a:xfrm>
            <a:off x="4080945" y="1136636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sp>
        <p:nvSpPr>
          <p:cNvPr id="202" name="빗면 7">
            <a:extLst>
              <a:ext uri="{FF2B5EF4-FFF2-40B4-BE49-F238E27FC236}">
                <a16:creationId xmlns:a16="http://schemas.microsoft.com/office/drawing/2014/main" id="{62EA284D-EB79-40FA-ABE0-5744B5914258}"/>
              </a:ext>
            </a:extLst>
          </p:cNvPr>
          <p:cNvSpPr/>
          <p:nvPr/>
        </p:nvSpPr>
        <p:spPr>
          <a:xfrm>
            <a:off x="3191556" y="1110218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573990C3-56C0-475A-A48A-D53408C61417}"/>
              </a:ext>
            </a:extLst>
          </p:cNvPr>
          <p:cNvSpPr/>
          <p:nvPr/>
        </p:nvSpPr>
        <p:spPr>
          <a:xfrm>
            <a:off x="7549030" y="1548607"/>
            <a:ext cx="609699" cy="164414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n-cs"/>
              </a:rPr>
              <a:t>language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807B67DC-E755-4A91-AA2D-507C46CAB6B0}"/>
              </a:ext>
            </a:extLst>
          </p:cNvPr>
          <p:cNvSpPr/>
          <p:nvPr/>
        </p:nvSpPr>
        <p:spPr>
          <a:xfrm>
            <a:off x="8941592" y="1568591"/>
            <a:ext cx="194199" cy="159591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54F191DD-A991-4DC8-B6AD-B5D9A6D8C465}"/>
              </a:ext>
            </a:extLst>
          </p:cNvPr>
          <p:cNvSpPr txBox="1"/>
          <p:nvPr/>
        </p:nvSpPr>
        <p:spPr>
          <a:xfrm>
            <a:off x="6849070" y="1128035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1250AA61-E246-4F33-BEE6-78D1945672AE}"/>
              </a:ext>
            </a:extLst>
          </p:cNvPr>
          <p:cNvSpPr txBox="1"/>
          <p:nvPr/>
        </p:nvSpPr>
        <p:spPr>
          <a:xfrm>
            <a:off x="3500147" y="1136636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GUN SETTING</a:t>
            </a:r>
          </a:p>
        </p:txBody>
      </p:sp>
    </p:spTree>
    <p:extLst>
      <p:ext uri="{BB962C8B-B14F-4D97-AF65-F5344CB8AC3E}">
        <p14:creationId xmlns:p14="http://schemas.microsoft.com/office/powerpoint/2010/main" val="59468085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F3F75BA2-2932-4AAD-85EE-4298C0FA22B2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GUN SETTING (2)</a:t>
            </a: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1F6D98CB-9083-4D9B-8417-C8C4D34B65F1}"/>
              </a:ext>
            </a:extLst>
          </p:cNvPr>
          <p:cNvSpPr/>
          <p:nvPr/>
        </p:nvSpPr>
        <p:spPr>
          <a:xfrm>
            <a:off x="776288" y="1093057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EB0161F1-6751-42DC-A972-43DBF86836F1}"/>
              </a:ext>
            </a:extLst>
          </p:cNvPr>
          <p:cNvSpPr/>
          <p:nvPr/>
        </p:nvSpPr>
        <p:spPr>
          <a:xfrm>
            <a:off x="776288" y="1093057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D4BE0A6F-258B-457D-8A93-0AF60557C22B}"/>
              </a:ext>
            </a:extLst>
          </p:cNvPr>
          <p:cNvCxnSpPr/>
          <p:nvPr/>
        </p:nvCxnSpPr>
        <p:spPr>
          <a:xfrm>
            <a:off x="1737438" y="1741387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251" name="그룹 250">
            <a:extLst>
              <a:ext uri="{FF2B5EF4-FFF2-40B4-BE49-F238E27FC236}">
                <a16:creationId xmlns:a16="http://schemas.microsoft.com/office/drawing/2014/main" id="{2D35EB2E-F456-4D56-9187-B01B39E93C1A}"/>
              </a:ext>
            </a:extLst>
          </p:cNvPr>
          <p:cNvGrpSpPr/>
          <p:nvPr/>
        </p:nvGrpSpPr>
        <p:grpSpPr>
          <a:xfrm>
            <a:off x="788952" y="3543723"/>
            <a:ext cx="936000" cy="450000"/>
            <a:chOff x="395536" y="3731115"/>
            <a:chExt cx="936000" cy="468000"/>
          </a:xfrm>
        </p:grpSpPr>
        <p:sp>
          <p:nvSpPr>
            <p:cNvPr id="252" name="빗면 32">
              <a:extLst>
                <a:ext uri="{FF2B5EF4-FFF2-40B4-BE49-F238E27FC236}">
                  <a16:creationId xmlns:a16="http://schemas.microsoft.com/office/drawing/2014/main" id="{BCDE9100-1268-4E62-B4BA-748CCBD9765F}"/>
                </a:ext>
              </a:extLst>
            </p:cNvPr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53" name="그림 252">
              <a:extLst>
                <a:ext uri="{FF2B5EF4-FFF2-40B4-BE49-F238E27FC236}">
                  <a16:creationId xmlns:a16="http://schemas.microsoft.com/office/drawing/2014/main" id="{67A3CA9B-BB1E-4B1E-B7C8-409F34CE0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254" name="그림 253">
              <a:extLst>
                <a:ext uri="{FF2B5EF4-FFF2-40B4-BE49-F238E27FC236}">
                  <a16:creationId xmlns:a16="http://schemas.microsoft.com/office/drawing/2014/main" id="{97BA884F-2F28-4F34-9E13-5F5A6EE88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94118BC6-4C21-4B85-976C-6AB2610FF0D7}"/>
              </a:ext>
            </a:extLst>
          </p:cNvPr>
          <p:cNvGrpSpPr/>
          <p:nvPr/>
        </p:nvGrpSpPr>
        <p:grpSpPr>
          <a:xfrm>
            <a:off x="788952" y="4895385"/>
            <a:ext cx="936000" cy="450000"/>
            <a:chOff x="403799" y="5149683"/>
            <a:chExt cx="936000" cy="468000"/>
          </a:xfrm>
        </p:grpSpPr>
        <p:sp>
          <p:nvSpPr>
            <p:cNvPr id="256" name="빗면 77">
              <a:extLst>
                <a:ext uri="{FF2B5EF4-FFF2-40B4-BE49-F238E27FC236}">
                  <a16:creationId xmlns:a16="http://schemas.microsoft.com/office/drawing/2014/main" id="{C6CB3E52-69CB-4258-AAA9-910782DF5D9E}"/>
                </a:ext>
              </a:extLst>
            </p:cNvPr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57" name="그림 256">
              <a:extLst>
                <a:ext uri="{FF2B5EF4-FFF2-40B4-BE49-F238E27FC236}">
                  <a16:creationId xmlns:a16="http://schemas.microsoft.com/office/drawing/2014/main" id="{32BBEE05-4E69-46EB-98D2-C8EA74E8D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258" name="그룹 257">
            <a:extLst>
              <a:ext uri="{FF2B5EF4-FFF2-40B4-BE49-F238E27FC236}">
                <a16:creationId xmlns:a16="http://schemas.microsoft.com/office/drawing/2014/main" id="{9A3AF7F1-48B8-4B9A-8BF3-ADAEEA43408D}"/>
              </a:ext>
            </a:extLst>
          </p:cNvPr>
          <p:cNvGrpSpPr/>
          <p:nvPr/>
        </p:nvGrpSpPr>
        <p:grpSpPr>
          <a:xfrm>
            <a:off x="788952" y="5345937"/>
            <a:ext cx="936000" cy="450000"/>
            <a:chOff x="395536" y="5625295"/>
            <a:chExt cx="936000" cy="468000"/>
          </a:xfrm>
        </p:grpSpPr>
        <p:sp>
          <p:nvSpPr>
            <p:cNvPr id="259" name="빗면 36">
              <a:extLst>
                <a:ext uri="{FF2B5EF4-FFF2-40B4-BE49-F238E27FC236}">
                  <a16:creationId xmlns:a16="http://schemas.microsoft.com/office/drawing/2014/main" id="{A20FBC74-E818-408A-B1F7-F7BA6B4A48C3}"/>
                </a:ext>
              </a:extLst>
            </p:cNvPr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0" name="왼쪽 화살표 1034">
              <a:extLst>
                <a:ext uri="{FF2B5EF4-FFF2-40B4-BE49-F238E27FC236}">
                  <a16:creationId xmlns:a16="http://schemas.microsoft.com/office/drawing/2014/main" id="{57376591-928F-4F00-B923-4839C991EC03}"/>
                </a:ext>
              </a:extLst>
            </p:cNvPr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57270FA9-8A70-43EE-B754-64B9FBEB82E0}"/>
              </a:ext>
            </a:extLst>
          </p:cNvPr>
          <p:cNvGrpSpPr/>
          <p:nvPr/>
        </p:nvGrpSpPr>
        <p:grpSpPr>
          <a:xfrm>
            <a:off x="788952" y="1741507"/>
            <a:ext cx="936000" cy="450000"/>
            <a:chOff x="395536" y="1844823"/>
            <a:chExt cx="936000" cy="468000"/>
          </a:xfrm>
        </p:grpSpPr>
        <p:sp>
          <p:nvSpPr>
            <p:cNvPr id="262" name="빗면 28">
              <a:extLst>
                <a:ext uri="{FF2B5EF4-FFF2-40B4-BE49-F238E27FC236}">
                  <a16:creationId xmlns:a16="http://schemas.microsoft.com/office/drawing/2014/main" id="{039687D5-7E48-4485-8813-D7B2BD385568}"/>
                </a:ext>
              </a:extLst>
            </p:cNvPr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63" name="그림 262">
              <a:extLst>
                <a:ext uri="{FF2B5EF4-FFF2-40B4-BE49-F238E27FC236}">
                  <a16:creationId xmlns:a16="http://schemas.microsoft.com/office/drawing/2014/main" id="{F6360F26-F5F5-43D0-A08D-96A2849C0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538B1CB0-1D3D-4861-95BA-3D2F83F165BD}"/>
              </a:ext>
            </a:extLst>
          </p:cNvPr>
          <p:cNvGrpSpPr/>
          <p:nvPr/>
        </p:nvGrpSpPr>
        <p:grpSpPr>
          <a:xfrm>
            <a:off x="788952" y="4444831"/>
            <a:ext cx="936000" cy="450000"/>
            <a:chOff x="395536" y="4674261"/>
            <a:chExt cx="936000" cy="468000"/>
          </a:xfrm>
        </p:grpSpPr>
        <p:sp>
          <p:nvSpPr>
            <p:cNvPr id="265" name="빗면 34">
              <a:extLst>
                <a:ext uri="{FF2B5EF4-FFF2-40B4-BE49-F238E27FC236}">
                  <a16:creationId xmlns:a16="http://schemas.microsoft.com/office/drawing/2014/main" id="{6E06BAEC-A143-4DC0-9493-6E6A8C2A8440}"/>
                </a:ext>
              </a:extLst>
            </p:cNvPr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66" name="그림 265">
              <a:extLst>
                <a:ext uri="{FF2B5EF4-FFF2-40B4-BE49-F238E27FC236}">
                  <a16:creationId xmlns:a16="http://schemas.microsoft.com/office/drawing/2014/main" id="{37EFB3B8-2962-461C-A612-E13EEDC98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sp>
        <p:nvSpPr>
          <p:cNvPr id="267" name="TextBox 266">
            <a:extLst>
              <a:ext uri="{FF2B5EF4-FFF2-40B4-BE49-F238E27FC236}">
                <a16:creationId xmlns:a16="http://schemas.microsoft.com/office/drawing/2014/main" id="{3D8611F0-5C08-408B-AE2A-19E049E6CD97}"/>
              </a:ext>
            </a:extLst>
          </p:cNvPr>
          <p:cNvSpPr txBox="1"/>
          <p:nvPr/>
        </p:nvSpPr>
        <p:spPr>
          <a:xfrm>
            <a:off x="798293" y="1510555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A0CFE0E3-8D3B-421D-BA51-139C4A9A5C92}"/>
              </a:ext>
            </a:extLst>
          </p:cNvPr>
          <p:cNvGrpSpPr/>
          <p:nvPr/>
        </p:nvGrpSpPr>
        <p:grpSpPr>
          <a:xfrm>
            <a:off x="788952" y="3093169"/>
            <a:ext cx="936000" cy="450000"/>
            <a:chOff x="410776" y="3498167"/>
            <a:chExt cx="936000" cy="432000"/>
          </a:xfrm>
        </p:grpSpPr>
        <p:sp>
          <p:nvSpPr>
            <p:cNvPr id="269" name="빗면 31">
              <a:extLst>
                <a:ext uri="{FF2B5EF4-FFF2-40B4-BE49-F238E27FC236}">
                  <a16:creationId xmlns:a16="http://schemas.microsoft.com/office/drawing/2014/main" id="{D1CCC3B4-9704-4F27-9645-45FFCE60EF25}"/>
                </a:ext>
              </a:extLst>
            </p:cNvPr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70" name="그림 269">
              <a:extLst>
                <a:ext uri="{FF2B5EF4-FFF2-40B4-BE49-F238E27FC236}">
                  <a16:creationId xmlns:a16="http://schemas.microsoft.com/office/drawing/2014/main" id="{78F6A492-0E43-41B5-9280-16B995DFE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1B05BB7F-0F07-4AA5-A71F-8D6183CFAB03}"/>
              </a:ext>
            </a:extLst>
          </p:cNvPr>
          <p:cNvGrpSpPr/>
          <p:nvPr/>
        </p:nvGrpSpPr>
        <p:grpSpPr>
          <a:xfrm>
            <a:off x="788952" y="2192061"/>
            <a:ext cx="936000" cy="450000"/>
            <a:chOff x="410776" y="2635965"/>
            <a:chExt cx="936000" cy="432000"/>
          </a:xfrm>
        </p:grpSpPr>
        <p:sp>
          <p:nvSpPr>
            <p:cNvPr id="272" name="빗면 29">
              <a:extLst>
                <a:ext uri="{FF2B5EF4-FFF2-40B4-BE49-F238E27FC236}">
                  <a16:creationId xmlns:a16="http://schemas.microsoft.com/office/drawing/2014/main" id="{03BEDBD0-E0AD-48FE-A294-4381A8414663}"/>
                </a:ext>
              </a:extLst>
            </p:cNvPr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73" name="그림 272">
              <a:extLst>
                <a:ext uri="{FF2B5EF4-FFF2-40B4-BE49-F238E27FC236}">
                  <a16:creationId xmlns:a16="http://schemas.microsoft.com/office/drawing/2014/main" id="{C309D24D-0F54-47CE-8CFB-8597B29ED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74" name="그룹 273">
            <a:extLst>
              <a:ext uri="{FF2B5EF4-FFF2-40B4-BE49-F238E27FC236}">
                <a16:creationId xmlns:a16="http://schemas.microsoft.com/office/drawing/2014/main" id="{AD998108-476D-45EB-8EBC-F00C5C51FA6B}"/>
              </a:ext>
            </a:extLst>
          </p:cNvPr>
          <p:cNvGrpSpPr/>
          <p:nvPr/>
        </p:nvGrpSpPr>
        <p:grpSpPr>
          <a:xfrm>
            <a:off x="788952" y="2642615"/>
            <a:ext cx="936000" cy="450000"/>
            <a:chOff x="410776" y="3067066"/>
            <a:chExt cx="936000" cy="432000"/>
          </a:xfrm>
        </p:grpSpPr>
        <p:sp>
          <p:nvSpPr>
            <p:cNvPr id="275" name="빗면 30">
              <a:extLst>
                <a:ext uri="{FF2B5EF4-FFF2-40B4-BE49-F238E27FC236}">
                  <a16:creationId xmlns:a16="http://schemas.microsoft.com/office/drawing/2014/main" id="{886F10F5-38CE-4A7A-B5B6-AD35E6CC8647}"/>
                </a:ext>
              </a:extLst>
            </p:cNvPr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76" name="그림 275">
              <a:extLst>
                <a:ext uri="{FF2B5EF4-FFF2-40B4-BE49-F238E27FC236}">
                  <a16:creationId xmlns:a16="http://schemas.microsoft.com/office/drawing/2014/main" id="{AA098389-5BF9-44F4-BE2E-AA83B82CE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277" name="그림 276">
              <a:extLst>
                <a:ext uri="{FF2B5EF4-FFF2-40B4-BE49-F238E27FC236}">
                  <a16:creationId xmlns:a16="http://schemas.microsoft.com/office/drawing/2014/main" id="{C15C05F1-90FC-425A-BF62-71FD48B22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278" name="그림 277">
              <a:extLst>
                <a:ext uri="{FF2B5EF4-FFF2-40B4-BE49-F238E27FC236}">
                  <a16:creationId xmlns:a16="http://schemas.microsoft.com/office/drawing/2014/main" id="{A89AA67D-1CCB-4DDA-8E6B-57C9B0753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67D638B8-4B5E-491A-A3FF-DEC9338D29C9}"/>
              </a:ext>
            </a:extLst>
          </p:cNvPr>
          <p:cNvGrpSpPr/>
          <p:nvPr/>
        </p:nvGrpSpPr>
        <p:grpSpPr>
          <a:xfrm>
            <a:off x="788952" y="3994277"/>
            <a:ext cx="936000" cy="450000"/>
            <a:chOff x="410776" y="4360369"/>
            <a:chExt cx="936000" cy="432000"/>
          </a:xfrm>
        </p:grpSpPr>
        <p:sp>
          <p:nvSpPr>
            <p:cNvPr id="280" name="빗면 33">
              <a:extLst>
                <a:ext uri="{FF2B5EF4-FFF2-40B4-BE49-F238E27FC236}">
                  <a16:creationId xmlns:a16="http://schemas.microsoft.com/office/drawing/2014/main" id="{2160948F-D089-4FEF-9DDD-6DFDA3223436}"/>
                </a:ext>
              </a:extLst>
            </p:cNvPr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81" name="그림 280">
              <a:extLst>
                <a:ext uri="{FF2B5EF4-FFF2-40B4-BE49-F238E27FC236}">
                  <a16:creationId xmlns:a16="http://schemas.microsoft.com/office/drawing/2014/main" id="{2DEA7F2F-0A24-4E22-8DAC-86D681A10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6A05C38D-47EB-4400-8D88-9B2521924ADE}"/>
              </a:ext>
            </a:extLst>
          </p:cNvPr>
          <p:cNvGrpSpPr/>
          <p:nvPr/>
        </p:nvGrpSpPr>
        <p:grpSpPr>
          <a:xfrm>
            <a:off x="788952" y="5345937"/>
            <a:ext cx="936000" cy="450000"/>
            <a:chOff x="399664" y="5640976"/>
            <a:chExt cx="936000" cy="450000"/>
          </a:xfrm>
        </p:grpSpPr>
        <p:sp>
          <p:nvSpPr>
            <p:cNvPr id="283" name="빗면 49">
              <a:extLst>
                <a:ext uri="{FF2B5EF4-FFF2-40B4-BE49-F238E27FC236}">
                  <a16:creationId xmlns:a16="http://schemas.microsoft.com/office/drawing/2014/main" id="{64C73DEE-2E97-4EC2-BB90-4B9AA1622AAF}"/>
                </a:ext>
              </a:extLst>
            </p:cNvPr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84" name="그림 283">
              <a:extLst>
                <a:ext uri="{FF2B5EF4-FFF2-40B4-BE49-F238E27FC236}">
                  <a16:creationId xmlns:a16="http://schemas.microsoft.com/office/drawing/2014/main" id="{82C7F28B-93C1-41D6-94D1-47A09B883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285" name="직사각형 284">
            <a:extLst>
              <a:ext uri="{FF2B5EF4-FFF2-40B4-BE49-F238E27FC236}">
                <a16:creationId xmlns:a16="http://schemas.microsoft.com/office/drawing/2014/main" id="{4BBFAB16-E00C-4C8F-B8F3-2D08E472382F}"/>
              </a:ext>
            </a:extLst>
          </p:cNvPr>
          <p:cNvSpPr/>
          <p:nvPr/>
        </p:nvSpPr>
        <p:spPr>
          <a:xfrm>
            <a:off x="771613" y="1549785"/>
            <a:ext cx="7200000" cy="180000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6" name="직사각형 285">
            <a:extLst>
              <a:ext uri="{FF2B5EF4-FFF2-40B4-BE49-F238E27FC236}">
                <a16:creationId xmlns:a16="http://schemas.microsoft.com/office/drawing/2014/main" id="{D5BF28D3-74B4-4B04-8345-9042489B75C3}"/>
              </a:ext>
            </a:extLst>
          </p:cNvPr>
          <p:cNvSpPr/>
          <p:nvPr/>
        </p:nvSpPr>
        <p:spPr>
          <a:xfrm>
            <a:off x="771613" y="1549783"/>
            <a:ext cx="7200000" cy="90000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87" name="직선 연결선 286">
            <a:extLst>
              <a:ext uri="{FF2B5EF4-FFF2-40B4-BE49-F238E27FC236}">
                <a16:creationId xmlns:a16="http://schemas.microsoft.com/office/drawing/2014/main" id="{04E700AD-77FA-4FCD-B1E5-1C33F499B426}"/>
              </a:ext>
            </a:extLst>
          </p:cNvPr>
          <p:cNvCxnSpPr/>
          <p:nvPr/>
        </p:nvCxnSpPr>
        <p:spPr>
          <a:xfrm>
            <a:off x="776288" y="1549785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88" name="직선 연결선 287">
            <a:extLst>
              <a:ext uri="{FF2B5EF4-FFF2-40B4-BE49-F238E27FC236}">
                <a16:creationId xmlns:a16="http://schemas.microsoft.com/office/drawing/2014/main" id="{8191F295-3963-49B7-AF9F-0BC14A03A9A4}"/>
              </a:ext>
            </a:extLst>
          </p:cNvPr>
          <p:cNvCxnSpPr/>
          <p:nvPr/>
        </p:nvCxnSpPr>
        <p:spPr>
          <a:xfrm>
            <a:off x="771613" y="1734059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89" name="TextBox 288">
            <a:extLst>
              <a:ext uri="{FF2B5EF4-FFF2-40B4-BE49-F238E27FC236}">
                <a16:creationId xmlns:a16="http://schemas.microsoft.com/office/drawing/2014/main" id="{BC7F9DEB-3EE8-4996-9288-70CFF3A12CF6}"/>
              </a:ext>
            </a:extLst>
          </p:cNvPr>
          <p:cNvSpPr txBox="1"/>
          <p:nvPr/>
        </p:nvSpPr>
        <p:spPr>
          <a:xfrm>
            <a:off x="798293" y="1510555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290" name="직선 연결선 289">
            <a:extLst>
              <a:ext uri="{FF2B5EF4-FFF2-40B4-BE49-F238E27FC236}">
                <a16:creationId xmlns:a16="http://schemas.microsoft.com/office/drawing/2014/main" id="{6083F7FB-7717-4D2C-8DEB-45B9CBF6937F}"/>
              </a:ext>
            </a:extLst>
          </p:cNvPr>
          <p:cNvCxnSpPr/>
          <p:nvPr/>
        </p:nvCxnSpPr>
        <p:spPr>
          <a:xfrm rot="5400000">
            <a:off x="7886100" y="1639785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91" name="TextBox 290">
            <a:extLst>
              <a:ext uri="{FF2B5EF4-FFF2-40B4-BE49-F238E27FC236}">
                <a16:creationId xmlns:a16="http://schemas.microsoft.com/office/drawing/2014/main" id="{96487216-030A-49E4-B338-A8E0D08F158D}"/>
              </a:ext>
            </a:extLst>
          </p:cNvPr>
          <p:cNvSpPr txBox="1"/>
          <p:nvPr/>
        </p:nvSpPr>
        <p:spPr>
          <a:xfrm>
            <a:off x="771613" y="1175227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292" name="직선 연결선 291">
            <a:extLst>
              <a:ext uri="{FF2B5EF4-FFF2-40B4-BE49-F238E27FC236}">
                <a16:creationId xmlns:a16="http://schemas.microsoft.com/office/drawing/2014/main" id="{5E6E7155-8902-49CA-BF36-BA361CEC7FB0}"/>
              </a:ext>
            </a:extLst>
          </p:cNvPr>
          <p:cNvCxnSpPr>
            <a:cxnSpLocks/>
          </p:cNvCxnSpPr>
          <p:nvPr/>
        </p:nvCxnSpPr>
        <p:spPr>
          <a:xfrm>
            <a:off x="776288" y="1549785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93" name="직선 연결선 292">
            <a:extLst>
              <a:ext uri="{FF2B5EF4-FFF2-40B4-BE49-F238E27FC236}">
                <a16:creationId xmlns:a16="http://schemas.microsoft.com/office/drawing/2014/main" id="{6A603C23-155E-476E-9EC3-514DF2553478}"/>
              </a:ext>
            </a:extLst>
          </p:cNvPr>
          <p:cNvCxnSpPr>
            <a:cxnSpLocks/>
          </p:cNvCxnSpPr>
          <p:nvPr/>
        </p:nvCxnSpPr>
        <p:spPr>
          <a:xfrm rot="5400000">
            <a:off x="7886100" y="1639785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94" name="TextBox 293">
            <a:extLst>
              <a:ext uri="{FF2B5EF4-FFF2-40B4-BE49-F238E27FC236}">
                <a16:creationId xmlns:a16="http://schemas.microsoft.com/office/drawing/2014/main" id="{FB50A0FF-F07C-4DBE-9ADE-9334BB460A57}"/>
              </a:ext>
            </a:extLst>
          </p:cNvPr>
          <p:cNvSpPr txBox="1"/>
          <p:nvPr/>
        </p:nvSpPr>
        <p:spPr>
          <a:xfrm>
            <a:off x="8295207" y="1530015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prstClr val="black"/>
                </a:solidFill>
                <a:latin typeface="맑은 고딕"/>
              </a:rPr>
              <a:t>ENG</a:t>
            </a:r>
            <a:endParaRPr lang="en-US" altLang="ko-KR" sz="9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071B6FB2-C778-41F2-A791-766FA64DAF9F}"/>
              </a:ext>
            </a:extLst>
          </p:cNvPr>
          <p:cNvSpPr txBox="1"/>
          <p:nvPr/>
        </p:nvSpPr>
        <p:spPr>
          <a:xfrm>
            <a:off x="4076270" y="1136755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sp>
        <p:nvSpPr>
          <p:cNvPr id="296" name="빗면 7">
            <a:extLst>
              <a:ext uri="{FF2B5EF4-FFF2-40B4-BE49-F238E27FC236}">
                <a16:creationId xmlns:a16="http://schemas.microsoft.com/office/drawing/2014/main" id="{482E8418-04A0-41FC-9778-116FE2C231E6}"/>
              </a:ext>
            </a:extLst>
          </p:cNvPr>
          <p:cNvSpPr/>
          <p:nvPr/>
        </p:nvSpPr>
        <p:spPr>
          <a:xfrm>
            <a:off x="3186881" y="1110337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11AB14C5-C7F5-42B6-AC43-ADD84A966AA6}"/>
              </a:ext>
            </a:extLst>
          </p:cNvPr>
          <p:cNvSpPr/>
          <p:nvPr/>
        </p:nvSpPr>
        <p:spPr>
          <a:xfrm>
            <a:off x="7544355" y="1548726"/>
            <a:ext cx="609699" cy="164414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n-cs"/>
              </a:rPr>
              <a:t>language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8" name="직사각형 297">
            <a:extLst>
              <a:ext uri="{FF2B5EF4-FFF2-40B4-BE49-F238E27FC236}">
                <a16:creationId xmlns:a16="http://schemas.microsoft.com/office/drawing/2014/main" id="{8C6BB1A1-18CF-4EA5-8A2E-A50546A6E282}"/>
              </a:ext>
            </a:extLst>
          </p:cNvPr>
          <p:cNvSpPr/>
          <p:nvPr/>
        </p:nvSpPr>
        <p:spPr>
          <a:xfrm>
            <a:off x="8936917" y="1568710"/>
            <a:ext cx="194199" cy="159591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753DC250-ABBC-434C-95D6-AB71C05A250D}"/>
              </a:ext>
            </a:extLst>
          </p:cNvPr>
          <p:cNvSpPr txBox="1"/>
          <p:nvPr/>
        </p:nvSpPr>
        <p:spPr>
          <a:xfrm>
            <a:off x="6844395" y="1128154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FDD7231B-D3A7-4DC0-9371-F4EC6C90D0B8}"/>
              </a:ext>
            </a:extLst>
          </p:cNvPr>
          <p:cNvSpPr txBox="1"/>
          <p:nvPr/>
        </p:nvSpPr>
        <p:spPr>
          <a:xfrm>
            <a:off x="3495472" y="1136755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GUN SETTING</a:t>
            </a:r>
          </a:p>
        </p:txBody>
      </p:sp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F9A7CBB0-FE9C-4271-964F-D18DF8382504}"/>
              </a:ext>
            </a:extLst>
          </p:cNvPr>
          <p:cNvSpPr/>
          <p:nvPr/>
        </p:nvSpPr>
        <p:spPr>
          <a:xfrm>
            <a:off x="1802772" y="2204994"/>
            <a:ext cx="7093277" cy="3492424"/>
          </a:xfrm>
          <a:prstGeom prst="rect">
            <a:avLst/>
          </a:prstGeom>
          <a:solidFill>
            <a:srgbClr val="EEECE1">
              <a:lumMod val="90000"/>
            </a:srgbClr>
          </a:solidFill>
          <a:ln w="25400" cap="flat" cmpd="sng" algn="ctr">
            <a:solidFill>
              <a:srgbClr val="4F81BD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0AE73D8-1F78-4C39-AE3D-2C5DCCED6710}"/>
              </a:ext>
            </a:extLst>
          </p:cNvPr>
          <p:cNvCxnSpPr/>
          <p:nvPr/>
        </p:nvCxnSpPr>
        <p:spPr>
          <a:xfrm>
            <a:off x="1737438" y="1741387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303" name="그룹 302">
            <a:extLst>
              <a:ext uri="{FF2B5EF4-FFF2-40B4-BE49-F238E27FC236}">
                <a16:creationId xmlns:a16="http://schemas.microsoft.com/office/drawing/2014/main" id="{F4233B1C-6F36-468D-8973-D41A99293D4C}"/>
              </a:ext>
            </a:extLst>
          </p:cNvPr>
          <p:cNvGrpSpPr/>
          <p:nvPr/>
        </p:nvGrpSpPr>
        <p:grpSpPr>
          <a:xfrm>
            <a:off x="3404826" y="3536145"/>
            <a:ext cx="540000" cy="790619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304" name="빗면 71">
              <a:extLst>
                <a:ext uri="{FF2B5EF4-FFF2-40B4-BE49-F238E27FC236}">
                  <a16:creationId xmlns:a16="http://schemas.microsoft.com/office/drawing/2014/main" id="{F3E81EDE-613A-4E25-BC6F-D86E0B71028E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764F9D84-EC6B-4E7B-9B53-55C680DB424E}"/>
                </a:ext>
              </a:extLst>
            </p:cNvPr>
            <p:cNvSpPr txBox="1"/>
            <p:nvPr/>
          </p:nvSpPr>
          <p:spPr>
            <a:xfrm>
              <a:off x="1402822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1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306" name="그룹 305">
            <a:extLst>
              <a:ext uri="{FF2B5EF4-FFF2-40B4-BE49-F238E27FC236}">
                <a16:creationId xmlns:a16="http://schemas.microsoft.com/office/drawing/2014/main" id="{DE3E3E99-6AF6-4FC6-A184-F7FA82C14F00}"/>
              </a:ext>
            </a:extLst>
          </p:cNvPr>
          <p:cNvGrpSpPr/>
          <p:nvPr/>
        </p:nvGrpSpPr>
        <p:grpSpPr>
          <a:xfrm>
            <a:off x="5222600" y="4502293"/>
            <a:ext cx="570989" cy="805922"/>
            <a:chOff x="1373167" y="2522555"/>
            <a:chExt cx="570989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307" name="빗면 74">
              <a:extLst>
                <a:ext uri="{FF2B5EF4-FFF2-40B4-BE49-F238E27FC236}">
                  <a16:creationId xmlns:a16="http://schemas.microsoft.com/office/drawing/2014/main" id="{CADDF919-80E3-49BB-8D6D-BC747F7D6A71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BC75417D-C060-469F-9665-AA89F061ACCB}"/>
                </a:ext>
              </a:extLst>
            </p:cNvPr>
            <p:cNvSpPr txBox="1"/>
            <p:nvPr/>
          </p:nvSpPr>
          <p:spPr>
            <a:xfrm>
              <a:off x="1373167" y="2526979"/>
              <a:ext cx="57098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10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309" name="그룹 308">
            <a:extLst>
              <a:ext uri="{FF2B5EF4-FFF2-40B4-BE49-F238E27FC236}">
                <a16:creationId xmlns:a16="http://schemas.microsoft.com/office/drawing/2014/main" id="{FE3D083D-1913-40DA-A096-49054F7B06F8}"/>
              </a:ext>
            </a:extLst>
          </p:cNvPr>
          <p:cNvGrpSpPr/>
          <p:nvPr/>
        </p:nvGrpSpPr>
        <p:grpSpPr>
          <a:xfrm>
            <a:off x="5831792" y="4502293"/>
            <a:ext cx="570989" cy="805922"/>
            <a:chOff x="1373167" y="2522555"/>
            <a:chExt cx="570989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310" name="빗면 79">
              <a:extLst>
                <a:ext uri="{FF2B5EF4-FFF2-40B4-BE49-F238E27FC236}">
                  <a16:creationId xmlns:a16="http://schemas.microsoft.com/office/drawing/2014/main" id="{39A92C5F-6B98-4D14-AF0A-641659BF589D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61465B4A-BDB6-4375-A14A-0D5F51EDE0D5}"/>
                </a:ext>
              </a:extLst>
            </p:cNvPr>
            <p:cNvSpPr txBox="1"/>
            <p:nvPr/>
          </p:nvSpPr>
          <p:spPr>
            <a:xfrm>
              <a:off x="1373167" y="2526979"/>
              <a:ext cx="57098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11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312" name="그룹 311">
            <a:extLst>
              <a:ext uri="{FF2B5EF4-FFF2-40B4-BE49-F238E27FC236}">
                <a16:creationId xmlns:a16="http://schemas.microsoft.com/office/drawing/2014/main" id="{148646A1-FA28-484C-BD0E-19BA515A0984}"/>
              </a:ext>
            </a:extLst>
          </p:cNvPr>
          <p:cNvGrpSpPr/>
          <p:nvPr/>
        </p:nvGrpSpPr>
        <p:grpSpPr>
          <a:xfrm>
            <a:off x="6449602" y="4502293"/>
            <a:ext cx="570990" cy="805922"/>
            <a:chOff x="1373167" y="2522555"/>
            <a:chExt cx="57099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313" name="빗면 82">
              <a:extLst>
                <a:ext uri="{FF2B5EF4-FFF2-40B4-BE49-F238E27FC236}">
                  <a16:creationId xmlns:a16="http://schemas.microsoft.com/office/drawing/2014/main" id="{EEDC8424-429A-4F25-A4C6-D5BE7BFD7DC6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94AF758-8EA9-4975-B14B-83FD52896CA9}"/>
                </a:ext>
              </a:extLst>
            </p:cNvPr>
            <p:cNvSpPr txBox="1"/>
            <p:nvPr/>
          </p:nvSpPr>
          <p:spPr>
            <a:xfrm>
              <a:off x="1373167" y="2600931"/>
              <a:ext cx="570990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12</a:t>
              </a:r>
            </a:p>
          </p:txBody>
        </p:sp>
      </p:grpSp>
      <p:grpSp>
        <p:nvGrpSpPr>
          <p:cNvPr id="315" name="그룹 314">
            <a:extLst>
              <a:ext uri="{FF2B5EF4-FFF2-40B4-BE49-F238E27FC236}">
                <a16:creationId xmlns:a16="http://schemas.microsoft.com/office/drawing/2014/main" id="{F9016321-7927-4437-8C78-286240BC1384}"/>
              </a:ext>
            </a:extLst>
          </p:cNvPr>
          <p:cNvGrpSpPr/>
          <p:nvPr/>
        </p:nvGrpSpPr>
        <p:grpSpPr>
          <a:xfrm>
            <a:off x="4018777" y="3536145"/>
            <a:ext cx="540000" cy="790619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316" name="빗면 85">
              <a:extLst>
                <a:ext uri="{FF2B5EF4-FFF2-40B4-BE49-F238E27FC236}">
                  <a16:creationId xmlns:a16="http://schemas.microsoft.com/office/drawing/2014/main" id="{ECB6E1F0-A2B4-446A-B090-CF0521803A75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C616B49D-13BC-4B0F-AB22-785D3858D3B7}"/>
                </a:ext>
              </a:extLst>
            </p:cNvPr>
            <p:cNvSpPr txBox="1"/>
            <p:nvPr/>
          </p:nvSpPr>
          <p:spPr>
            <a:xfrm>
              <a:off x="1402822" y="2599567"/>
              <a:ext cx="511679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2</a:t>
              </a:r>
            </a:p>
          </p:txBody>
        </p:sp>
      </p:grpSp>
      <p:grpSp>
        <p:nvGrpSpPr>
          <p:cNvPr id="318" name="그룹 317">
            <a:extLst>
              <a:ext uri="{FF2B5EF4-FFF2-40B4-BE49-F238E27FC236}">
                <a16:creationId xmlns:a16="http://schemas.microsoft.com/office/drawing/2014/main" id="{BE435E59-48A8-4A73-B73B-DCE6F4B89CB3}"/>
              </a:ext>
            </a:extLst>
          </p:cNvPr>
          <p:cNvGrpSpPr/>
          <p:nvPr/>
        </p:nvGrpSpPr>
        <p:grpSpPr>
          <a:xfrm>
            <a:off x="4630348" y="3536145"/>
            <a:ext cx="540000" cy="790619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319" name="빗면 88">
              <a:extLst>
                <a:ext uri="{FF2B5EF4-FFF2-40B4-BE49-F238E27FC236}">
                  <a16:creationId xmlns:a16="http://schemas.microsoft.com/office/drawing/2014/main" id="{DCA409DB-B36E-4A40-A8B6-B45A879614D6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CCCA54BB-90E6-4793-9D51-DEEB10AB8E60}"/>
                </a:ext>
              </a:extLst>
            </p:cNvPr>
            <p:cNvSpPr txBox="1"/>
            <p:nvPr/>
          </p:nvSpPr>
          <p:spPr>
            <a:xfrm>
              <a:off x="1402822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3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321" name="그룹 320">
            <a:extLst>
              <a:ext uri="{FF2B5EF4-FFF2-40B4-BE49-F238E27FC236}">
                <a16:creationId xmlns:a16="http://schemas.microsoft.com/office/drawing/2014/main" id="{F764D2F1-856E-4059-B5CD-0AFA100EBC5F}"/>
              </a:ext>
            </a:extLst>
          </p:cNvPr>
          <p:cNvGrpSpPr/>
          <p:nvPr/>
        </p:nvGrpSpPr>
        <p:grpSpPr>
          <a:xfrm>
            <a:off x="5238094" y="3536145"/>
            <a:ext cx="540000" cy="790619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322" name="빗면 91">
              <a:extLst>
                <a:ext uri="{FF2B5EF4-FFF2-40B4-BE49-F238E27FC236}">
                  <a16:creationId xmlns:a16="http://schemas.microsoft.com/office/drawing/2014/main" id="{3EDD6C8B-87ED-425E-B088-BDF986CB247E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D57C841-A4D6-4F8F-81DA-80E88B5C26BA}"/>
                </a:ext>
              </a:extLst>
            </p:cNvPr>
            <p:cNvSpPr txBox="1"/>
            <p:nvPr/>
          </p:nvSpPr>
          <p:spPr>
            <a:xfrm>
              <a:off x="1402822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4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324" name="그룹 323">
            <a:extLst>
              <a:ext uri="{FF2B5EF4-FFF2-40B4-BE49-F238E27FC236}">
                <a16:creationId xmlns:a16="http://schemas.microsoft.com/office/drawing/2014/main" id="{D5A01DC9-A547-4A3C-A6FE-8D972CA53DA0}"/>
              </a:ext>
            </a:extLst>
          </p:cNvPr>
          <p:cNvGrpSpPr/>
          <p:nvPr/>
        </p:nvGrpSpPr>
        <p:grpSpPr>
          <a:xfrm>
            <a:off x="5847286" y="3536145"/>
            <a:ext cx="540000" cy="790619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325" name="빗면 94">
              <a:extLst>
                <a:ext uri="{FF2B5EF4-FFF2-40B4-BE49-F238E27FC236}">
                  <a16:creationId xmlns:a16="http://schemas.microsoft.com/office/drawing/2014/main" id="{F755D50A-42E1-4E68-B5E9-5BAB4CDA2F84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2AEA76AB-C09C-4806-89E3-B5E5788216B6}"/>
                </a:ext>
              </a:extLst>
            </p:cNvPr>
            <p:cNvSpPr txBox="1"/>
            <p:nvPr/>
          </p:nvSpPr>
          <p:spPr>
            <a:xfrm>
              <a:off x="1402822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5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327" name="그룹 326">
            <a:extLst>
              <a:ext uri="{FF2B5EF4-FFF2-40B4-BE49-F238E27FC236}">
                <a16:creationId xmlns:a16="http://schemas.microsoft.com/office/drawing/2014/main" id="{FCD341A0-D0E6-45E9-9C16-1603024CD765}"/>
              </a:ext>
            </a:extLst>
          </p:cNvPr>
          <p:cNvGrpSpPr/>
          <p:nvPr/>
        </p:nvGrpSpPr>
        <p:grpSpPr>
          <a:xfrm>
            <a:off x="6465097" y="3536145"/>
            <a:ext cx="540000" cy="790619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328" name="빗면 97">
              <a:extLst>
                <a:ext uri="{FF2B5EF4-FFF2-40B4-BE49-F238E27FC236}">
                  <a16:creationId xmlns:a16="http://schemas.microsoft.com/office/drawing/2014/main" id="{2B4AFAD2-2A01-4994-8771-6A989E0C9580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1677604D-5A3A-4166-9169-F93DD5753ABB}"/>
                </a:ext>
              </a:extLst>
            </p:cNvPr>
            <p:cNvSpPr txBox="1"/>
            <p:nvPr/>
          </p:nvSpPr>
          <p:spPr>
            <a:xfrm>
              <a:off x="1402822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6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330" name="그룹 329">
            <a:extLst>
              <a:ext uri="{FF2B5EF4-FFF2-40B4-BE49-F238E27FC236}">
                <a16:creationId xmlns:a16="http://schemas.microsoft.com/office/drawing/2014/main" id="{270010F1-2C71-443C-B875-76E87F2B6831}"/>
              </a:ext>
            </a:extLst>
          </p:cNvPr>
          <p:cNvGrpSpPr/>
          <p:nvPr/>
        </p:nvGrpSpPr>
        <p:grpSpPr>
          <a:xfrm>
            <a:off x="3404826" y="4502293"/>
            <a:ext cx="540000" cy="805922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331" name="빗면 100">
              <a:extLst>
                <a:ext uri="{FF2B5EF4-FFF2-40B4-BE49-F238E27FC236}">
                  <a16:creationId xmlns:a16="http://schemas.microsoft.com/office/drawing/2014/main" id="{2F3ED727-A8F1-4E3C-873E-495C2854B44E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18952C31-19AD-4D30-95EA-3525F2C87F40}"/>
                </a:ext>
              </a:extLst>
            </p:cNvPr>
            <p:cNvSpPr txBox="1"/>
            <p:nvPr/>
          </p:nvSpPr>
          <p:spPr>
            <a:xfrm>
              <a:off x="1402821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7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333" name="그룹 332">
            <a:extLst>
              <a:ext uri="{FF2B5EF4-FFF2-40B4-BE49-F238E27FC236}">
                <a16:creationId xmlns:a16="http://schemas.microsoft.com/office/drawing/2014/main" id="{EE7CE8BE-806C-4F5E-B02A-A0A254338126}"/>
              </a:ext>
            </a:extLst>
          </p:cNvPr>
          <p:cNvGrpSpPr/>
          <p:nvPr/>
        </p:nvGrpSpPr>
        <p:grpSpPr>
          <a:xfrm>
            <a:off x="4018777" y="4502293"/>
            <a:ext cx="540000" cy="805922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334" name="빗면 103">
              <a:extLst>
                <a:ext uri="{FF2B5EF4-FFF2-40B4-BE49-F238E27FC236}">
                  <a16:creationId xmlns:a16="http://schemas.microsoft.com/office/drawing/2014/main" id="{0712ED6D-16B4-447C-A8D3-AE8D26DDE4B5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1D892AD2-FAC1-459A-8C20-D1495BF6733C}"/>
                </a:ext>
              </a:extLst>
            </p:cNvPr>
            <p:cNvSpPr txBox="1"/>
            <p:nvPr/>
          </p:nvSpPr>
          <p:spPr>
            <a:xfrm>
              <a:off x="1402821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8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336" name="그룹 335">
            <a:extLst>
              <a:ext uri="{FF2B5EF4-FFF2-40B4-BE49-F238E27FC236}">
                <a16:creationId xmlns:a16="http://schemas.microsoft.com/office/drawing/2014/main" id="{317DC84D-4948-4DC2-9D23-2F20FAA83835}"/>
              </a:ext>
            </a:extLst>
          </p:cNvPr>
          <p:cNvGrpSpPr/>
          <p:nvPr/>
        </p:nvGrpSpPr>
        <p:grpSpPr>
          <a:xfrm>
            <a:off x="4630348" y="4502293"/>
            <a:ext cx="540000" cy="805922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337" name="빗면 106">
              <a:extLst>
                <a:ext uri="{FF2B5EF4-FFF2-40B4-BE49-F238E27FC236}">
                  <a16:creationId xmlns:a16="http://schemas.microsoft.com/office/drawing/2014/main" id="{722987FF-3C86-493B-854A-EB6840D169AF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991C328F-A560-4D5A-8ADA-9BB9B2649660}"/>
                </a:ext>
              </a:extLst>
            </p:cNvPr>
            <p:cNvSpPr txBox="1"/>
            <p:nvPr/>
          </p:nvSpPr>
          <p:spPr>
            <a:xfrm>
              <a:off x="1402821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9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sp>
        <p:nvSpPr>
          <p:cNvPr id="339" name="빗면 111">
            <a:extLst>
              <a:ext uri="{FF2B5EF4-FFF2-40B4-BE49-F238E27FC236}">
                <a16:creationId xmlns:a16="http://schemas.microsoft.com/office/drawing/2014/main" id="{68F678C4-B5B7-4395-8924-D64E771A913F}"/>
              </a:ext>
            </a:extLst>
          </p:cNvPr>
          <p:cNvSpPr>
            <a:spLocks/>
          </p:cNvSpPr>
          <p:nvPr/>
        </p:nvSpPr>
        <p:spPr>
          <a:xfrm>
            <a:off x="3255600" y="2373749"/>
            <a:ext cx="1761102" cy="857511"/>
          </a:xfrm>
          <a:prstGeom prst="bevel">
            <a:avLst/>
          </a:prstGeom>
          <a:solidFill>
            <a:srgbClr val="9BBB59">
              <a:lumMod val="60000"/>
              <a:lumOff val="40000"/>
            </a:srgb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ALL ON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0" name="빗면 112">
            <a:extLst>
              <a:ext uri="{FF2B5EF4-FFF2-40B4-BE49-F238E27FC236}">
                <a16:creationId xmlns:a16="http://schemas.microsoft.com/office/drawing/2014/main" id="{89815EC4-ADAD-4551-914D-AB7ECD7C6740}"/>
              </a:ext>
            </a:extLst>
          </p:cNvPr>
          <p:cNvSpPr>
            <a:spLocks/>
          </p:cNvSpPr>
          <p:nvPr/>
        </p:nvSpPr>
        <p:spPr>
          <a:xfrm>
            <a:off x="5122482" y="2363972"/>
            <a:ext cx="1736807" cy="857511"/>
          </a:xfrm>
          <a:prstGeom prst="bevel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ALL OFF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4" name="빗면 70">
            <a:extLst>
              <a:ext uri="{FF2B5EF4-FFF2-40B4-BE49-F238E27FC236}">
                <a16:creationId xmlns:a16="http://schemas.microsoft.com/office/drawing/2014/main" id="{0C04D7D4-EB98-48C7-AB3A-DA8FDB61A158}"/>
              </a:ext>
            </a:extLst>
          </p:cNvPr>
          <p:cNvSpPr>
            <a:spLocks/>
          </p:cNvSpPr>
          <p:nvPr/>
        </p:nvSpPr>
        <p:spPr>
          <a:xfrm>
            <a:off x="1771323" y="1769757"/>
            <a:ext cx="1800000" cy="360000"/>
          </a:xfrm>
          <a:prstGeom prst="bevel">
            <a:avLst/>
          </a:prstGeom>
          <a:solidFill>
            <a:srgbClr val="FFFF66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1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GUN SETTING</a:t>
            </a:r>
            <a:endParaRPr lang="ko-KR" altLang="en-US" sz="1100" b="1" kern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345" name="빗면 71">
            <a:extLst>
              <a:ext uri="{FF2B5EF4-FFF2-40B4-BE49-F238E27FC236}">
                <a16:creationId xmlns:a16="http://schemas.microsoft.com/office/drawing/2014/main" id="{F96BA0EF-08F0-4185-BC1B-DD43CAD201D9}"/>
              </a:ext>
            </a:extLst>
          </p:cNvPr>
          <p:cNvSpPr>
            <a:spLocks/>
          </p:cNvSpPr>
          <p:nvPr/>
        </p:nvSpPr>
        <p:spPr>
          <a:xfrm>
            <a:off x="4225219" y="1769757"/>
            <a:ext cx="1800000" cy="360000"/>
          </a:xfrm>
          <a:prstGeom prst="bevel">
            <a:avLst/>
          </a:prstGeom>
          <a:solidFill>
            <a:srgbClr val="00FF00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1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MANUAL OPERATION</a:t>
            </a:r>
            <a:endParaRPr lang="ko-KR" altLang="en-US" sz="1100" b="1" kern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346" name="빗면 72">
            <a:extLst>
              <a:ext uri="{FF2B5EF4-FFF2-40B4-BE49-F238E27FC236}">
                <a16:creationId xmlns:a16="http://schemas.microsoft.com/office/drawing/2014/main" id="{CD37E301-57B3-4847-9916-1A983A7D5301}"/>
              </a:ext>
            </a:extLst>
          </p:cNvPr>
          <p:cNvSpPr>
            <a:spLocks/>
          </p:cNvSpPr>
          <p:nvPr/>
        </p:nvSpPr>
        <p:spPr>
          <a:xfrm>
            <a:off x="6679115" y="1769757"/>
            <a:ext cx="1800000" cy="360000"/>
          </a:xfrm>
          <a:prstGeom prst="bevel">
            <a:avLst/>
          </a:prstGeom>
          <a:solidFill>
            <a:srgbClr val="FFFF66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USE/UNUSED SELECT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373508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F3F75BA2-2932-4AAD-85EE-4298C0FA22B2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GUN SETTING (3)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8D4443E-FF25-4022-8CB1-E83EF777613E}"/>
              </a:ext>
            </a:extLst>
          </p:cNvPr>
          <p:cNvSpPr/>
          <p:nvPr/>
        </p:nvSpPr>
        <p:spPr>
          <a:xfrm>
            <a:off x="776288" y="1092938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0C9D35E-5E5C-4A8F-8BFD-BA7D5E2711A6}"/>
              </a:ext>
            </a:extLst>
          </p:cNvPr>
          <p:cNvSpPr/>
          <p:nvPr/>
        </p:nvSpPr>
        <p:spPr>
          <a:xfrm>
            <a:off x="776288" y="1092938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ACEFDE2C-3C37-4B63-BBF0-7290CCA5F2E3}"/>
              </a:ext>
            </a:extLst>
          </p:cNvPr>
          <p:cNvGrpSpPr/>
          <p:nvPr/>
        </p:nvGrpSpPr>
        <p:grpSpPr>
          <a:xfrm>
            <a:off x="788952" y="3543604"/>
            <a:ext cx="936000" cy="450000"/>
            <a:chOff x="395536" y="3731115"/>
            <a:chExt cx="936000" cy="468000"/>
          </a:xfrm>
        </p:grpSpPr>
        <p:sp>
          <p:nvSpPr>
            <p:cNvPr id="109" name="빗면 32">
              <a:extLst>
                <a:ext uri="{FF2B5EF4-FFF2-40B4-BE49-F238E27FC236}">
                  <a16:creationId xmlns:a16="http://schemas.microsoft.com/office/drawing/2014/main" id="{9F92E34D-4008-4840-892C-03B6209E5713}"/>
                </a:ext>
              </a:extLst>
            </p:cNvPr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0" name="그림 109">
              <a:extLst>
                <a:ext uri="{FF2B5EF4-FFF2-40B4-BE49-F238E27FC236}">
                  <a16:creationId xmlns:a16="http://schemas.microsoft.com/office/drawing/2014/main" id="{31BC2417-AB73-408B-80E7-E75CE13B3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112" name="그림 111">
              <a:extLst>
                <a:ext uri="{FF2B5EF4-FFF2-40B4-BE49-F238E27FC236}">
                  <a16:creationId xmlns:a16="http://schemas.microsoft.com/office/drawing/2014/main" id="{25E46BA7-3022-47A8-B52F-6AA1FB50C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5F9D2261-E89B-48A2-931F-CF0AB77D5C06}"/>
              </a:ext>
            </a:extLst>
          </p:cNvPr>
          <p:cNvGrpSpPr/>
          <p:nvPr/>
        </p:nvGrpSpPr>
        <p:grpSpPr>
          <a:xfrm>
            <a:off x="788952" y="4895266"/>
            <a:ext cx="936000" cy="450000"/>
            <a:chOff x="403799" y="5149683"/>
            <a:chExt cx="936000" cy="468000"/>
          </a:xfrm>
        </p:grpSpPr>
        <p:sp>
          <p:nvSpPr>
            <p:cNvPr id="114" name="빗면 77">
              <a:extLst>
                <a:ext uri="{FF2B5EF4-FFF2-40B4-BE49-F238E27FC236}">
                  <a16:creationId xmlns:a16="http://schemas.microsoft.com/office/drawing/2014/main" id="{6EC82ACE-35CA-4753-88E3-8E1AEDED99C2}"/>
                </a:ext>
              </a:extLst>
            </p:cNvPr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6" name="그림 115">
              <a:extLst>
                <a:ext uri="{FF2B5EF4-FFF2-40B4-BE49-F238E27FC236}">
                  <a16:creationId xmlns:a16="http://schemas.microsoft.com/office/drawing/2014/main" id="{E841B4F9-6D63-45C5-BF7D-0CDF685D4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6AB8E24C-4082-4019-9E0F-B3B4425E0975}"/>
              </a:ext>
            </a:extLst>
          </p:cNvPr>
          <p:cNvGrpSpPr/>
          <p:nvPr/>
        </p:nvGrpSpPr>
        <p:grpSpPr>
          <a:xfrm>
            <a:off x="788952" y="5345818"/>
            <a:ext cx="936000" cy="450000"/>
            <a:chOff x="395536" y="5625295"/>
            <a:chExt cx="936000" cy="468000"/>
          </a:xfrm>
        </p:grpSpPr>
        <p:sp>
          <p:nvSpPr>
            <p:cNvPr id="118" name="빗면 36">
              <a:extLst>
                <a:ext uri="{FF2B5EF4-FFF2-40B4-BE49-F238E27FC236}">
                  <a16:creationId xmlns:a16="http://schemas.microsoft.com/office/drawing/2014/main" id="{09F6BB68-B613-4F19-9BDC-7506C52619A9}"/>
                </a:ext>
              </a:extLst>
            </p:cNvPr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9" name="왼쪽 화살표 1034">
              <a:extLst>
                <a:ext uri="{FF2B5EF4-FFF2-40B4-BE49-F238E27FC236}">
                  <a16:creationId xmlns:a16="http://schemas.microsoft.com/office/drawing/2014/main" id="{D0323847-98CC-494D-AE90-E2A393D16163}"/>
                </a:ext>
              </a:extLst>
            </p:cNvPr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105311BB-7ECB-4EDD-ACC8-9C5D4F962A84}"/>
              </a:ext>
            </a:extLst>
          </p:cNvPr>
          <p:cNvGrpSpPr/>
          <p:nvPr/>
        </p:nvGrpSpPr>
        <p:grpSpPr>
          <a:xfrm>
            <a:off x="788952" y="1741388"/>
            <a:ext cx="936000" cy="450000"/>
            <a:chOff x="395536" y="1844823"/>
            <a:chExt cx="936000" cy="468000"/>
          </a:xfrm>
        </p:grpSpPr>
        <p:sp>
          <p:nvSpPr>
            <p:cNvPr id="127" name="빗면 28">
              <a:extLst>
                <a:ext uri="{FF2B5EF4-FFF2-40B4-BE49-F238E27FC236}">
                  <a16:creationId xmlns:a16="http://schemas.microsoft.com/office/drawing/2014/main" id="{F04EB064-9792-48D9-87B9-5293D2A18C5C}"/>
                </a:ext>
              </a:extLst>
            </p:cNvPr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28" name="그림 127">
              <a:extLst>
                <a:ext uri="{FF2B5EF4-FFF2-40B4-BE49-F238E27FC236}">
                  <a16:creationId xmlns:a16="http://schemas.microsoft.com/office/drawing/2014/main" id="{EB836F1E-CAB3-4430-8637-FC383E5A7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633FEC8-9CAE-4BF1-B8DB-C07864FAD9DC}"/>
              </a:ext>
            </a:extLst>
          </p:cNvPr>
          <p:cNvGrpSpPr/>
          <p:nvPr/>
        </p:nvGrpSpPr>
        <p:grpSpPr>
          <a:xfrm>
            <a:off x="788952" y="4444712"/>
            <a:ext cx="936000" cy="450000"/>
            <a:chOff x="395536" y="4674261"/>
            <a:chExt cx="936000" cy="468000"/>
          </a:xfrm>
        </p:grpSpPr>
        <p:sp>
          <p:nvSpPr>
            <p:cNvPr id="130" name="빗면 34">
              <a:extLst>
                <a:ext uri="{FF2B5EF4-FFF2-40B4-BE49-F238E27FC236}">
                  <a16:creationId xmlns:a16="http://schemas.microsoft.com/office/drawing/2014/main" id="{8901F929-4CE9-42F0-BF66-FC90DCFE6386}"/>
                </a:ext>
              </a:extLst>
            </p:cNvPr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1" name="그림 130">
              <a:extLst>
                <a:ext uri="{FF2B5EF4-FFF2-40B4-BE49-F238E27FC236}">
                  <a16:creationId xmlns:a16="http://schemas.microsoft.com/office/drawing/2014/main" id="{B078A521-1241-4A3F-98D4-4CE0C99EC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B32EE8D3-43CF-4428-A707-E1FEC044904A}"/>
              </a:ext>
            </a:extLst>
          </p:cNvPr>
          <p:cNvSpPr txBox="1"/>
          <p:nvPr/>
        </p:nvSpPr>
        <p:spPr>
          <a:xfrm>
            <a:off x="798293" y="1510436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C84A34E0-322B-45F6-BF5C-B02A75100799}"/>
              </a:ext>
            </a:extLst>
          </p:cNvPr>
          <p:cNvGrpSpPr/>
          <p:nvPr/>
        </p:nvGrpSpPr>
        <p:grpSpPr>
          <a:xfrm>
            <a:off x="788952" y="3093050"/>
            <a:ext cx="936000" cy="450000"/>
            <a:chOff x="410776" y="3498167"/>
            <a:chExt cx="936000" cy="432000"/>
          </a:xfrm>
        </p:grpSpPr>
        <p:sp>
          <p:nvSpPr>
            <p:cNvPr id="134" name="빗면 31">
              <a:extLst>
                <a:ext uri="{FF2B5EF4-FFF2-40B4-BE49-F238E27FC236}">
                  <a16:creationId xmlns:a16="http://schemas.microsoft.com/office/drawing/2014/main" id="{E2FC68DB-BEC0-4E6F-8243-08A734804436}"/>
                </a:ext>
              </a:extLst>
            </p:cNvPr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5" name="그림 134">
              <a:extLst>
                <a:ext uri="{FF2B5EF4-FFF2-40B4-BE49-F238E27FC236}">
                  <a16:creationId xmlns:a16="http://schemas.microsoft.com/office/drawing/2014/main" id="{DA090603-DBBD-49C1-B043-ECA2EFF40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9C862F8D-706B-494E-82FD-D25D2C8F5A15}"/>
              </a:ext>
            </a:extLst>
          </p:cNvPr>
          <p:cNvGrpSpPr/>
          <p:nvPr/>
        </p:nvGrpSpPr>
        <p:grpSpPr>
          <a:xfrm>
            <a:off x="788952" y="2191942"/>
            <a:ext cx="936000" cy="450000"/>
            <a:chOff x="410776" y="2635965"/>
            <a:chExt cx="936000" cy="432000"/>
          </a:xfrm>
        </p:grpSpPr>
        <p:sp>
          <p:nvSpPr>
            <p:cNvPr id="137" name="빗면 29">
              <a:extLst>
                <a:ext uri="{FF2B5EF4-FFF2-40B4-BE49-F238E27FC236}">
                  <a16:creationId xmlns:a16="http://schemas.microsoft.com/office/drawing/2014/main" id="{4459C4FD-DD01-474B-BCA0-3EE4AFCD3986}"/>
                </a:ext>
              </a:extLst>
            </p:cNvPr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8" name="그림 137">
              <a:extLst>
                <a:ext uri="{FF2B5EF4-FFF2-40B4-BE49-F238E27FC236}">
                  <a16:creationId xmlns:a16="http://schemas.microsoft.com/office/drawing/2014/main" id="{3DCBC27C-F2D7-4011-82B4-9D170A98E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3A27DD5D-B03A-44E0-A4B3-E0993F294AA3}"/>
              </a:ext>
            </a:extLst>
          </p:cNvPr>
          <p:cNvGrpSpPr/>
          <p:nvPr/>
        </p:nvGrpSpPr>
        <p:grpSpPr>
          <a:xfrm>
            <a:off x="788952" y="2642496"/>
            <a:ext cx="936000" cy="450000"/>
            <a:chOff x="410776" y="3067066"/>
            <a:chExt cx="936000" cy="432000"/>
          </a:xfrm>
        </p:grpSpPr>
        <p:sp>
          <p:nvSpPr>
            <p:cNvPr id="140" name="빗면 30">
              <a:extLst>
                <a:ext uri="{FF2B5EF4-FFF2-40B4-BE49-F238E27FC236}">
                  <a16:creationId xmlns:a16="http://schemas.microsoft.com/office/drawing/2014/main" id="{372DC8C0-F19E-4DE1-A750-245E4AEFCD8F}"/>
                </a:ext>
              </a:extLst>
            </p:cNvPr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41" name="그림 140">
              <a:extLst>
                <a:ext uri="{FF2B5EF4-FFF2-40B4-BE49-F238E27FC236}">
                  <a16:creationId xmlns:a16="http://schemas.microsoft.com/office/drawing/2014/main" id="{6D05E19E-7B29-4040-88AE-FA59E7CD6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142" name="그림 141">
              <a:extLst>
                <a:ext uri="{FF2B5EF4-FFF2-40B4-BE49-F238E27FC236}">
                  <a16:creationId xmlns:a16="http://schemas.microsoft.com/office/drawing/2014/main" id="{B34B06B8-EBE5-4882-97A4-F063B82D5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143" name="그림 142">
              <a:extLst>
                <a:ext uri="{FF2B5EF4-FFF2-40B4-BE49-F238E27FC236}">
                  <a16:creationId xmlns:a16="http://schemas.microsoft.com/office/drawing/2014/main" id="{4EFD0D66-E021-4BCF-B3A9-81E34AD72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A979A36E-4903-4F2A-94EC-B0F5B271F9BB}"/>
              </a:ext>
            </a:extLst>
          </p:cNvPr>
          <p:cNvGrpSpPr/>
          <p:nvPr/>
        </p:nvGrpSpPr>
        <p:grpSpPr>
          <a:xfrm>
            <a:off x="788952" y="3994158"/>
            <a:ext cx="936000" cy="450000"/>
            <a:chOff x="410776" y="4360369"/>
            <a:chExt cx="936000" cy="432000"/>
          </a:xfrm>
        </p:grpSpPr>
        <p:sp>
          <p:nvSpPr>
            <p:cNvPr id="145" name="빗면 33">
              <a:extLst>
                <a:ext uri="{FF2B5EF4-FFF2-40B4-BE49-F238E27FC236}">
                  <a16:creationId xmlns:a16="http://schemas.microsoft.com/office/drawing/2014/main" id="{EB7CF525-762F-46B4-BB3B-0A95AA384941}"/>
                </a:ext>
              </a:extLst>
            </p:cNvPr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46" name="그림 145">
              <a:extLst>
                <a:ext uri="{FF2B5EF4-FFF2-40B4-BE49-F238E27FC236}">
                  <a16:creationId xmlns:a16="http://schemas.microsoft.com/office/drawing/2014/main" id="{648880CA-86E2-4811-8548-91944CB75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20A47F63-B0E1-49B7-BA1A-AFA4E2076851}"/>
              </a:ext>
            </a:extLst>
          </p:cNvPr>
          <p:cNvGrpSpPr/>
          <p:nvPr/>
        </p:nvGrpSpPr>
        <p:grpSpPr>
          <a:xfrm>
            <a:off x="788952" y="5345818"/>
            <a:ext cx="936000" cy="450000"/>
            <a:chOff x="399664" y="5640976"/>
            <a:chExt cx="936000" cy="450000"/>
          </a:xfrm>
        </p:grpSpPr>
        <p:sp>
          <p:nvSpPr>
            <p:cNvPr id="148" name="빗면 49">
              <a:extLst>
                <a:ext uri="{FF2B5EF4-FFF2-40B4-BE49-F238E27FC236}">
                  <a16:creationId xmlns:a16="http://schemas.microsoft.com/office/drawing/2014/main" id="{9C539599-39A3-4471-AC76-085CF9B2B3E2}"/>
                </a:ext>
              </a:extLst>
            </p:cNvPr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49" name="그림 148">
              <a:extLst>
                <a:ext uri="{FF2B5EF4-FFF2-40B4-BE49-F238E27FC236}">
                  <a16:creationId xmlns:a16="http://schemas.microsoft.com/office/drawing/2014/main" id="{5B9E4243-E0B6-4934-AAC5-39936954C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EDD548EF-5C3A-4BC0-A393-2AECFA315C0C}"/>
              </a:ext>
            </a:extLst>
          </p:cNvPr>
          <p:cNvSpPr/>
          <p:nvPr/>
        </p:nvSpPr>
        <p:spPr>
          <a:xfrm>
            <a:off x="771613" y="1549666"/>
            <a:ext cx="7200000" cy="180000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56AE8C9B-AC6D-4E32-989E-42AEED45E5CA}"/>
              </a:ext>
            </a:extLst>
          </p:cNvPr>
          <p:cNvSpPr/>
          <p:nvPr/>
        </p:nvSpPr>
        <p:spPr>
          <a:xfrm>
            <a:off x="771613" y="1549664"/>
            <a:ext cx="7200000" cy="90000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2FB97DDA-382C-44C0-A7B6-B460B98901FE}"/>
              </a:ext>
            </a:extLst>
          </p:cNvPr>
          <p:cNvCxnSpPr/>
          <p:nvPr/>
        </p:nvCxnSpPr>
        <p:spPr>
          <a:xfrm>
            <a:off x="776288" y="1549666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B942DF39-969D-46A6-B7BE-77BD034B0B04}"/>
              </a:ext>
            </a:extLst>
          </p:cNvPr>
          <p:cNvCxnSpPr/>
          <p:nvPr/>
        </p:nvCxnSpPr>
        <p:spPr>
          <a:xfrm>
            <a:off x="771613" y="1733940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DF202A0A-631F-46CA-A823-C4D789222F7D}"/>
              </a:ext>
            </a:extLst>
          </p:cNvPr>
          <p:cNvSpPr txBox="1"/>
          <p:nvPr/>
        </p:nvSpPr>
        <p:spPr>
          <a:xfrm>
            <a:off x="798293" y="1510436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2E549D53-2D2B-4202-8698-0ECE1CE09468}"/>
              </a:ext>
            </a:extLst>
          </p:cNvPr>
          <p:cNvCxnSpPr/>
          <p:nvPr/>
        </p:nvCxnSpPr>
        <p:spPr>
          <a:xfrm rot="5400000">
            <a:off x="7886100" y="1639666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31D88300-C0EA-4E05-AA6D-8C31A42BC1FA}"/>
              </a:ext>
            </a:extLst>
          </p:cNvPr>
          <p:cNvSpPr txBox="1"/>
          <p:nvPr/>
        </p:nvSpPr>
        <p:spPr>
          <a:xfrm>
            <a:off x="771613" y="1175108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D2B2545D-56B9-44CE-BFC5-EEDA540CCC21}"/>
              </a:ext>
            </a:extLst>
          </p:cNvPr>
          <p:cNvCxnSpPr>
            <a:cxnSpLocks/>
          </p:cNvCxnSpPr>
          <p:nvPr/>
        </p:nvCxnSpPr>
        <p:spPr>
          <a:xfrm>
            <a:off x="776288" y="1549666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8C472520-CDBF-448E-9A8F-FC0F4CEBD187}"/>
              </a:ext>
            </a:extLst>
          </p:cNvPr>
          <p:cNvCxnSpPr>
            <a:cxnSpLocks/>
          </p:cNvCxnSpPr>
          <p:nvPr/>
        </p:nvCxnSpPr>
        <p:spPr>
          <a:xfrm rot="5400000">
            <a:off x="7886100" y="1639666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00179FDB-F962-44C1-938D-C4FD82049CAC}"/>
              </a:ext>
            </a:extLst>
          </p:cNvPr>
          <p:cNvSpPr txBox="1"/>
          <p:nvPr/>
        </p:nvSpPr>
        <p:spPr>
          <a:xfrm>
            <a:off x="8295207" y="1529896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prstClr val="black"/>
                </a:solidFill>
                <a:latin typeface="맑은 고딕"/>
              </a:rPr>
              <a:t>ENG</a:t>
            </a:r>
            <a:endParaRPr lang="en-US" altLang="ko-KR" sz="9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68879EF-1BF0-432B-B6EC-2082D7CABF8D}"/>
              </a:ext>
            </a:extLst>
          </p:cNvPr>
          <p:cNvSpPr txBox="1"/>
          <p:nvPr/>
        </p:nvSpPr>
        <p:spPr>
          <a:xfrm>
            <a:off x="4076270" y="1136636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sp>
        <p:nvSpPr>
          <p:cNvPr id="161" name="빗면 7">
            <a:extLst>
              <a:ext uri="{FF2B5EF4-FFF2-40B4-BE49-F238E27FC236}">
                <a16:creationId xmlns:a16="http://schemas.microsoft.com/office/drawing/2014/main" id="{335AC273-2D7C-4520-BCF2-55B5D10A1C3E}"/>
              </a:ext>
            </a:extLst>
          </p:cNvPr>
          <p:cNvSpPr/>
          <p:nvPr/>
        </p:nvSpPr>
        <p:spPr>
          <a:xfrm>
            <a:off x="3186881" y="1110218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3AF6C31E-078D-470D-B6F3-481E1493D56F}"/>
              </a:ext>
            </a:extLst>
          </p:cNvPr>
          <p:cNvSpPr/>
          <p:nvPr/>
        </p:nvSpPr>
        <p:spPr>
          <a:xfrm>
            <a:off x="7544355" y="1548607"/>
            <a:ext cx="609699" cy="164414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n-cs"/>
              </a:rPr>
              <a:t>language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47354122-4CCF-43CC-ABD5-291575654438}"/>
              </a:ext>
            </a:extLst>
          </p:cNvPr>
          <p:cNvSpPr/>
          <p:nvPr/>
        </p:nvSpPr>
        <p:spPr>
          <a:xfrm>
            <a:off x="8936917" y="1568591"/>
            <a:ext cx="194199" cy="159591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D0112433-A16B-4D26-A850-E71F56BA149B}"/>
              </a:ext>
            </a:extLst>
          </p:cNvPr>
          <p:cNvSpPr txBox="1"/>
          <p:nvPr/>
        </p:nvSpPr>
        <p:spPr>
          <a:xfrm>
            <a:off x="6844395" y="1128035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61393EC-9709-4AAE-AD9B-62C409701A9F}"/>
              </a:ext>
            </a:extLst>
          </p:cNvPr>
          <p:cNvSpPr txBox="1"/>
          <p:nvPr/>
        </p:nvSpPr>
        <p:spPr>
          <a:xfrm>
            <a:off x="3495472" y="1136636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GUN SETTING</a:t>
            </a:r>
          </a:p>
        </p:txBody>
      </p: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746A61AD-E2D9-4844-9842-766B623F27FD}"/>
              </a:ext>
            </a:extLst>
          </p:cNvPr>
          <p:cNvCxnSpPr/>
          <p:nvPr/>
        </p:nvCxnSpPr>
        <p:spPr>
          <a:xfrm>
            <a:off x="1737438" y="1741387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81E1D588-3D4B-465E-B60B-A96D4DF979BC}"/>
              </a:ext>
            </a:extLst>
          </p:cNvPr>
          <p:cNvSpPr/>
          <p:nvPr/>
        </p:nvSpPr>
        <p:spPr>
          <a:xfrm>
            <a:off x="1802772" y="2204994"/>
            <a:ext cx="7093277" cy="3492424"/>
          </a:xfrm>
          <a:prstGeom prst="rect">
            <a:avLst/>
          </a:prstGeom>
          <a:solidFill>
            <a:srgbClr val="EEECE1">
              <a:lumMod val="90000"/>
            </a:srgbClr>
          </a:solidFill>
          <a:ln w="25400" cap="flat" cmpd="sng" algn="ctr">
            <a:solidFill>
              <a:srgbClr val="4F81BD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63E57304-E7BF-4B4A-990F-A55C704CC982}"/>
              </a:ext>
            </a:extLst>
          </p:cNvPr>
          <p:cNvCxnSpPr/>
          <p:nvPr/>
        </p:nvCxnSpPr>
        <p:spPr>
          <a:xfrm>
            <a:off x="1737438" y="1741387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A12ED48D-9B49-4F2F-88FB-F9BAC0C3D4DD}"/>
              </a:ext>
            </a:extLst>
          </p:cNvPr>
          <p:cNvGrpSpPr/>
          <p:nvPr/>
        </p:nvGrpSpPr>
        <p:grpSpPr>
          <a:xfrm>
            <a:off x="3404826" y="3536145"/>
            <a:ext cx="540000" cy="790619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170" name="빗면 71">
              <a:extLst>
                <a:ext uri="{FF2B5EF4-FFF2-40B4-BE49-F238E27FC236}">
                  <a16:creationId xmlns:a16="http://schemas.microsoft.com/office/drawing/2014/main" id="{DA77D1DD-6CEB-4351-A6F5-5A45FC0453E2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5A93D66A-4D0E-419B-A9AC-D6C99A30678E}"/>
                </a:ext>
              </a:extLst>
            </p:cNvPr>
            <p:cNvSpPr txBox="1"/>
            <p:nvPr/>
          </p:nvSpPr>
          <p:spPr>
            <a:xfrm>
              <a:off x="1402822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1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EE6CF9B2-3629-44DE-B726-44D9A9AF1F56}"/>
              </a:ext>
            </a:extLst>
          </p:cNvPr>
          <p:cNvGrpSpPr/>
          <p:nvPr/>
        </p:nvGrpSpPr>
        <p:grpSpPr>
          <a:xfrm>
            <a:off x="5222600" y="4502293"/>
            <a:ext cx="570989" cy="805922"/>
            <a:chOff x="1373167" y="2522555"/>
            <a:chExt cx="570989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173" name="빗면 74">
              <a:extLst>
                <a:ext uri="{FF2B5EF4-FFF2-40B4-BE49-F238E27FC236}">
                  <a16:creationId xmlns:a16="http://schemas.microsoft.com/office/drawing/2014/main" id="{72735438-90EF-45CF-8F9C-0632F0485A03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22C31A28-2EC5-45D2-A818-EA6E9A50E791}"/>
                </a:ext>
              </a:extLst>
            </p:cNvPr>
            <p:cNvSpPr txBox="1"/>
            <p:nvPr/>
          </p:nvSpPr>
          <p:spPr>
            <a:xfrm>
              <a:off x="1373167" y="2526979"/>
              <a:ext cx="57098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10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400756BD-F58C-4BF8-A08C-98D910F411E6}"/>
              </a:ext>
            </a:extLst>
          </p:cNvPr>
          <p:cNvGrpSpPr/>
          <p:nvPr/>
        </p:nvGrpSpPr>
        <p:grpSpPr>
          <a:xfrm>
            <a:off x="5831792" y="4502293"/>
            <a:ext cx="570989" cy="805922"/>
            <a:chOff x="1373167" y="2522555"/>
            <a:chExt cx="570989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176" name="빗면 79">
              <a:extLst>
                <a:ext uri="{FF2B5EF4-FFF2-40B4-BE49-F238E27FC236}">
                  <a16:creationId xmlns:a16="http://schemas.microsoft.com/office/drawing/2014/main" id="{A8D4CEB1-5A56-4DE9-A9CD-4AA422542EC5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D8A18C88-8566-4A7E-B50A-6780533DC132}"/>
                </a:ext>
              </a:extLst>
            </p:cNvPr>
            <p:cNvSpPr txBox="1"/>
            <p:nvPr/>
          </p:nvSpPr>
          <p:spPr>
            <a:xfrm>
              <a:off x="1373167" y="2526979"/>
              <a:ext cx="57098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11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F82511A5-8C52-4116-9CF8-4DCD98C26373}"/>
              </a:ext>
            </a:extLst>
          </p:cNvPr>
          <p:cNvGrpSpPr/>
          <p:nvPr/>
        </p:nvGrpSpPr>
        <p:grpSpPr>
          <a:xfrm>
            <a:off x="6449602" y="4502293"/>
            <a:ext cx="570990" cy="805922"/>
            <a:chOff x="1373167" y="2522555"/>
            <a:chExt cx="57099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179" name="빗면 82">
              <a:extLst>
                <a:ext uri="{FF2B5EF4-FFF2-40B4-BE49-F238E27FC236}">
                  <a16:creationId xmlns:a16="http://schemas.microsoft.com/office/drawing/2014/main" id="{07083776-CBE8-48DD-AD95-B4EB277F7FF7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703AD5B-1417-45BA-A02F-8D919B63F1D6}"/>
                </a:ext>
              </a:extLst>
            </p:cNvPr>
            <p:cNvSpPr txBox="1"/>
            <p:nvPr/>
          </p:nvSpPr>
          <p:spPr>
            <a:xfrm>
              <a:off x="1373167" y="2600931"/>
              <a:ext cx="570990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12</a:t>
              </a:r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008F6DC1-1D80-418C-B6C3-48D2B2E8C876}"/>
              </a:ext>
            </a:extLst>
          </p:cNvPr>
          <p:cNvGrpSpPr/>
          <p:nvPr/>
        </p:nvGrpSpPr>
        <p:grpSpPr>
          <a:xfrm>
            <a:off x="4018777" y="3536145"/>
            <a:ext cx="540000" cy="790619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182" name="빗면 85">
              <a:extLst>
                <a:ext uri="{FF2B5EF4-FFF2-40B4-BE49-F238E27FC236}">
                  <a16:creationId xmlns:a16="http://schemas.microsoft.com/office/drawing/2014/main" id="{B41722DD-739C-449D-A471-77879AFD34E2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1F4E4E0E-ADC9-4139-A2FA-216B85041DA5}"/>
                </a:ext>
              </a:extLst>
            </p:cNvPr>
            <p:cNvSpPr txBox="1"/>
            <p:nvPr/>
          </p:nvSpPr>
          <p:spPr>
            <a:xfrm>
              <a:off x="1402822" y="2599567"/>
              <a:ext cx="511679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2</a:t>
              </a:r>
            </a:p>
          </p:txBody>
        </p:sp>
      </p:grp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A3833B3B-5E11-44C8-8434-8E1289AF8D36}"/>
              </a:ext>
            </a:extLst>
          </p:cNvPr>
          <p:cNvGrpSpPr/>
          <p:nvPr/>
        </p:nvGrpSpPr>
        <p:grpSpPr>
          <a:xfrm>
            <a:off x="4630348" y="3536145"/>
            <a:ext cx="540000" cy="790619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185" name="빗면 88">
              <a:extLst>
                <a:ext uri="{FF2B5EF4-FFF2-40B4-BE49-F238E27FC236}">
                  <a16:creationId xmlns:a16="http://schemas.microsoft.com/office/drawing/2014/main" id="{E2C4821B-498B-44A2-A396-C4E71F255532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28D4C9ED-4294-42E1-BADF-66AA297A0CF7}"/>
                </a:ext>
              </a:extLst>
            </p:cNvPr>
            <p:cNvSpPr txBox="1"/>
            <p:nvPr/>
          </p:nvSpPr>
          <p:spPr>
            <a:xfrm>
              <a:off x="1402822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3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2FACA323-F2E5-4A5A-A798-672ED4A62DA0}"/>
              </a:ext>
            </a:extLst>
          </p:cNvPr>
          <p:cNvGrpSpPr/>
          <p:nvPr/>
        </p:nvGrpSpPr>
        <p:grpSpPr>
          <a:xfrm>
            <a:off x="5238094" y="3536145"/>
            <a:ext cx="540000" cy="790619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188" name="빗면 91">
              <a:extLst>
                <a:ext uri="{FF2B5EF4-FFF2-40B4-BE49-F238E27FC236}">
                  <a16:creationId xmlns:a16="http://schemas.microsoft.com/office/drawing/2014/main" id="{4BD24047-B98C-4F98-BD38-D4D6E739F779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0E31DBA1-0AAE-403E-90BE-0E4A4482707B}"/>
                </a:ext>
              </a:extLst>
            </p:cNvPr>
            <p:cNvSpPr txBox="1"/>
            <p:nvPr/>
          </p:nvSpPr>
          <p:spPr>
            <a:xfrm>
              <a:off x="1402822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4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3C2A5ECF-04A7-4D8D-8CEC-D2B144DC2B4D}"/>
              </a:ext>
            </a:extLst>
          </p:cNvPr>
          <p:cNvGrpSpPr/>
          <p:nvPr/>
        </p:nvGrpSpPr>
        <p:grpSpPr>
          <a:xfrm>
            <a:off x="5847286" y="3536145"/>
            <a:ext cx="540000" cy="790619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191" name="빗면 94">
              <a:extLst>
                <a:ext uri="{FF2B5EF4-FFF2-40B4-BE49-F238E27FC236}">
                  <a16:creationId xmlns:a16="http://schemas.microsoft.com/office/drawing/2014/main" id="{F4E05328-F18F-4A85-BFFA-363D2F7BC012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EECFC8A7-BAFA-4A00-8A57-C47294380426}"/>
                </a:ext>
              </a:extLst>
            </p:cNvPr>
            <p:cNvSpPr txBox="1"/>
            <p:nvPr/>
          </p:nvSpPr>
          <p:spPr>
            <a:xfrm>
              <a:off x="1402822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5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B92BADEE-CAC4-453F-AFC1-EA9CD1CA0814}"/>
              </a:ext>
            </a:extLst>
          </p:cNvPr>
          <p:cNvGrpSpPr/>
          <p:nvPr/>
        </p:nvGrpSpPr>
        <p:grpSpPr>
          <a:xfrm>
            <a:off x="6465097" y="3536145"/>
            <a:ext cx="540000" cy="790619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194" name="빗면 97">
              <a:extLst>
                <a:ext uri="{FF2B5EF4-FFF2-40B4-BE49-F238E27FC236}">
                  <a16:creationId xmlns:a16="http://schemas.microsoft.com/office/drawing/2014/main" id="{8706F74D-2299-44E4-B7BB-A0833BFA3DD7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1987EC79-8FA3-4B9F-8D55-57FB6C2A34E9}"/>
                </a:ext>
              </a:extLst>
            </p:cNvPr>
            <p:cNvSpPr txBox="1"/>
            <p:nvPr/>
          </p:nvSpPr>
          <p:spPr>
            <a:xfrm>
              <a:off x="1402822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6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936CE716-AFE4-427A-8E09-E93EB3D41DCB}"/>
              </a:ext>
            </a:extLst>
          </p:cNvPr>
          <p:cNvGrpSpPr/>
          <p:nvPr/>
        </p:nvGrpSpPr>
        <p:grpSpPr>
          <a:xfrm>
            <a:off x="3404826" y="4502293"/>
            <a:ext cx="540000" cy="805922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197" name="빗면 100">
              <a:extLst>
                <a:ext uri="{FF2B5EF4-FFF2-40B4-BE49-F238E27FC236}">
                  <a16:creationId xmlns:a16="http://schemas.microsoft.com/office/drawing/2014/main" id="{93A84D6E-8298-43F5-A36A-870352CE78A1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821C83E9-C090-497F-9D7F-0F34CE452741}"/>
                </a:ext>
              </a:extLst>
            </p:cNvPr>
            <p:cNvSpPr txBox="1"/>
            <p:nvPr/>
          </p:nvSpPr>
          <p:spPr>
            <a:xfrm>
              <a:off x="1402821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7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FC3B5BDB-56B7-4343-B064-DB949328A0EC}"/>
              </a:ext>
            </a:extLst>
          </p:cNvPr>
          <p:cNvGrpSpPr/>
          <p:nvPr/>
        </p:nvGrpSpPr>
        <p:grpSpPr>
          <a:xfrm>
            <a:off x="4018777" y="4502293"/>
            <a:ext cx="540000" cy="805922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200" name="빗면 103">
              <a:extLst>
                <a:ext uri="{FF2B5EF4-FFF2-40B4-BE49-F238E27FC236}">
                  <a16:creationId xmlns:a16="http://schemas.microsoft.com/office/drawing/2014/main" id="{4DCBF44C-EB43-4CBE-9500-1A304BF903B5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4F4A75A9-BD98-4989-A986-488C94ED7981}"/>
                </a:ext>
              </a:extLst>
            </p:cNvPr>
            <p:cNvSpPr txBox="1"/>
            <p:nvPr/>
          </p:nvSpPr>
          <p:spPr>
            <a:xfrm>
              <a:off x="1402821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8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EDE691A8-E9CC-436E-ACEC-E952B0AADD22}"/>
              </a:ext>
            </a:extLst>
          </p:cNvPr>
          <p:cNvGrpSpPr/>
          <p:nvPr/>
        </p:nvGrpSpPr>
        <p:grpSpPr>
          <a:xfrm>
            <a:off x="4630348" y="4502293"/>
            <a:ext cx="540000" cy="805922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203" name="빗면 106">
              <a:extLst>
                <a:ext uri="{FF2B5EF4-FFF2-40B4-BE49-F238E27FC236}">
                  <a16:creationId xmlns:a16="http://schemas.microsoft.com/office/drawing/2014/main" id="{6A7A7849-0A63-4AD0-801A-9975E1125918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4A89563C-A888-49CD-85D2-A20DAEF29335}"/>
                </a:ext>
              </a:extLst>
            </p:cNvPr>
            <p:cNvSpPr txBox="1"/>
            <p:nvPr/>
          </p:nvSpPr>
          <p:spPr>
            <a:xfrm>
              <a:off x="1402821" y="2526979"/>
              <a:ext cx="511679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9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</a:p>
          </p:txBody>
        </p:sp>
      </p:grpSp>
      <p:sp>
        <p:nvSpPr>
          <p:cNvPr id="205" name="빗면 111">
            <a:extLst>
              <a:ext uri="{FF2B5EF4-FFF2-40B4-BE49-F238E27FC236}">
                <a16:creationId xmlns:a16="http://schemas.microsoft.com/office/drawing/2014/main" id="{4E0B500C-EEBD-42FD-A365-AB9F23E0F032}"/>
              </a:ext>
            </a:extLst>
          </p:cNvPr>
          <p:cNvSpPr>
            <a:spLocks/>
          </p:cNvSpPr>
          <p:nvPr/>
        </p:nvSpPr>
        <p:spPr>
          <a:xfrm>
            <a:off x="3255600" y="2373749"/>
            <a:ext cx="1761102" cy="857511"/>
          </a:xfrm>
          <a:prstGeom prst="bevel">
            <a:avLst/>
          </a:prstGeom>
          <a:solidFill>
            <a:srgbClr val="9BBB59">
              <a:lumMod val="60000"/>
              <a:lumOff val="40000"/>
            </a:srgb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ALL ON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6" name="빗면 112">
            <a:extLst>
              <a:ext uri="{FF2B5EF4-FFF2-40B4-BE49-F238E27FC236}">
                <a16:creationId xmlns:a16="http://schemas.microsoft.com/office/drawing/2014/main" id="{0564C82B-138E-4CC1-AFBC-FB43AF916869}"/>
              </a:ext>
            </a:extLst>
          </p:cNvPr>
          <p:cNvSpPr>
            <a:spLocks/>
          </p:cNvSpPr>
          <p:nvPr/>
        </p:nvSpPr>
        <p:spPr>
          <a:xfrm>
            <a:off x="5122482" y="2363972"/>
            <a:ext cx="1736807" cy="857511"/>
          </a:xfrm>
          <a:prstGeom prst="bevel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ALL OFF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7" name="빗면 70">
            <a:extLst>
              <a:ext uri="{FF2B5EF4-FFF2-40B4-BE49-F238E27FC236}">
                <a16:creationId xmlns:a16="http://schemas.microsoft.com/office/drawing/2014/main" id="{2F1674E0-A0BA-4D3E-A2F1-719BD811AC94}"/>
              </a:ext>
            </a:extLst>
          </p:cNvPr>
          <p:cNvSpPr>
            <a:spLocks/>
          </p:cNvSpPr>
          <p:nvPr/>
        </p:nvSpPr>
        <p:spPr>
          <a:xfrm>
            <a:off x="1771323" y="1769757"/>
            <a:ext cx="1800000" cy="360000"/>
          </a:xfrm>
          <a:prstGeom prst="bevel">
            <a:avLst/>
          </a:prstGeom>
          <a:solidFill>
            <a:srgbClr val="FFFF66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100" b="1" ker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GUN SETTING</a:t>
            </a:r>
            <a:endParaRPr lang="ko-KR" altLang="en-US" sz="1100" b="1" kern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08" name="빗면 71">
            <a:extLst>
              <a:ext uri="{FF2B5EF4-FFF2-40B4-BE49-F238E27FC236}">
                <a16:creationId xmlns:a16="http://schemas.microsoft.com/office/drawing/2014/main" id="{6B768C7E-9AB1-440D-8976-4A77FCBC0A35}"/>
              </a:ext>
            </a:extLst>
          </p:cNvPr>
          <p:cNvSpPr>
            <a:spLocks/>
          </p:cNvSpPr>
          <p:nvPr/>
        </p:nvSpPr>
        <p:spPr>
          <a:xfrm>
            <a:off x="4225219" y="1769757"/>
            <a:ext cx="1800000" cy="360000"/>
          </a:xfrm>
          <a:prstGeom prst="bevel">
            <a:avLst/>
          </a:prstGeom>
          <a:solidFill>
            <a:srgbClr val="FFFF66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1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MANUAL OPERATION</a:t>
            </a:r>
            <a:endParaRPr lang="ko-KR" altLang="en-US" sz="1100" b="1" kern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09" name="빗면 72">
            <a:extLst>
              <a:ext uri="{FF2B5EF4-FFF2-40B4-BE49-F238E27FC236}">
                <a16:creationId xmlns:a16="http://schemas.microsoft.com/office/drawing/2014/main" id="{1527499C-954B-413F-B1DD-BB963F3FABBD}"/>
              </a:ext>
            </a:extLst>
          </p:cNvPr>
          <p:cNvSpPr>
            <a:spLocks/>
          </p:cNvSpPr>
          <p:nvPr/>
        </p:nvSpPr>
        <p:spPr>
          <a:xfrm>
            <a:off x="6679115" y="1769757"/>
            <a:ext cx="1800000" cy="360000"/>
          </a:xfrm>
          <a:prstGeom prst="bevel">
            <a:avLst/>
          </a:prstGeom>
          <a:solidFill>
            <a:srgbClr val="00FF00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1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USE/UNUSED SELECT</a:t>
            </a:r>
            <a:endParaRPr lang="ko-KR" altLang="en-US" sz="1100" b="1" kern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617358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F3F75BA2-2932-4AAD-85EE-4298C0FA22B2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PURGE &amp; COLOR LOAD</a:t>
            </a:r>
          </a:p>
        </p:txBody>
      </p:sp>
      <p:sp>
        <p:nvSpPr>
          <p:cNvPr id="458" name="직사각형 457">
            <a:extLst>
              <a:ext uri="{FF2B5EF4-FFF2-40B4-BE49-F238E27FC236}">
                <a16:creationId xmlns:a16="http://schemas.microsoft.com/office/drawing/2014/main" id="{4CBDED8D-5F0D-4018-900E-740589270920}"/>
              </a:ext>
            </a:extLst>
          </p:cNvPr>
          <p:cNvSpPr/>
          <p:nvPr/>
        </p:nvSpPr>
        <p:spPr>
          <a:xfrm>
            <a:off x="780963" y="1096314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9" name="직사각형 458">
            <a:extLst>
              <a:ext uri="{FF2B5EF4-FFF2-40B4-BE49-F238E27FC236}">
                <a16:creationId xmlns:a16="http://schemas.microsoft.com/office/drawing/2014/main" id="{F3A4E02B-177F-4EFC-B354-9E3A2A541614}"/>
              </a:ext>
            </a:extLst>
          </p:cNvPr>
          <p:cNvSpPr/>
          <p:nvPr/>
        </p:nvSpPr>
        <p:spPr>
          <a:xfrm>
            <a:off x="780963" y="1096314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460" name="직선 연결선 459">
            <a:extLst>
              <a:ext uri="{FF2B5EF4-FFF2-40B4-BE49-F238E27FC236}">
                <a16:creationId xmlns:a16="http://schemas.microsoft.com/office/drawing/2014/main" id="{55726AF6-EE3F-40B7-B1D5-414D60E8B525}"/>
              </a:ext>
            </a:extLst>
          </p:cNvPr>
          <p:cNvCxnSpPr/>
          <p:nvPr/>
        </p:nvCxnSpPr>
        <p:spPr>
          <a:xfrm>
            <a:off x="1742113" y="1744644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461" name="그룹 460">
            <a:extLst>
              <a:ext uri="{FF2B5EF4-FFF2-40B4-BE49-F238E27FC236}">
                <a16:creationId xmlns:a16="http://schemas.microsoft.com/office/drawing/2014/main" id="{4E8686CC-9C04-4264-814E-6D21851AC487}"/>
              </a:ext>
            </a:extLst>
          </p:cNvPr>
          <p:cNvGrpSpPr/>
          <p:nvPr/>
        </p:nvGrpSpPr>
        <p:grpSpPr>
          <a:xfrm>
            <a:off x="793627" y="3546980"/>
            <a:ext cx="936000" cy="450000"/>
            <a:chOff x="395536" y="3731115"/>
            <a:chExt cx="936000" cy="468000"/>
          </a:xfrm>
        </p:grpSpPr>
        <p:sp>
          <p:nvSpPr>
            <p:cNvPr id="462" name="빗면 32">
              <a:extLst>
                <a:ext uri="{FF2B5EF4-FFF2-40B4-BE49-F238E27FC236}">
                  <a16:creationId xmlns:a16="http://schemas.microsoft.com/office/drawing/2014/main" id="{9972254A-ACB6-457D-A6B7-35B19F8B29F1}"/>
                </a:ext>
              </a:extLst>
            </p:cNvPr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63" name="그림 462">
              <a:extLst>
                <a:ext uri="{FF2B5EF4-FFF2-40B4-BE49-F238E27FC236}">
                  <a16:creationId xmlns:a16="http://schemas.microsoft.com/office/drawing/2014/main" id="{8D74530C-CF1D-4E14-ABC2-FCCD2A1AF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464" name="그림 463">
              <a:extLst>
                <a:ext uri="{FF2B5EF4-FFF2-40B4-BE49-F238E27FC236}">
                  <a16:creationId xmlns:a16="http://schemas.microsoft.com/office/drawing/2014/main" id="{09849F5E-E46D-47BC-B06E-157A606DB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465" name="그룹 464">
            <a:extLst>
              <a:ext uri="{FF2B5EF4-FFF2-40B4-BE49-F238E27FC236}">
                <a16:creationId xmlns:a16="http://schemas.microsoft.com/office/drawing/2014/main" id="{BBCEE464-DEEA-46E5-854B-0C09B8C50507}"/>
              </a:ext>
            </a:extLst>
          </p:cNvPr>
          <p:cNvGrpSpPr/>
          <p:nvPr/>
        </p:nvGrpSpPr>
        <p:grpSpPr>
          <a:xfrm>
            <a:off x="793627" y="4898642"/>
            <a:ext cx="936000" cy="450000"/>
            <a:chOff x="403799" y="5149683"/>
            <a:chExt cx="936000" cy="468000"/>
          </a:xfrm>
        </p:grpSpPr>
        <p:sp>
          <p:nvSpPr>
            <p:cNvPr id="466" name="빗면 77">
              <a:extLst>
                <a:ext uri="{FF2B5EF4-FFF2-40B4-BE49-F238E27FC236}">
                  <a16:creationId xmlns:a16="http://schemas.microsoft.com/office/drawing/2014/main" id="{E0FDFF62-26C7-4FE2-A822-E9C5994F041C}"/>
                </a:ext>
              </a:extLst>
            </p:cNvPr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67" name="그림 466">
              <a:extLst>
                <a:ext uri="{FF2B5EF4-FFF2-40B4-BE49-F238E27FC236}">
                  <a16:creationId xmlns:a16="http://schemas.microsoft.com/office/drawing/2014/main" id="{1FD20EE3-3505-4AB2-8E72-2220D81B7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468" name="그룹 467">
            <a:extLst>
              <a:ext uri="{FF2B5EF4-FFF2-40B4-BE49-F238E27FC236}">
                <a16:creationId xmlns:a16="http://schemas.microsoft.com/office/drawing/2014/main" id="{42CE5F64-CE85-49ED-BC59-650506706B35}"/>
              </a:ext>
            </a:extLst>
          </p:cNvPr>
          <p:cNvGrpSpPr/>
          <p:nvPr/>
        </p:nvGrpSpPr>
        <p:grpSpPr>
          <a:xfrm>
            <a:off x="793627" y="5349194"/>
            <a:ext cx="936000" cy="450000"/>
            <a:chOff x="395536" y="5625295"/>
            <a:chExt cx="936000" cy="468000"/>
          </a:xfrm>
        </p:grpSpPr>
        <p:sp>
          <p:nvSpPr>
            <p:cNvPr id="469" name="빗면 36">
              <a:extLst>
                <a:ext uri="{FF2B5EF4-FFF2-40B4-BE49-F238E27FC236}">
                  <a16:creationId xmlns:a16="http://schemas.microsoft.com/office/drawing/2014/main" id="{C052DC95-CD94-410F-9267-DCA5575AFDAD}"/>
                </a:ext>
              </a:extLst>
            </p:cNvPr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0" name="왼쪽 화살표 1034">
              <a:extLst>
                <a:ext uri="{FF2B5EF4-FFF2-40B4-BE49-F238E27FC236}">
                  <a16:creationId xmlns:a16="http://schemas.microsoft.com/office/drawing/2014/main" id="{6B206C2E-53C7-4493-8A95-2AF20E0B7C22}"/>
                </a:ext>
              </a:extLst>
            </p:cNvPr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71" name="그룹 470">
            <a:extLst>
              <a:ext uri="{FF2B5EF4-FFF2-40B4-BE49-F238E27FC236}">
                <a16:creationId xmlns:a16="http://schemas.microsoft.com/office/drawing/2014/main" id="{CDC9775A-7F51-43D6-A5AE-31B1DCA7ECF8}"/>
              </a:ext>
            </a:extLst>
          </p:cNvPr>
          <p:cNvGrpSpPr/>
          <p:nvPr/>
        </p:nvGrpSpPr>
        <p:grpSpPr>
          <a:xfrm>
            <a:off x="793627" y="1744764"/>
            <a:ext cx="936000" cy="450000"/>
            <a:chOff x="395536" y="1844823"/>
            <a:chExt cx="936000" cy="468000"/>
          </a:xfrm>
        </p:grpSpPr>
        <p:sp>
          <p:nvSpPr>
            <p:cNvPr id="472" name="빗면 28">
              <a:extLst>
                <a:ext uri="{FF2B5EF4-FFF2-40B4-BE49-F238E27FC236}">
                  <a16:creationId xmlns:a16="http://schemas.microsoft.com/office/drawing/2014/main" id="{AE8F9427-1675-4D4D-A0F3-0771FF328251}"/>
                </a:ext>
              </a:extLst>
            </p:cNvPr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73" name="그림 472">
              <a:extLst>
                <a:ext uri="{FF2B5EF4-FFF2-40B4-BE49-F238E27FC236}">
                  <a16:creationId xmlns:a16="http://schemas.microsoft.com/office/drawing/2014/main" id="{4FC8CEF6-B8A2-435C-B07D-89294762C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F11DC6AB-C885-4DDF-91F6-789A19F60206}"/>
              </a:ext>
            </a:extLst>
          </p:cNvPr>
          <p:cNvGrpSpPr/>
          <p:nvPr/>
        </p:nvGrpSpPr>
        <p:grpSpPr>
          <a:xfrm>
            <a:off x="793627" y="4448088"/>
            <a:ext cx="936000" cy="450000"/>
            <a:chOff x="395536" y="4674261"/>
            <a:chExt cx="936000" cy="468000"/>
          </a:xfrm>
        </p:grpSpPr>
        <p:sp>
          <p:nvSpPr>
            <p:cNvPr id="475" name="빗면 34">
              <a:extLst>
                <a:ext uri="{FF2B5EF4-FFF2-40B4-BE49-F238E27FC236}">
                  <a16:creationId xmlns:a16="http://schemas.microsoft.com/office/drawing/2014/main" id="{A13262E9-5289-48BB-AEA5-19A27DA6577A}"/>
                </a:ext>
              </a:extLst>
            </p:cNvPr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76" name="그림 475">
              <a:extLst>
                <a:ext uri="{FF2B5EF4-FFF2-40B4-BE49-F238E27FC236}">
                  <a16:creationId xmlns:a16="http://schemas.microsoft.com/office/drawing/2014/main" id="{7487ECAF-D9B0-4B7E-BE6E-3046C7E85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sp>
        <p:nvSpPr>
          <p:cNvPr id="477" name="TextBox 476">
            <a:extLst>
              <a:ext uri="{FF2B5EF4-FFF2-40B4-BE49-F238E27FC236}">
                <a16:creationId xmlns:a16="http://schemas.microsoft.com/office/drawing/2014/main" id="{C6D85F3F-4D5A-4560-A3D7-B5D1E7EBE773}"/>
              </a:ext>
            </a:extLst>
          </p:cNvPr>
          <p:cNvSpPr txBox="1"/>
          <p:nvPr/>
        </p:nvSpPr>
        <p:spPr>
          <a:xfrm>
            <a:off x="802968" y="1513812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grpSp>
        <p:nvGrpSpPr>
          <p:cNvPr id="478" name="그룹 477">
            <a:extLst>
              <a:ext uri="{FF2B5EF4-FFF2-40B4-BE49-F238E27FC236}">
                <a16:creationId xmlns:a16="http://schemas.microsoft.com/office/drawing/2014/main" id="{D7F17E7F-EE9E-456A-B263-936BF0DE968F}"/>
              </a:ext>
            </a:extLst>
          </p:cNvPr>
          <p:cNvGrpSpPr/>
          <p:nvPr/>
        </p:nvGrpSpPr>
        <p:grpSpPr>
          <a:xfrm>
            <a:off x="793627" y="3096426"/>
            <a:ext cx="936000" cy="450000"/>
            <a:chOff x="410776" y="3498167"/>
            <a:chExt cx="936000" cy="432000"/>
          </a:xfrm>
        </p:grpSpPr>
        <p:sp>
          <p:nvSpPr>
            <p:cNvPr id="479" name="빗면 31">
              <a:extLst>
                <a:ext uri="{FF2B5EF4-FFF2-40B4-BE49-F238E27FC236}">
                  <a16:creationId xmlns:a16="http://schemas.microsoft.com/office/drawing/2014/main" id="{48AD582C-6C82-480F-A6BF-CE29BFC53C5C}"/>
                </a:ext>
              </a:extLst>
            </p:cNvPr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80" name="그림 479">
              <a:extLst>
                <a:ext uri="{FF2B5EF4-FFF2-40B4-BE49-F238E27FC236}">
                  <a16:creationId xmlns:a16="http://schemas.microsoft.com/office/drawing/2014/main" id="{4BDC0173-080B-4B83-BA5F-E8CDDEC80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481" name="그룹 480">
            <a:extLst>
              <a:ext uri="{FF2B5EF4-FFF2-40B4-BE49-F238E27FC236}">
                <a16:creationId xmlns:a16="http://schemas.microsoft.com/office/drawing/2014/main" id="{CA93D203-BB5E-4610-B37E-500185E1AF50}"/>
              </a:ext>
            </a:extLst>
          </p:cNvPr>
          <p:cNvGrpSpPr/>
          <p:nvPr/>
        </p:nvGrpSpPr>
        <p:grpSpPr>
          <a:xfrm>
            <a:off x="793627" y="2195318"/>
            <a:ext cx="936000" cy="450000"/>
            <a:chOff x="410776" y="2635965"/>
            <a:chExt cx="936000" cy="432000"/>
          </a:xfrm>
        </p:grpSpPr>
        <p:sp>
          <p:nvSpPr>
            <p:cNvPr id="482" name="빗면 29">
              <a:extLst>
                <a:ext uri="{FF2B5EF4-FFF2-40B4-BE49-F238E27FC236}">
                  <a16:creationId xmlns:a16="http://schemas.microsoft.com/office/drawing/2014/main" id="{D1839543-E702-41AF-9F79-DD3EE152D74C}"/>
                </a:ext>
              </a:extLst>
            </p:cNvPr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83" name="그림 482">
              <a:extLst>
                <a:ext uri="{FF2B5EF4-FFF2-40B4-BE49-F238E27FC236}">
                  <a16:creationId xmlns:a16="http://schemas.microsoft.com/office/drawing/2014/main" id="{D5BAFF6B-DBB7-4A12-8343-C4E35B401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484" name="그룹 483">
            <a:extLst>
              <a:ext uri="{FF2B5EF4-FFF2-40B4-BE49-F238E27FC236}">
                <a16:creationId xmlns:a16="http://schemas.microsoft.com/office/drawing/2014/main" id="{40B36893-1A94-42DE-BAC5-1FFBD036E93E}"/>
              </a:ext>
            </a:extLst>
          </p:cNvPr>
          <p:cNvGrpSpPr/>
          <p:nvPr/>
        </p:nvGrpSpPr>
        <p:grpSpPr>
          <a:xfrm>
            <a:off x="793627" y="2645872"/>
            <a:ext cx="936000" cy="450000"/>
            <a:chOff x="410776" y="3067066"/>
            <a:chExt cx="936000" cy="432000"/>
          </a:xfrm>
        </p:grpSpPr>
        <p:sp>
          <p:nvSpPr>
            <p:cNvPr id="485" name="빗면 30">
              <a:extLst>
                <a:ext uri="{FF2B5EF4-FFF2-40B4-BE49-F238E27FC236}">
                  <a16:creationId xmlns:a16="http://schemas.microsoft.com/office/drawing/2014/main" id="{F1395C0D-9289-4C7C-BD16-34741BB05E51}"/>
                </a:ext>
              </a:extLst>
            </p:cNvPr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86" name="그림 485">
              <a:extLst>
                <a:ext uri="{FF2B5EF4-FFF2-40B4-BE49-F238E27FC236}">
                  <a16:creationId xmlns:a16="http://schemas.microsoft.com/office/drawing/2014/main" id="{2C991787-FFE3-432F-AC6A-D28447D07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487" name="그림 486">
              <a:extLst>
                <a:ext uri="{FF2B5EF4-FFF2-40B4-BE49-F238E27FC236}">
                  <a16:creationId xmlns:a16="http://schemas.microsoft.com/office/drawing/2014/main" id="{5699BAF3-529B-4950-9E60-0AA85B300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488" name="그림 487">
              <a:extLst>
                <a:ext uri="{FF2B5EF4-FFF2-40B4-BE49-F238E27FC236}">
                  <a16:creationId xmlns:a16="http://schemas.microsoft.com/office/drawing/2014/main" id="{26818438-E98E-491D-BCE6-D97C1D6B4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489" name="그룹 488">
            <a:extLst>
              <a:ext uri="{FF2B5EF4-FFF2-40B4-BE49-F238E27FC236}">
                <a16:creationId xmlns:a16="http://schemas.microsoft.com/office/drawing/2014/main" id="{1646929A-CBE8-45EB-963A-6AB78B83C903}"/>
              </a:ext>
            </a:extLst>
          </p:cNvPr>
          <p:cNvGrpSpPr/>
          <p:nvPr/>
        </p:nvGrpSpPr>
        <p:grpSpPr>
          <a:xfrm>
            <a:off x="793627" y="3997534"/>
            <a:ext cx="936000" cy="450000"/>
            <a:chOff x="410776" y="4360369"/>
            <a:chExt cx="936000" cy="432000"/>
          </a:xfrm>
        </p:grpSpPr>
        <p:sp>
          <p:nvSpPr>
            <p:cNvPr id="490" name="빗면 33">
              <a:extLst>
                <a:ext uri="{FF2B5EF4-FFF2-40B4-BE49-F238E27FC236}">
                  <a16:creationId xmlns:a16="http://schemas.microsoft.com/office/drawing/2014/main" id="{0EE2B509-25CC-4B86-8087-FB4D6F9DB308}"/>
                </a:ext>
              </a:extLst>
            </p:cNvPr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91" name="그림 490">
              <a:extLst>
                <a:ext uri="{FF2B5EF4-FFF2-40B4-BE49-F238E27FC236}">
                  <a16:creationId xmlns:a16="http://schemas.microsoft.com/office/drawing/2014/main" id="{EBBCE82F-A567-4830-B630-16D2DEFE9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pSp>
        <p:nvGrpSpPr>
          <p:cNvPr id="492" name="그룹 491">
            <a:extLst>
              <a:ext uri="{FF2B5EF4-FFF2-40B4-BE49-F238E27FC236}">
                <a16:creationId xmlns:a16="http://schemas.microsoft.com/office/drawing/2014/main" id="{E43111C8-229B-4F1D-B622-D0DDC9473745}"/>
              </a:ext>
            </a:extLst>
          </p:cNvPr>
          <p:cNvGrpSpPr/>
          <p:nvPr/>
        </p:nvGrpSpPr>
        <p:grpSpPr>
          <a:xfrm>
            <a:off x="793627" y="5349194"/>
            <a:ext cx="936000" cy="450000"/>
            <a:chOff x="399664" y="5640976"/>
            <a:chExt cx="936000" cy="450000"/>
          </a:xfrm>
        </p:grpSpPr>
        <p:sp>
          <p:nvSpPr>
            <p:cNvPr id="493" name="빗면 49">
              <a:extLst>
                <a:ext uri="{FF2B5EF4-FFF2-40B4-BE49-F238E27FC236}">
                  <a16:creationId xmlns:a16="http://schemas.microsoft.com/office/drawing/2014/main" id="{7F35EEE4-99DE-41F5-879E-EECB124F1DFC}"/>
                </a:ext>
              </a:extLst>
            </p:cNvPr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94" name="그림 493">
              <a:extLst>
                <a:ext uri="{FF2B5EF4-FFF2-40B4-BE49-F238E27FC236}">
                  <a16:creationId xmlns:a16="http://schemas.microsoft.com/office/drawing/2014/main" id="{07AA3A4F-DFFE-4590-A79E-4DD7AB599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495" name="직사각형 494">
            <a:extLst>
              <a:ext uri="{FF2B5EF4-FFF2-40B4-BE49-F238E27FC236}">
                <a16:creationId xmlns:a16="http://schemas.microsoft.com/office/drawing/2014/main" id="{BA950152-3173-4B74-8951-1AE07F0DAFF3}"/>
              </a:ext>
            </a:extLst>
          </p:cNvPr>
          <p:cNvSpPr/>
          <p:nvPr/>
        </p:nvSpPr>
        <p:spPr>
          <a:xfrm>
            <a:off x="776288" y="1553042"/>
            <a:ext cx="7200000" cy="180000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6" name="직사각형 495">
            <a:extLst>
              <a:ext uri="{FF2B5EF4-FFF2-40B4-BE49-F238E27FC236}">
                <a16:creationId xmlns:a16="http://schemas.microsoft.com/office/drawing/2014/main" id="{8CC2989A-9226-41F4-8971-52C55911DD11}"/>
              </a:ext>
            </a:extLst>
          </p:cNvPr>
          <p:cNvSpPr/>
          <p:nvPr/>
        </p:nvSpPr>
        <p:spPr>
          <a:xfrm>
            <a:off x="776288" y="1553040"/>
            <a:ext cx="7200000" cy="90000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497" name="직선 연결선 496">
            <a:extLst>
              <a:ext uri="{FF2B5EF4-FFF2-40B4-BE49-F238E27FC236}">
                <a16:creationId xmlns:a16="http://schemas.microsoft.com/office/drawing/2014/main" id="{74D9ED33-AEBE-4112-9708-8FE9A77A27E5}"/>
              </a:ext>
            </a:extLst>
          </p:cNvPr>
          <p:cNvCxnSpPr/>
          <p:nvPr/>
        </p:nvCxnSpPr>
        <p:spPr>
          <a:xfrm>
            <a:off x="780963" y="1553042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98" name="직선 연결선 497">
            <a:extLst>
              <a:ext uri="{FF2B5EF4-FFF2-40B4-BE49-F238E27FC236}">
                <a16:creationId xmlns:a16="http://schemas.microsoft.com/office/drawing/2014/main" id="{96FA2236-371E-4896-A67E-6FE15DEDD2B3}"/>
              </a:ext>
            </a:extLst>
          </p:cNvPr>
          <p:cNvCxnSpPr/>
          <p:nvPr/>
        </p:nvCxnSpPr>
        <p:spPr>
          <a:xfrm>
            <a:off x="776288" y="1737316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99" name="TextBox 498">
            <a:extLst>
              <a:ext uri="{FF2B5EF4-FFF2-40B4-BE49-F238E27FC236}">
                <a16:creationId xmlns:a16="http://schemas.microsoft.com/office/drawing/2014/main" id="{8303F52C-EA0C-418D-99CE-AD8DA0E7498E}"/>
              </a:ext>
            </a:extLst>
          </p:cNvPr>
          <p:cNvSpPr txBox="1"/>
          <p:nvPr/>
        </p:nvSpPr>
        <p:spPr>
          <a:xfrm>
            <a:off x="802968" y="1513812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500" name="직선 연결선 499">
            <a:extLst>
              <a:ext uri="{FF2B5EF4-FFF2-40B4-BE49-F238E27FC236}">
                <a16:creationId xmlns:a16="http://schemas.microsoft.com/office/drawing/2014/main" id="{07332B88-0670-4BE3-9799-193112DB7242}"/>
              </a:ext>
            </a:extLst>
          </p:cNvPr>
          <p:cNvCxnSpPr/>
          <p:nvPr/>
        </p:nvCxnSpPr>
        <p:spPr>
          <a:xfrm rot="5400000">
            <a:off x="7890775" y="1643042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01" name="TextBox 500">
            <a:extLst>
              <a:ext uri="{FF2B5EF4-FFF2-40B4-BE49-F238E27FC236}">
                <a16:creationId xmlns:a16="http://schemas.microsoft.com/office/drawing/2014/main" id="{59B15C1A-ED98-4285-8502-71626720A4E4}"/>
              </a:ext>
            </a:extLst>
          </p:cNvPr>
          <p:cNvSpPr txBox="1"/>
          <p:nvPr/>
        </p:nvSpPr>
        <p:spPr>
          <a:xfrm>
            <a:off x="776288" y="1178484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502" name="직선 연결선 501">
            <a:extLst>
              <a:ext uri="{FF2B5EF4-FFF2-40B4-BE49-F238E27FC236}">
                <a16:creationId xmlns:a16="http://schemas.microsoft.com/office/drawing/2014/main" id="{25EA83FB-5285-4EF0-9F19-7B634E0CCA73}"/>
              </a:ext>
            </a:extLst>
          </p:cNvPr>
          <p:cNvCxnSpPr>
            <a:cxnSpLocks/>
          </p:cNvCxnSpPr>
          <p:nvPr/>
        </p:nvCxnSpPr>
        <p:spPr>
          <a:xfrm>
            <a:off x="780963" y="1553042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03" name="직선 연결선 502">
            <a:extLst>
              <a:ext uri="{FF2B5EF4-FFF2-40B4-BE49-F238E27FC236}">
                <a16:creationId xmlns:a16="http://schemas.microsoft.com/office/drawing/2014/main" id="{629627F0-4BC0-4A23-93A4-B9B86D1C89AF}"/>
              </a:ext>
            </a:extLst>
          </p:cNvPr>
          <p:cNvCxnSpPr>
            <a:cxnSpLocks/>
          </p:cNvCxnSpPr>
          <p:nvPr/>
        </p:nvCxnSpPr>
        <p:spPr>
          <a:xfrm rot="5400000">
            <a:off x="7890775" y="1643042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04" name="TextBox 503">
            <a:extLst>
              <a:ext uri="{FF2B5EF4-FFF2-40B4-BE49-F238E27FC236}">
                <a16:creationId xmlns:a16="http://schemas.microsoft.com/office/drawing/2014/main" id="{C8C1EB9A-C5D6-4986-9628-BF02220455B3}"/>
              </a:ext>
            </a:extLst>
          </p:cNvPr>
          <p:cNvSpPr txBox="1"/>
          <p:nvPr/>
        </p:nvSpPr>
        <p:spPr>
          <a:xfrm>
            <a:off x="8299882" y="1533272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prstClr val="black"/>
                </a:solidFill>
                <a:latin typeface="맑은 고딕"/>
              </a:rPr>
              <a:t>ENG</a:t>
            </a:r>
            <a:endParaRPr lang="en-US" altLang="ko-KR" sz="9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E9016A6B-245F-4DE6-8E2F-7F3A7CF7E3AB}"/>
              </a:ext>
            </a:extLst>
          </p:cNvPr>
          <p:cNvSpPr txBox="1"/>
          <p:nvPr/>
        </p:nvSpPr>
        <p:spPr>
          <a:xfrm>
            <a:off x="4080945" y="1140012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sp>
        <p:nvSpPr>
          <p:cNvPr id="506" name="빗면 7">
            <a:extLst>
              <a:ext uri="{FF2B5EF4-FFF2-40B4-BE49-F238E27FC236}">
                <a16:creationId xmlns:a16="http://schemas.microsoft.com/office/drawing/2014/main" id="{7584C113-61AA-4618-BD60-DA70851AB66D}"/>
              </a:ext>
            </a:extLst>
          </p:cNvPr>
          <p:cNvSpPr/>
          <p:nvPr/>
        </p:nvSpPr>
        <p:spPr>
          <a:xfrm>
            <a:off x="3191556" y="1113594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7" name="직사각형 506">
            <a:extLst>
              <a:ext uri="{FF2B5EF4-FFF2-40B4-BE49-F238E27FC236}">
                <a16:creationId xmlns:a16="http://schemas.microsoft.com/office/drawing/2014/main" id="{88A0780B-505F-4662-8509-DA09336B0159}"/>
              </a:ext>
            </a:extLst>
          </p:cNvPr>
          <p:cNvSpPr/>
          <p:nvPr/>
        </p:nvSpPr>
        <p:spPr>
          <a:xfrm>
            <a:off x="7549030" y="1551983"/>
            <a:ext cx="609699" cy="164414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n-cs"/>
              </a:rPr>
              <a:t>language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8" name="직사각형 507">
            <a:extLst>
              <a:ext uri="{FF2B5EF4-FFF2-40B4-BE49-F238E27FC236}">
                <a16:creationId xmlns:a16="http://schemas.microsoft.com/office/drawing/2014/main" id="{096D90DB-A847-455B-A8B1-836472CF661C}"/>
              </a:ext>
            </a:extLst>
          </p:cNvPr>
          <p:cNvSpPr/>
          <p:nvPr/>
        </p:nvSpPr>
        <p:spPr>
          <a:xfrm>
            <a:off x="8941592" y="1571967"/>
            <a:ext cx="194199" cy="159591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BFC4AF6E-A28C-472F-8887-8C413F986957}"/>
              </a:ext>
            </a:extLst>
          </p:cNvPr>
          <p:cNvSpPr txBox="1"/>
          <p:nvPr/>
        </p:nvSpPr>
        <p:spPr>
          <a:xfrm>
            <a:off x="6849070" y="1131411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2EB1CEAE-3E47-44F9-8F45-804D732F2B2B}"/>
              </a:ext>
            </a:extLst>
          </p:cNvPr>
          <p:cNvSpPr txBox="1"/>
          <p:nvPr/>
        </p:nvSpPr>
        <p:spPr>
          <a:xfrm>
            <a:off x="3500147" y="1140012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PURGE &amp; COLOR LOAD</a:t>
            </a:r>
          </a:p>
        </p:txBody>
      </p:sp>
      <p:cxnSp>
        <p:nvCxnSpPr>
          <p:cNvPr id="511" name="직선 연결선 510">
            <a:extLst>
              <a:ext uri="{FF2B5EF4-FFF2-40B4-BE49-F238E27FC236}">
                <a16:creationId xmlns:a16="http://schemas.microsoft.com/office/drawing/2014/main" id="{175ED379-EE0A-46CD-B82F-FD2B8E3461C4}"/>
              </a:ext>
            </a:extLst>
          </p:cNvPr>
          <p:cNvCxnSpPr/>
          <p:nvPr/>
        </p:nvCxnSpPr>
        <p:spPr>
          <a:xfrm>
            <a:off x="1742113" y="1744644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12" name="빗면 5">
            <a:extLst>
              <a:ext uri="{FF2B5EF4-FFF2-40B4-BE49-F238E27FC236}">
                <a16:creationId xmlns:a16="http://schemas.microsoft.com/office/drawing/2014/main" id="{58AC1A9C-0F56-46C2-B294-909DF897C366}"/>
              </a:ext>
            </a:extLst>
          </p:cNvPr>
          <p:cNvSpPr>
            <a:spLocks/>
          </p:cNvSpPr>
          <p:nvPr/>
        </p:nvSpPr>
        <p:spPr>
          <a:xfrm>
            <a:off x="1771323" y="1773133"/>
            <a:ext cx="4893206" cy="360000"/>
          </a:xfrm>
          <a:prstGeom prst="bevel">
            <a:avLst/>
          </a:prstGeom>
          <a:solidFill>
            <a:srgbClr val="FFFF66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GUN SELECT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3" name="빗면 64">
            <a:extLst>
              <a:ext uri="{FF2B5EF4-FFF2-40B4-BE49-F238E27FC236}">
                <a16:creationId xmlns:a16="http://schemas.microsoft.com/office/drawing/2014/main" id="{FC78A090-4EBE-4DA5-8039-3479B452E1EF}"/>
              </a:ext>
            </a:extLst>
          </p:cNvPr>
          <p:cNvSpPr>
            <a:spLocks/>
          </p:cNvSpPr>
          <p:nvPr/>
        </p:nvSpPr>
        <p:spPr>
          <a:xfrm>
            <a:off x="1771323" y="4224958"/>
            <a:ext cx="7327084" cy="365738"/>
          </a:xfrm>
          <a:prstGeom prst="bevel">
            <a:avLst/>
          </a:prstGeom>
          <a:solidFill>
            <a:srgbClr val="FFFF66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COLOR LOAD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4" name="빗면 65">
            <a:extLst>
              <a:ext uri="{FF2B5EF4-FFF2-40B4-BE49-F238E27FC236}">
                <a16:creationId xmlns:a16="http://schemas.microsoft.com/office/drawing/2014/main" id="{B95F8AC3-9C14-4ED2-96B2-AACFCA380CE4}"/>
              </a:ext>
            </a:extLst>
          </p:cNvPr>
          <p:cNvSpPr>
            <a:spLocks/>
          </p:cNvSpPr>
          <p:nvPr/>
        </p:nvSpPr>
        <p:spPr>
          <a:xfrm>
            <a:off x="1771322" y="2648402"/>
            <a:ext cx="7320289" cy="360000"/>
          </a:xfrm>
          <a:prstGeom prst="bevel">
            <a:avLst/>
          </a:prstGeom>
          <a:solidFill>
            <a:srgbClr val="FFFF66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PURGE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15" name="그룹 514">
            <a:extLst>
              <a:ext uri="{FF2B5EF4-FFF2-40B4-BE49-F238E27FC236}">
                <a16:creationId xmlns:a16="http://schemas.microsoft.com/office/drawing/2014/main" id="{6F9722E2-6908-4BAF-A33B-B4E998540686}"/>
              </a:ext>
            </a:extLst>
          </p:cNvPr>
          <p:cNvGrpSpPr/>
          <p:nvPr/>
        </p:nvGrpSpPr>
        <p:grpSpPr>
          <a:xfrm>
            <a:off x="1782625" y="2196690"/>
            <a:ext cx="540000" cy="372196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516" name="빗면 10">
              <a:extLst>
                <a:ext uri="{FF2B5EF4-FFF2-40B4-BE49-F238E27FC236}">
                  <a16:creationId xmlns:a16="http://schemas.microsoft.com/office/drawing/2014/main" id="{340F3011-DB12-49D0-9447-BA8B40DC34A3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EFCE8DC3-EECA-48BD-BB5E-AD4246ACB3C6}"/>
                </a:ext>
              </a:extLst>
            </p:cNvPr>
            <p:cNvSpPr txBox="1"/>
            <p:nvPr/>
          </p:nvSpPr>
          <p:spPr>
            <a:xfrm>
              <a:off x="1402822" y="2600931"/>
              <a:ext cx="511679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1</a:t>
              </a:r>
            </a:p>
          </p:txBody>
        </p:sp>
      </p:grpSp>
      <p:grpSp>
        <p:nvGrpSpPr>
          <p:cNvPr id="518" name="그룹 517">
            <a:extLst>
              <a:ext uri="{FF2B5EF4-FFF2-40B4-BE49-F238E27FC236}">
                <a16:creationId xmlns:a16="http://schemas.microsoft.com/office/drawing/2014/main" id="{7C7CD561-E7BB-4677-9562-21239AE1CC97}"/>
              </a:ext>
            </a:extLst>
          </p:cNvPr>
          <p:cNvGrpSpPr/>
          <p:nvPr/>
        </p:nvGrpSpPr>
        <p:grpSpPr>
          <a:xfrm>
            <a:off x="7274767" y="2196690"/>
            <a:ext cx="570990" cy="372196"/>
            <a:chOff x="1373167" y="2522555"/>
            <a:chExt cx="57099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519" name="빗면 105">
              <a:extLst>
                <a:ext uri="{FF2B5EF4-FFF2-40B4-BE49-F238E27FC236}">
                  <a16:creationId xmlns:a16="http://schemas.microsoft.com/office/drawing/2014/main" id="{E5F88F6D-DFF6-442E-AF31-4AB6E98C336F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18B69360-156C-4F88-808B-A52A088E79A9}"/>
                </a:ext>
              </a:extLst>
            </p:cNvPr>
            <p:cNvSpPr txBox="1"/>
            <p:nvPr/>
          </p:nvSpPr>
          <p:spPr>
            <a:xfrm>
              <a:off x="1373167" y="2600931"/>
              <a:ext cx="570990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10</a:t>
              </a:r>
            </a:p>
          </p:txBody>
        </p:sp>
      </p:grpSp>
      <p:grpSp>
        <p:nvGrpSpPr>
          <p:cNvPr id="521" name="그룹 520">
            <a:extLst>
              <a:ext uri="{FF2B5EF4-FFF2-40B4-BE49-F238E27FC236}">
                <a16:creationId xmlns:a16="http://schemas.microsoft.com/office/drawing/2014/main" id="{6E41E7AE-A59D-4B23-9F99-48AB7BCB4F09}"/>
              </a:ext>
            </a:extLst>
          </p:cNvPr>
          <p:cNvGrpSpPr/>
          <p:nvPr/>
        </p:nvGrpSpPr>
        <p:grpSpPr>
          <a:xfrm>
            <a:off x="7915995" y="2196690"/>
            <a:ext cx="570990" cy="372196"/>
            <a:chOff x="1373167" y="2522555"/>
            <a:chExt cx="57099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522" name="빗면 108">
              <a:extLst>
                <a:ext uri="{FF2B5EF4-FFF2-40B4-BE49-F238E27FC236}">
                  <a16:creationId xmlns:a16="http://schemas.microsoft.com/office/drawing/2014/main" id="{508D4563-CFAD-45F3-87ED-AAFC459309D9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7827DE8C-1046-4B74-B7EF-43477223DD66}"/>
                </a:ext>
              </a:extLst>
            </p:cNvPr>
            <p:cNvSpPr txBox="1"/>
            <p:nvPr/>
          </p:nvSpPr>
          <p:spPr>
            <a:xfrm>
              <a:off x="1373167" y="2600931"/>
              <a:ext cx="570990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11</a:t>
              </a:r>
            </a:p>
          </p:txBody>
        </p:sp>
      </p:grpSp>
      <p:grpSp>
        <p:nvGrpSpPr>
          <p:cNvPr id="524" name="그룹 523">
            <a:extLst>
              <a:ext uri="{FF2B5EF4-FFF2-40B4-BE49-F238E27FC236}">
                <a16:creationId xmlns:a16="http://schemas.microsoft.com/office/drawing/2014/main" id="{59BCCD58-DE9A-410D-B1D4-1397D6D8C288}"/>
              </a:ext>
            </a:extLst>
          </p:cNvPr>
          <p:cNvGrpSpPr/>
          <p:nvPr/>
        </p:nvGrpSpPr>
        <p:grpSpPr>
          <a:xfrm>
            <a:off x="8557218" y="2196690"/>
            <a:ext cx="570990" cy="372196"/>
            <a:chOff x="1373167" y="2522555"/>
            <a:chExt cx="57099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525" name="빗면 111">
              <a:extLst>
                <a:ext uri="{FF2B5EF4-FFF2-40B4-BE49-F238E27FC236}">
                  <a16:creationId xmlns:a16="http://schemas.microsoft.com/office/drawing/2014/main" id="{56613D44-28E8-41F4-82D5-45E0EE1C6A76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70534FA5-6A1B-455E-9B7E-4CB1D528DCFD}"/>
                </a:ext>
              </a:extLst>
            </p:cNvPr>
            <p:cNvSpPr txBox="1"/>
            <p:nvPr/>
          </p:nvSpPr>
          <p:spPr>
            <a:xfrm>
              <a:off x="1373167" y="2600931"/>
              <a:ext cx="570990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12</a:t>
              </a:r>
            </a:p>
          </p:txBody>
        </p:sp>
      </p:grpSp>
      <p:grpSp>
        <p:nvGrpSpPr>
          <p:cNvPr id="527" name="그룹 526">
            <a:extLst>
              <a:ext uri="{FF2B5EF4-FFF2-40B4-BE49-F238E27FC236}">
                <a16:creationId xmlns:a16="http://schemas.microsoft.com/office/drawing/2014/main" id="{C61B6BCA-85F0-41D2-9BEE-E490A1E52392}"/>
              </a:ext>
            </a:extLst>
          </p:cNvPr>
          <p:cNvGrpSpPr/>
          <p:nvPr/>
        </p:nvGrpSpPr>
        <p:grpSpPr>
          <a:xfrm>
            <a:off x="2392863" y="2196690"/>
            <a:ext cx="540000" cy="372196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528" name="빗면 114">
              <a:extLst>
                <a:ext uri="{FF2B5EF4-FFF2-40B4-BE49-F238E27FC236}">
                  <a16:creationId xmlns:a16="http://schemas.microsoft.com/office/drawing/2014/main" id="{6A56BFC5-7CF2-4511-8E2B-990A3F8C57C5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9" name="TextBox 528">
              <a:extLst>
                <a:ext uri="{FF2B5EF4-FFF2-40B4-BE49-F238E27FC236}">
                  <a16:creationId xmlns:a16="http://schemas.microsoft.com/office/drawing/2014/main" id="{DEBF8ECE-CF5E-45DD-A0ED-EE4C13F0C13E}"/>
                </a:ext>
              </a:extLst>
            </p:cNvPr>
            <p:cNvSpPr txBox="1"/>
            <p:nvPr/>
          </p:nvSpPr>
          <p:spPr>
            <a:xfrm>
              <a:off x="1402822" y="2600931"/>
              <a:ext cx="511679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2</a:t>
              </a:r>
            </a:p>
          </p:txBody>
        </p:sp>
      </p:grpSp>
      <p:grpSp>
        <p:nvGrpSpPr>
          <p:cNvPr id="530" name="그룹 529">
            <a:extLst>
              <a:ext uri="{FF2B5EF4-FFF2-40B4-BE49-F238E27FC236}">
                <a16:creationId xmlns:a16="http://schemas.microsoft.com/office/drawing/2014/main" id="{503916FD-8BDE-4820-82AF-C2BBA01F50A1}"/>
              </a:ext>
            </a:extLst>
          </p:cNvPr>
          <p:cNvGrpSpPr/>
          <p:nvPr/>
        </p:nvGrpSpPr>
        <p:grpSpPr>
          <a:xfrm>
            <a:off x="3003101" y="2196690"/>
            <a:ext cx="540000" cy="372196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531" name="빗면 117">
              <a:extLst>
                <a:ext uri="{FF2B5EF4-FFF2-40B4-BE49-F238E27FC236}">
                  <a16:creationId xmlns:a16="http://schemas.microsoft.com/office/drawing/2014/main" id="{052AADE6-2A15-4268-8572-6CF67EFE728E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2" name="TextBox 531">
              <a:extLst>
                <a:ext uri="{FF2B5EF4-FFF2-40B4-BE49-F238E27FC236}">
                  <a16:creationId xmlns:a16="http://schemas.microsoft.com/office/drawing/2014/main" id="{9E627F09-1B6B-433F-9636-4F44DF73D146}"/>
                </a:ext>
              </a:extLst>
            </p:cNvPr>
            <p:cNvSpPr txBox="1"/>
            <p:nvPr/>
          </p:nvSpPr>
          <p:spPr>
            <a:xfrm>
              <a:off x="1402822" y="2600931"/>
              <a:ext cx="511679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3</a:t>
              </a:r>
            </a:p>
          </p:txBody>
        </p:sp>
      </p:grpSp>
      <p:grpSp>
        <p:nvGrpSpPr>
          <p:cNvPr id="533" name="그룹 532">
            <a:extLst>
              <a:ext uri="{FF2B5EF4-FFF2-40B4-BE49-F238E27FC236}">
                <a16:creationId xmlns:a16="http://schemas.microsoft.com/office/drawing/2014/main" id="{4851DB7D-3B04-4955-9C54-D8961885B18C}"/>
              </a:ext>
            </a:extLst>
          </p:cNvPr>
          <p:cNvGrpSpPr/>
          <p:nvPr/>
        </p:nvGrpSpPr>
        <p:grpSpPr>
          <a:xfrm>
            <a:off x="3613339" y="2196690"/>
            <a:ext cx="540000" cy="372196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534" name="빗면 120">
              <a:extLst>
                <a:ext uri="{FF2B5EF4-FFF2-40B4-BE49-F238E27FC236}">
                  <a16:creationId xmlns:a16="http://schemas.microsoft.com/office/drawing/2014/main" id="{94184F31-AE8A-4CE2-BE7A-460036C2E24E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435310E0-31C5-4091-BB7E-FEE3F9F3017F}"/>
                </a:ext>
              </a:extLst>
            </p:cNvPr>
            <p:cNvSpPr txBox="1"/>
            <p:nvPr/>
          </p:nvSpPr>
          <p:spPr>
            <a:xfrm>
              <a:off x="1402822" y="2600931"/>
              <a:ext cx="511679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4</a:t>
              </a:r>
            </a:p>
          </p:txBody>
        </p:sp>
      </p:grpSp>
      <p:grpSp>
        <p:nvGrpSpPr>
          <p:cNvPr id="536" name="그룹 535">
            <a:extLst>
              <a:ext uri="{FF2B5EF4-FFF2-40B4-BE49-F238E27FC236}">
                <a16:creationId xmlns:a16="http://schemas.microsoft.com/office/drawing/2014/main" id="{2F640D7B-A3BE-4767-B77F-A58F81670FA7}"/>
              </a:ext>
            </a:extLst>
          </p:cNvPr>
          <p:cNvGrpSpPr/>
          <p:nvPr/>
        </p:nvGrpSpPr>
        <p:grpSpPr>
          <a:xfrm>
            <a:off x="4223577" y="2196690"/>
            <a:ext cx="540000" cy="372196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537" name="빗면 123">
              <a:extLst>
                <a:ext uri="{FF2B5EF4-FFF2-40B4-BE49-F238E27FC236}">
                  <a16:creationId xmlns:a16="http://schemas.microsoft.com/office/drawing/2014/main" id="{69F87960-1A2D-436B-A664-021699D91258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46564F8F-A62B-4B8A-A94A-34EE45D0C19E}"/>
                </a:ext>
              </a:extLst>
            </p:cNvPr>
            <p:cNvSpPr txBox="1"/>
            <p:nvPr/>
          </p:nvSpPr>
          <p:spPr>
            <a:xfrm>
              <a:off x="1402822" y="2600931"/>
              <a:ext cx="511679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5</a:t>
              </a:r>
            </a:p>
          </p:txBody>
        </p:sp>
      </p:grpSp>
      <p:grpSp>
        <p:nvGrpSpPr>
          <p:cNvPr id="539" name="그룹 538">
            <a:extLst>
              <a:ext uri="{FF2B5EF4-FFF2-40B4-BE49-F238E27FC236}">
                <a16:creationId xmlns:a16="http://schemas.microsoft.com/office/drawing/2014/main" id="{5A02793D-B7D2-427B-8BB8-F550FA873C22}"/>
              </a:ext>
            </a:extLst>
          </p:cNvPr>
          <p:cNvGrpSpPr/>
          <p:nvPr/>
        </p:nvGrpSpPr>
        <p:grpSpPr>
          <a:xfrm>
            <a:off x="4833815" y="2196690"/>
            <a:ext cx="540000" cy="372196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540" name="빗면 126">
              <a:extLst>
                <a:ext uri="{FF2B5EF4-FFF2-40B4-BE49-F238E27FC236}">
                  <a16:creationId xmlns:a16="http://schemas.microsoft.com/office/drawing/2014/main" id="{50F3EF72-82C5-46BB-BC99-F44BBB1A7B26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19699C01-1002-4421-86F1-B5F7567803D0}"/>
                </a:ext>
              </a:extLst>
            </p:cNvPr>
            <p:cNvSpPr txBox="1"/>
            <p:nvPr/>
          </p:nvSpPr>
          <p:spPr>
            <a:xfrm>
              <a:off x="1402822" y="2600931"/>
              <a:ext cx="511679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6</a:t>
              </a:r>
            </a:p>
          </p:txBody>
        </p:sp>
      </p:grpSp>
      <p:grpSp>
        <p:nvGrpSpPr>
          <p:cNvPr id="542" name="그룹 541">
            <a:extLst>
              <a:ext uri="{FF2B5EF4-FFF2-40B4-BE49-F238E27FC236}">
                <a16:creationId xmlns:a16="http://schemas.microsoft.com/office/drawing/2014/main" id="{DDCD2B48-F748-4682-9787-BED52AD34BE0}"/>
              </a:ext>
            </a:extLst>
          </p:cNvPr>
          <p:cNvGrpSpPr/>
          <p:nvPr/>
        </p:nvGrpSpPr>
        <p:grpSpPr>
          <a:xfrm>
            <a:off x="5444053" y="2196690"/>
            <a:ext cx="540000" cy="372196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543" name="빗면 129">
              <a:extLst>
                <a:ext uri="{FF2B5EF4-FFF2-40B4-BE49-F238E27FC236}">
                  <a16:creationId xmlns:a16="http://schemas.microsoft.com/office/drawing/2014/main" id="{4CEB3EB3-00BF-4C17-99CE-DA4C94041729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7B79E6C7-EFD8-4A91-AB29-091E24D9EC00}"/>
                </a:ext>
              </a:extLst>
            </p:cNvPr>
            <p:cNvSpPr txBox="1"/>
            <p:nvPr/>
          </p:nvSpPr>
          <p:spPr>
            <a:xfrm>
              <a:off x="1402821" y="2600931"/>
              <a:ext cx="511680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7</a:t>
              </a:r>
            </a:p>
          </p:txBody>
        </p:sp>
      </p:grpSp>
      <p:grpSp>
        <p:nvGrpSpPr>
          <p:cNvPr id="545" name="그룹 544">
            <a:extLst>
              <a:ext uri="{FF2B5EF4-FFF2-40B4-BE49-F238E27FC236}">
                <a16:creationId xmlns:a16="http://schemas.microsoft.com/office/drawing/2014/main" id="{4FCC2A7C-1261-4923-9F51-E424AAE13CC2}"/>
              </a:ext>
            </a:extLst>
          </p:cNvPr>
          <p:cNvGrpSpPr/>
          <p:nvPr/>
        </p:nvGrpSpPr>
        <p:grpSpPr>
          <a:xfrm>
            <a:off x="6054291" y="2196690"/>
            <a:ext cx="540000" cy="372196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546" name="빗면 132">
              <a:extLst>
                <a:ext uri="{FF2B5EF4-FFF2-40B4-BE49-F238E27FC236}">
                  <a16:creationId xmlns:a16="http://schemas.microsoft.com/office/drawing/2014/main" id="{BA0441A6-8261-41F1-AEFC-B910ACDC83D0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31E02796-3509-44BE-8E23-3EEAF0ADE539}"/>
                </a:ext>
              </a:extLst>
            </p:cNvPr>
            <p:cNvSpPr txBox="1"/>
            <p:nvPr/>
          </p:nvSpPr>
          <p:spPr>
            <a:xfrm>
              <a:off x="1402821" y="2600931"/>
              <a:ext cx="511680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8</a:t>
              </a:r>
            </a:p>
          </p:txBody>
        </p:sp>
      </p:grpSp>
      <p:grpSp>
        <p:nvGrpSpPr>
          <p:cNvPr id="548" name="그룹 547">
            <a:extLst>
              <a:ext uri="{FF2B5EF4-FFF2-40B4-BE49-F238E27FC236}">
                <a16:creationId xmlns:a16="http://schemas.microsoft.com/office/drawing/2014/main" id="{92E12F56-AEA0-46FC-9B5F-AB47BB03F33A}"/>
              </a:ext>
            </a:extLst>
          </p:cNvPr>
          <p:cNvGrpSpPr/>
          <p:nvPr/>
        </p:nvGrpSpPr>
        <p:grpSpPr>
          <a:xfrm>
            <a:off x="6664529" y="2196690"/>
            <a:ext cx="540000" cy="372196"/>
            <a:chOff x="1388662" y="2522555"/>
            <a:chExt cx="540000" cy="372196"/>
          </a:xfrm>
          <a:effectLst>
            <a:glow rad="38100">
              <a:sysClr val="window" lastClr="FFFFFF">
                <a:lumMod val="65000"/>
              </a:sysClr>
            </a:glow>
          </a:effectLst>
        </p:grpSpPr>
        <p:sp>
          <p:nvSpPr>
            <p:cNvPr id="549" name="빗면 135">
              <a:extLst>
                <a:ext uri="{FF2B5EF4-FFF2-40B4-BE49-F238E27FC236}">
                  <a16:creationId xmlns:a16="http://schemas.microsoft.com/office/drawing/2014/main" id="{8C769987-5769-4BEB-A9BA-4F540A1EF3A8}"/>
                </a:ext>
              </a:extLst>
            </p:cNvPr>
            <p:cNvSpPr/>
            <p:nvPr/>
          </p:nvSpPr>
          <p:spPr>
            <a:xfrm>
              <a:off x="1388662" y="2522555"/>
              <a:ext cx="540000" cy="372196"/>
            </a:xfrm>
            <a:prstGeom prst="bevel">
              <a:avLst/>
            </a:prstGeom>
            <a:solidFill>
              <a:srgbClr val="4F81BD">
                <a:lumMod val="5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1466551F-E350-495C-8BD7-108AD0C3439B}"/>
                </a:ext>
              </a:extLst>
            </p:cNvPr>
            <p:cNvSpPr txBox="1"/>
            <p:nvPr/>
          </p:nvSpPr>
          <p:spPr>
            <a:xfrm>
              <a:off x="1402821" y="2600931"/>
              <a:ext cx="511680" cy="2154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 extrusionH="6350">
              <a:bevelT w="6350" prst="angle"/>
              <a:bevelB prst="angle"/>
            </a:sp3d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GUN 9</a:t>
              </a:r>
            </a:p>
          </p:txBody>
        </p:sp>
      </p:grpSp>
      <p:graphicFrame>
        <p:nvGraphicFramePr>
          <p:cNvPr id="551" name="표 550">
            <a:extLst>
              <a:ext uri="{FF2B5EF4-FFF2-40B4-BE49-F238E27FC236}">
                <a16:creationId xmlns:a16="http://schemas.microsoft.com/office/drawing/2014/main" id="{253856F5-F6EB-4AF9-BB29-B1C6A64A9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425719"/>
              </p:ext>
            </p:extLst>
          </p:nvPr>
        </p:nvGraphicFramePr>
        <p:xfrm>
          <a:off x="1825515" y="3062157"/>
          <a:ext cx="2204344" cy="1122771"/>
        </p:xfrm>
        <a:graphic>
          <a:graphicData uri="http://schemas.openxmlformats.org/drawingml/2006/table">
            <a:tbl>
              <a:tblPr firstRow="1" bandRow="1"/>
              <a:tblGrid>
                <a:gridCol w="1102172">
                  <a:extLst>
                    <a:ext uri="{9D8B030D-6E8A-4147-A177-3AD203B41FA5}">
                      <a16:colId xmlns:a16="http://schemas.microsoft.com/office/drawing/2014/main" val="1988627526"/>
                    </a:ext>
                  </a:extLst>
                </a:gridCol>
                <a:gridCol w="1102172">
                  <a:extLst>
                    <a:ext uri="{9D8B030D-6E8A-4147-A177-3AD203B41FA5}">
                      <a16:colId xmlns:a16="http://schemas.microsoft.com/office/drawing/2014/main" val="3193693063"/>
                    </a:ext>
                  </a:extLst>
                </a:gridCol>
              </a:tblGrid>
              <a:tr h="374257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THINNER (sec)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742127"/>
                  </a:ext>
                </a:extLst>
              </a:tr>
              <a:tr h="3742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SETTING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123.4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183912"/>
                  </a:ext>
                </a:extLst>
              </a:tr>
              <a:tr h="3742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RUNNING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123.4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031730"/>
                  </a:ext>
                </a:extLst>
              </a:tr>
            </a:tbl>
          </a:graphicData>
        </a:graphic>
      </p:graphicFrame>
      <p:graphicFrame>
        <p:nvGraphicFramePr>
          <p:cNvPr id="552" name="표 551">
            <a:extLst>
              <a:ext uri="{FF2B5EF4-FFF2-40B4-BE49-F238E27FC236}">
                <a16:creationId xmlns:a16="http://schemas.microsoft.com/office/drawing/2014/main" id="{B8B2F9BD-2BC2-4E4E-BC79-6891031C8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768795"/>
              </p:ext>
            </p:extLst>
          </p:nvPr>
        </p:nvGraphicFramePr>
        <p:xfrm>
          <a:off x="4098634" y="3064036"/>
          <a:ext cx="2204344" cy="1122771"/>
        </p:xfrm>
        <a:graphic>
          <a:graphicData uri="http://schemas.openxmlformats.org/drawingml/2006/table">
            <a:tbl>
              <a:tblPr firstRow="1" bandRow="1"/>
              <a:tblGrid>
                <a:gridCol w="1102172">
                  <a:extLst>
                    <a:ext uri="{9D8B030D-6E8A-4147-A177-3AD203B41FA5}">
                      <a16:colId xmlns:a16="http://schemas.microsoft.com/office/drawing/2014/main" val="1988627526"/>
                    </a:ext>
                  </a:extLst>
                </a:gridCol>
                <a:gridCol w="1102172">
                  <a:extLst>
                    <a:ext uri="{9D8B030D-6E8A-4147-A177-3AD203B41FA5}">
                      <a16:colId xmlns:a16="http://schemas.microsoft.com/office/drawing/2014/main" val="3193693063"/>
                    </a:ext>
                  </a:extLst>
                </a:gridCol>
              </a:tblGrid>
              <a:tr h="374257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AIR (sec)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742127"/>
                  </a:ext>
                </a:extLst>
              </a:tr>
              <a:tr h="3742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SETTING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123.4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183912"/>
                  </a:ext>
                </a:extLst>
              </a:tr>
              <a:tr h="3742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RUNNING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123.4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031730"/>
                  </a:ext>
                </a:extLst>
              </a:tr>
            </a:tbl>
          </a:graphicData>
        </a:graphic>
      </p:graphicFrame>
      <p:graphicFrame>
        <p:nvGraphicFramePr>
          <p:cNvPr id="553" name="표 552">
            <a:extLst>
              <a:ext uri="{FF2B5EF4-FFF2-40B4-BE49-F238E27FC236}">
                <a16:creationId xmlns:a16="http://schemas.microsoft.com/office/drawing/2014/main" id="{81FD77EF-8C92-43A6-AAFD-70771DB77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76975"/>
              </p:ext>
            </p:extLst>
          </p:nvPr>
        </p:nvGraphicFramePr>
        <p:xfrm>
          <a:off x="6372125" y="3438293"/>
          <a:ext cx="1762190" cy="748514"/>
        </p:xfrm>
        <a:graphic>
          <a:graphicData uri="http://schemas.openxmlformats.org/drawingml/2006/table">
            <a:tbl>
              <a:tblPr firstRow="1" bandRow="1"/>
              <a:tblGrid>
                <a:gridCol w="1114118">
                  <a:extLst>
                    <a:ext uri="{9D8B030D-6E8A-4147-A177-3AD203B41FA5}">
                      <a16:colId xmlns:a16="http://schemas.microsoft.com/office/drawing/2014/main" val="1988627526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193693063"/>
                    </a:ext>
                  </a:extLst>
                </a:gridCol>
              </a:tblGrid>
              <a:tr h="3742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SETTING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123</a:t>
                      </a:r>
                      <a:endParaRPr lang="ko-KR" alt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183912"/>
                  </a:ext>
                </a:extLst>
              </a:tr>
              <a:tr h="3742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RUNNING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031730"/>
                  </a:ext>
                </a:extLst>
              </a:tr>
            </a:tbl>
          </a:graphicData>
        </a:graphic>
      </p:graphicFrame>
      <p:graphicFrame>
        <p:nvGraphicFramePr>
          <p:cNvPr id="554" name="표 553">
            <a:extLst>
              <a:ext uri="{FF2B5EF4-FFF2-40B4-BE49-F238E27FC236}">
                <a16:creationId xmlns:a16="http://schemas.microsoft.com/office/drawing/2014/main" id="{C963CA35-EA43-4D37-B2E8-0693868BB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893485"/>
              </p:ext>
            </p:extLst>
          </p:nvPr>
        </p:nvGraphicFramePr>
        <p:xfrm>
          <a:off x="1825515" y="4634146"/>
          <a:ext cx="2204344" cy="1122771"/>
        </p:xfrm>
        <a:graphic>
          <a:graphicData uri="http://schemas.openxmlformats.org/drawingml/2006/table">
            <a:tbl>
              <a:tblPr firstRow="1" bandRow="1"/>
              <a:tblGrid>
                <a:gridCol w="1102172">
                  <a:extLst>
                    <a:ext uri="{9D8B030D-6E8A-4147-A177-3AD203B41FA5}">
                      <a16:colId xmlns:a16="http://schemas.microsoft.com/office/drawing/2014/main" val="1988627526"/>
                    </a:ext>
                  </a:extLst>
                </a:gridCol>
                <a:gridCol w="1102172">
                  <a:extLst>
                    <a:ext uri="{9D8B030D-6E8A-4147-A177-3AD203B41FA5}">
                      <a16:colId xmlns:a16="http://schemas.microsoft.com/office/drawing/2014/main" val="3193693063"/>
                    </a:ext>
                  </a:extLst>
                </a:gridCol>
              </a:tblGrid>
              <a:tr h="374257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COLOR</a:t>
                      </a:r>
                      <a:r>
                        <a:rPr lang="en-US" altLang="ko-KR" sz="1200" baseline="0" dirty="0">
                          <a:solidFill>
                            <a:schemeClr val="bg1"/>
                          </a:solidFill>
                        </a:rPr>
                        <a:t> LOAD (sec)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742127"/>
                  </a:ext>
                </a:extLst>
              </a:tr>
              <a:tr h="3742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SETTING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123.4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183912"/>
                  </a:ext>
                </a:extLst>
              </a:tr>
              <a:tr h="3742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RUNNING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123.4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031730"/>
                  </a:ext>
                </a:extLst>
              </a:tr>
            </a:tbl>
          </a:graphicData>
        </a:graphic>
      </p:graphicFrame>
      <p:grpSp>
        <p:nvGrpSpPr>
          <p:cNvPr id="555" name="그룹 554">
            <a:extLst>
              <a:ext uri="{FF2B5EF4-FFF2-40B4-BE49-F238E27FC236}">
                <a16:creationId xmlns:a16="http://schemas.microsoft.com/office/drawing/2014/main" id="{99E875A7-D920-475C-9000-D7198C73623A}"/>
              </a:ext>
            </a:extLst>
          </p:cNvPr>
          <p:cNvGrpSpPr/>
          <p:nvPr/>
        </p:nvGrpSpPr>
        <p:grpSpPr>
          <a:xfrm>
            <a:off x="8176090" y="3438293"/>
            <a:ext cx="935384" cy="746635"/>
            <a:chOff x="7782127" y="3730075"/>
            <a:chExt cx="935384" cy="746635"/>
          </a:xfrm>
        </p:grpSpPr>
        <p:sp>
          <p:nvSpPr>
            <p:cNvPr id="556" name="빗면 35">
              <a:extLst>
                <a:ext uri="{FF2B5EF4-FFF2-40B4-BE49-F238E27FC236}">
                  <a16:creationId xmlns:a16="http://schemas.microsoft.com/office/drawing/2014/main" id="{D6EDDDDD-B781-4DC4-933C-A9835116B314}"/>
                </a:ext>
              </a:extLst>
            </p:cNvPr>
            <p:cNvSpPr/>
            <p:nvPr/>
          </p:nvSpPr>
          <p:spPr>
            <a:xfrm>
              <a:off x="7795194" y="3730075"/>
              <a:ext cx="909250" cy="746635"/>
            </a:xfrm>
            <a:prstGeom prst="bevel">
              <a:avLst>
                <a:gd name="adj" fmla="val 7822"/>
              </a:avLst>
            </a:prstGeom>
            <a:solidFill>
              <a:sysClr val="window" lastClr="FFFFFF">
                <a:lumMod val="6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8F857EFF-100C-4EC4-8863-B80C53D1E15E}"/>
                </a:ext>
              </a:extLst>
            </p:cNvPr>
            <p:cNvSpPr txBox="1"/>
            <p:nvPr/>
          </p:nvSpPr>
          <p:spPr>
            <a:xfrm>
              <a:off x="7782127" y="3780227"/>
              <a:ext cx="935384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PURGE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558" name="그룹 557">
            <a:extLst>
              <a:ext uri="{FF2B5EF4-FFF2-40B4-BE49-F238E27FC236}">
                <a16:creationId xmlns:a16="http://schemas.microsoft.com/office/drawing/2014/main" id="{38FC8EC4-B281-4C59-9CEC-111A77F8DD6F}"/>
              </a:ext>
            </a:extLst>
          </p:cNvPr>
          <p:cNvGrpSpPr/>
          <p:nvPr/>
        </p:nvGrpSpPr>
        <p:grpSpPr>
          <a:xfrm>
            <a:off x="8189157" y="5012160"/>
            <a:ext cx="909250" cy="746635"/>
            <a:chOff x="7795194" y="3730075"/>
            <a:chExt cx="909250" cy="746635"/>
          </a:xfrm>
        </p:grpSpPr>
        <p:sp>
          <p:nvSpPr>
            <p:cNvPr id="559" name="빗면 144">
              <a:extLst>
                <a:ext uri="{FF2B5EF4-FFF2-40B4-BE49-F238E27FC236}">
                  <a16:creationId xmlns:a16="http://schemas.microsoft.com/office/drawing/2014/main" id="{21DA3E1D-6AEC-446A-9F6A-0CEC9E4DA2D9}"/>
                </a:ext>
              </a:extLst>
            </p:cNvPr>
            <p:cNvSpPr/>
            <p:nvPr/>
          </p:nvSpPr>
          <p:spPr>
            <a:xfrm>
              <a:off x="7795194" y="3730075"/>
              <a:ext cx="909250" cy="746635"/>
            </a:xfrm>
            <a:prstGeom prst="bevel">
              <a:avLst>
                <a:gd name="adj" fmla="val 7822"/>
              </a:avLst>
            </a:prstGeom>
            <a:solidFill>
              <a:sysClr val="window" lastClr="FFFFFF">
                <a:lumMod val="6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A0EB3C86-7FD4-4C45-9830-6C0D899340CB}"/>
                </a:ext>
              </a:extLst>
            </p:cNvPr>
            <p:cNvSpPr txBox="1"/>
            <p:nvPr/>
          </p:nvSpPr>
          <p:spPr>
            <a:xfrm>
              <a:off x="7846760" y="3780227"/>
              <a:ext cx="806118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LOAD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</a:rPr>
                <a:t>OFF</a:t>
              </a: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561" name="빗면 146">
            <a:extLst>
              <a:ext uri="{FF2B5EF4-FFF2-40B4-BE49-F238E27FC236}">
                <a16:creationId xmlns:a16="http://schemas.microsoft.com/office/drawing/2014/main" id="{433FAE92-C124-4C8A-8840-8BB7827F1BE7}"/>
              </a:ext>
            </a:extLst>
          </p:cNvPr>
          <p:cNvSpPr>
            <a:spLocks/>
          </p:cNvSpPr>
          <p:nvPr/>
        </p:nvSpPr>
        <p:spPr>
          <a:xfrm>
            <a:off x="6766283" y="1778142"/>
            <a:ext cx="1080000" cy="360000"/>
          </a:xfrm>
          <a:prstGeom prst="bevel">
            <a:avLst/>
          </a:prstGeom>
          <a:solidFill>
            <a:srgbClr val="9BBB59">
              <a:lumMod val="60000"/>
              <a:lumOff val="40000"/>
            </a:srgb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ALL SELECT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2" name="빗면 147">
            <a:extLst>
              <a:ext uri="{FF2B5EF4-FFF2-40B4-BE49-F238E27FC236}">
                <a16:creationId xmlns:a16="http://schemas.microsoft.com/office/drawing/2014/main" id="{98AD00EF-5946-4F5A-BFA8-DC4EC1659F4B}"/>
              </a:ext>
            </a:extLst>
          </p:cNvPr>
          <p:cNvSpPr>
            <a:spLocks/>
          </p:cNvSpPr>
          <p:nvPr/>
        </p:nvSpPr>
        <p:spPr>
          <a:xfrm>
            <a:off x="8020779" y="1778142"/>
            <a:ext cx="1080000" cy="360000"/>
          </a:xfrm>
          <a:prstGeom prst="bevel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ALL NOT SELECT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64486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F3F75BA2-2932-4AAD-85EE-4298C0FA22B2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MODEL SELECTION (1)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16FF57B6-644C-4E28-AAF7-68F2FA36EF99}"/>
              </a:ext>
            </a:extLst>
          </p:cNvPr>
          <p:cNvSpPr/>
          <p:nvPr/>
        </p:nvSpPr>
        <p:spPr>
          <a:xfrm>
            <a:off x="780963" y="1104703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67722062-B482-46B5-A12E-DB3DBD012423}"/>
              </a:ext>
            </a:extLst>
          </p:cNvPr>
          <p:cNvSpPr/>
          <p:nvPr/>
        </p:nvSpPr>
        <p:spPr>
          <a:xfrm>
            <a:off x="780963" y="1104703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5EFC5765-D9C4-4480-A247-CCB1FEE7CB9B}"/>
              </a:ext>
            </a:extLst>
          </p:cNvPr>
          <p:cNvCxnSpPr/>
          <p:nvPr/>
        </p:nvCxnSpPr>
        <p:spPr>
          <a:xfrm>
            <a:off x="1742113" y="1753033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9CA5A20C-08BF-48BF-828A-35C22641A154}"/>
              </a:ext>
            </a:extLst>
          </p:cNvPr>
          <p:cNvGrpSpPr/>
          <p:nvPr/>
        </p:nvGrpSpPr>
        <p:grpSpPr>
          <a:xfrm>
            <a:off x="793627" y="3555369"/>
            <a:ext cx="936000" cy="450000"/>
            <a:chOff x="395536" y="3731115"/>
            <a:chExt cx="936000" cy="468000"/>
          </a:xfrm>
        </p:grpSpPr>
        <p:sp>
          <p:nvSpPr>
            <p:cNvPr id="155" name="빗면 32">
              <a:extLst>
                <a:ext uri="{FF2B5EF4-FFF2-40B4-BE49-F238E27FC236}">
                  <a16:creationId xmlns:a16="http://schemas.microsoft.com/office/drawing/2014/main" id="{FED58034-529A-4DD8-AA84-44D9ED38C7A7}"/>
                </a:ext>
              </a:extLst>
            </p:cNvPr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56" name="그림 155">
              <a:extLst>
                <a:ext uri="{FF2B5EF4-FFF2-40B4-BE49-F238E27FC236}">
                  <a16:creationId xmlns:a16="http://schemas.microsoft.com/office/drawing/2014/main" id="{84A877B6-3D00-4E26-9695-9247C21B7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157" name="그림 156">
              <a:extLst>
                <a:ext uri="{FF2B5EF4-FFF2-40B4-BE49-F238E27FC236}">
                  <a16:creationId xmlns:a16="http://schemas.microsoft.com/office/drawing/2014/main" id="{81BDD646-1BEF-4265-8FDF-B14821CF1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2DF6C41F-41BC-4DAB-A5C0-1B06DA62D228}"/>
              </a:ext>
            </a:extLst>
          </p:cNvPr>
          <p:cNvGrpSpPr/>
          <p:nvPr/>
        </p:nvGrpSpPr>
        <p:grpSpPr>
          <a:xfrm>
            <a:off x="793627" y="4907031"/>
            <a:ext cx="936000" cy="450000"/>
            <a:chOff x="403799" y="5149683"/>
            <a:chExt cx="936000" cy="468000"/>
          </a:xfrm>
        </p:grpSpPr>
        <p:sp>
          <p:nvSpPr>
            <p:cNvPr id="159" name="빗면 77">
              <a:extLst>
                <a:ext uri="{FF2B5EF4-FFF2-40B4-BE49-F238E27FC236}">
                  <a16:creationId xmlns:a16="http://schemas.microsoft.com/office/drawing/2014/main" id="{308F2A6B-7D11-402A-B02C-420BD651A096}"/>
                </a:ext>
              </a:extLst>
            </p:cNvPr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60" name="그림 159">
              <a:extLst>
                <a:ext uri="{FF2B5EF4-FFF2-40B4-BE49-F238E27FC236}">
                  <a16:creationId xmlns:a16="http://schemas.microsoft.com/office/drawing/2014/main" id="{A8154D52-2468-4367-9CE5-030236F96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33AFA74F-6813-423A-AB80-A1F5F0A16643}"/>
              </a:ext>
            </a:extLst>
          </p:cNvPr>
          <p:cNvGrpSpPr/>
          <p:nvPr/>
        </p:nvGrpSpPr>
        <p:grpSpPr>
          <a:xfrm>
            <a:off x="793627" y="5357583"/>
            <a:ext cx="936000" cy="450000"/>
            <a:chOff x="395536" y="5625295"/>
            <a:chExt cx="936000" cy="468000"/>
          </a:xfrm>
        </p:grpSpPr>
        <p:sp>
          <p:nvSpPr>
            <p:cNvPr id="162" name="빗면 36">
              <a:extLst>
                <a:ext uri="{FF2B5EF4-FFF2-40B4-BE49-F238E27FC236}">
                  <a16:creationId xmlns:a16="http://schemas.microsoft.com/office/drawing/2014/main" id="{8BB6191C-D454-4158-9D36-DB9D54A6F8ED}"/>
                </a:ext>
              </a:extLst>
            </p:cNvPr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3" name="왼쪽 화살표 1034">
              <a:extLst>
                <a:ext uri="{FF2B5EF4-FFF2-40B4-BE49-F238E27FC236}">
                  <a16:creationId xmlns:a16="http://schemas.microsoft.com/office/drawing/2014/main" id="{FCC30AA5-F769-41AB-9BD4-B4507BD3E272}"/>
                </a:ext>
              </a:extLst>
            </p:cNvPr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2E3FD5F6-7887-4898-BE97-5E34DD6B865D}"/>
              </a:ext>
            </a:extLst>
          </p:cNvPr>
          <p:cNvGrpSpPr/>
          <p:nvPr/>
        </p:nvGrpSpPr>
        <p:grpSpPr>
          <a:xfrm>
            <a:off x="793627" y="1753153"/>
            <a:ext cx="936000" cy="450000"/>
            <a:chOff x="395536" y="1844823"/>
            <a:chExt cx="936000" cy="468000"/>
          </a:xfrm>
        </p:grpSpPr>
        <p:sp>
          <p:nvSpPr>
            <p:cNvPr id="165" name="빗면 28">
              <a:extLst>
                <a:ext uri="{FF2B5EF4-FFF2-40B4-BE49-F238E27FC236}">
                  <a16:creationId xmlns:a16="http://schemas.microsoft.com/office/drawing/2014/main" id="{919C63EF-EFE8-4228-8B17-A44E46562E61}"/>
                </a:ext>
              </a:extLst>
            </p:cNvPr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EF249F6A-0D5F-42C0-B06C-9F2242E48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71B45594-9789-409B-BB87-BD8348176DA1}"/>
              </a:ext>
            </a:extLst>
          </p:cNvPr>
          <p:cNvGrpSpPr/>
          <p:nvPr/>
        </p:nvGrpSpPr>
        <p:grpSpPr>
          <a:xfrm>
            <a:off x="793627" y="4456477"/>
            <a:ext cx="936000" cy="450000"/>
            <a:chOff x="395536" y="4674261"/>
            <a:chExt cx="936000" cy="468000"/>
          </a:xfrm>
        </p:grpSpPr>
        <p:sp>
          <p:nvSpPr>
            <p:cNvPr id="168" name="빗면 34">
              <a:extLst>
                <a:ext uri="{FF2B5EF4-FFF2-40B4-BE49-F238E27FC236}">
                  <a16:creationId xmlns:a16="http://schemas.microsoft.com/office/drawing/2014/main" id="{EB2FDACF-5C2C-408A-8D4C-AC3A32CC33BE}"/>
                </a:ext>
              </a:extLst>
            </p:cNvPr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69" name="그림 168">
              <a:extLst>
                <a:ext uri="{FF2B5EF4-FFF2-40B4-BE49-F238E27FC236}">
                  <a16:creationId xmlns:a16="http://schemas.microsoft.com/office/drawing/2014/main" id="{B58CA64F-F8B2-4806-84A6-59B6F3686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sp>
        <p:nvSpPr>
          <p:cNvPr id="170" name="TextBox 169">
            <a:extLst>
              <a:ext uri="{FF2B5EF4-FFF2-40B4-BE49-F238E27FC236}">
                <a16:creationId xmlns:a16="http://schemas.microsoft.com/office/drawing/2014/main" id="{A6C1B7DB-E0F4-48F3-98C1-A81B5D2EF676}"/>
              </a:ext>
            </a:extLst>
          </p:cNvPr>
          <p:cNvSpPr txBox="1"/>
          <p:nvPr/>
        </p:nvSpPr>
        <p:spPr>
          <a:xfrm>
            <a:off x="802968" y="1522201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E6C654A4-03E3-4D26-9FA7-1AB077382069}"/>
              </a:ext>
            </a:extLst>
          </p:cNvPr>
          <p:cNvGrpSpPr/>
          <p:nvPr/>
        </p:nvGrpSpPr>
        <p:grpSpPr>
          <a:xfrm>
            <a:off x="793627" y="3104815"/>
            <a:ext cx="936000" cy="450000"/>
            <a:chOff x="410776" y="3498167"/>
            <a:chExt cx="936000" cy="432000"/>
          </a:xfrm>
        </p:grpSpPr>
        <p:sp>
          <p:nvSpPr>
            <p:cNvPr id="172" name="빗면 31">
              <a:extLst>
                <a:ext uri="{FF2B5EF4-FFF2-40B4-BE49-F238E27FC236}">
                  <a16:creationId xmlns:a16="http://schemas.microsoft.com/office/drawing/2014/main" id="{AE6FB696-7E0B-411E-8017-A1DD0DA8E4C6}"/>
                </a:ext>
              </a:extLst>
            </p:cNvPr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73" name="그림 172">
              <a:extLst>
                <a:ext uri="{FF2B5EF4-FFF2-40B4-BE49-F238E27FC236}">
                  <a16:creationId xmlns:a16="http://schemas.microsoft.com/office/drawing/2014/main" id="{22A49E70-26F4-44CD-9FC5-256D79DC1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7084DFAF-AA49-43E6-9EFA-4E307FD95649}"/>
              </a:ext>
            </a:extLst>
          </p:cNvPr>
          <p:cNvGrpSpPr/>
          <p:nvPr/>
        </p:nvGrpSpPr>
        <p:grpSpPr>
          <a:xfrm>
            <a:off x="793627" y="2203707"/>
            <a:ext cx="936000" cy="450000"/>
            <a:chOff x="410776" y="2635965"/>
            <a:chExt cx="936000" cy="432000"/>
          </a:xfrm>
        </p:grpSpPr>
        <p:sp>
          <p:nvSpPr>
            <p:cNvPr id="175" name="빗면 29">
              <a:extLst>
                <a:ext uri="{FF2B5EF4-FFF2-40B4-BE49-F238E27FC236}">
                  <a16:creationId xmlns:a16="http://schemas.microsoft.com/office/drawing/2014/main" id="{357FBB74-9D04-473A-8D49-7471DC9353C7}"/>
                </a:ext>
              </a:extLst>
            </p:cNvPr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76" name="그림 175">
              <a:extLst>
                <a:ext uri="{FF2B5EF4-FFF2-40B4-BE49-F238E27FC236}">
                  <a16:creationId xmlns:a16="http://schemas.microsoft.com/office/drawing/2014/main" id="{8C39DF56-FFC2-47A9-ACD1-C25D1A4D4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CB69BB9B-E3D8-4030-83CB-F74562C30274}"/>
              </a:ext>
            </a:extLst>
          </p:cNvPr>
          <p:cNvGrpSpPr/>
          <p:nvPr/>
        </p:nvGrpSpPr>
        <p:grpSpPr>
          <a:xfrm>
            <a:off x="793627" y="2654261"/>
            <a:ext cx="936000" cy="450000"/>
            <a:chOff x="410776" y="3067066"/>
            <a:chExt cx="936000" cy="432000"/>
          </a:xfrm>
        </p:grpSpPr>
        <p:sp>
          <p:nvSpPr>
            <p:cNvPr id="178" name="빗면 30">
              <a:extLst>
                <a:ext uri="{FF2B5EF4-FFF2-40B4-BE49-F238E27FC236}">
                  <a16:creationId xmlns:a16="http://schemas.microsoft.com/office/drawing/2014/main" id="{B928B3D0-2ECC-4D4C-86B2-F0AC59B5CB06}"/>
                </a:ext>
              </a:extLst>
            </p:cNvPr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79" name="그림 178">
              <a:extLst>
                <a:ext uri="{FF2B5EF4-FFF2-40B4-BE49-F238E27FC236}">
                  <a16:creationId xmlns:a16="http://schemas.microsoft.com/office/drawing/2014/main" id="{F26EE980-CAE2-4F58-8172-339BAF6CB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180" name="그림 179">
              <a:extLst>
                <a:ext uri="{FF2B5EF4-FFF2-40B4-BE49-F238E27FC236}">
                  <a16:creationId xmlns:a16="http://schemas.microsoft.com/office/drawing/2014/main" id="{3B8DC272-19BF-40B5-AF8A-C03F99CC5B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181" name="그림 180">
              <a:extLst>
                <a:ext uri="{FF2B5EF4-FFF2-40B4-BE49-F238E27FC236}">
                  <a16:creationId xmlns:a16="http://schemas.microsoft.com/office/drawing/2014/main" id="{A9A1D5B6-10F6-43B4-BE13-23241ACA0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161C07E7-408A-474D-AB28-DB73775076E6}"/>
              </a:ext>
            </a:extLst>
          </p:cNvPr>
          <p:cNvGrpSpPr/>
          <p:nvPr/>
        </p:nvGrpSpPr>
        <p:grpSpPr>
          <a:xfrm>
            <a:off x="793627" y="4005923"/>
            <a:ext cx="936000" cy="450000"/>
            <a:chOff x="410776" y="4360369"/>
            <a:chExt cx="936000" cy="432000"/>
          </a:xfrm>
        </p:grpSpPr>
        <p:sp>
          <p:nvSpPr>
            <p:cNvPr id="183" name="빗면 33">
              <a:extLst>
                <a:ext uri="{FF2B5EF4-FFF2-40B4-BE49-F238E27FC236}">
                  <a16:creationId xmlns:a16="http://schemas.microsoft.com/office/drawing/2014/main" id="{10C0BEFB-C2A9-48E8-B6DA-F9CF4FC5E09F}"/>
                </a:ext>
              </a:extLst>
            </p:cNvPr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84" name="그림 183">
              <a:extLst>
                <a:ext uri="{FF2B5EF4-FFF2-40B4-BE49-F238E27FC236}">
                  <a16:creationId xmlns:a16="http://schemas.microsoft.com/office/drawing/2014/main" id="{B7341540-934E-4D81-A59D-4B1A7909C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aphicFrame>
        <p:nvGraphicFramePr>
          <p:cNvPr id="185" name="표 184">
            <a:extLst>
              <a:ext uri="{FF2B5EF4-FFF2-40B4-BE49-F238E27FC236}">
                <a16:creationId xmlns:a16="http://schemas.microsoft.com/office/drawing/2014/main" id="{A2175AE3-4174-4323-A831-4A38D720E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555085"/>
              </p:ext>
            </p:extLst>
          </p:nvPr>
        </p:nvGraphicFramePr>
        <p:xfrm>
          <a:off x="1820507" y="2302726"/>
          <a:ext cx="7249911" cy="2995330"/>
        </p:xfrm>
        <a:graphic>
          <a:graphicData uri="http://schemas.openxmlformats.org/drawingml/2006/table">
            <a:tbl>
              <a:tblPr/>
              <a:tblGrid>
                <a:gridCol w="520036">
                  <a:extLst>
                    <a:ext uri="{9D8B030D-6E8A-4147-A177-3AD203B41FA5}">
                      <a16:colId xmlns:a16="http://schemas.microsoft.com/office/drawing/2014/main" val="2590362274"/>
                    </a:ext>
                  </a:extLst>
                </a:gridCol>
                <a:gridCol w="1896601">
                  <a:extLst>
                    <a:ext uri="{9D8B030D-6E8A-4147-A177-3AD203B41FA5}">
                      <a16:colId xmlns:a16="http://schemas.microsoft.com/office/drawing/2014/main" val="2000779055"/>
                    </a:ext>
                  </a:extLst>
                </a:gridCol>
                <a:gridCol w="520036">
                  <a:extLst>
                    <a:ext uri="{9D8B030D-6E8A-4147-A177-3AD203B41FA5}">
                      <a16:colId xmlns:a16="http://schemas.microsoft.com/office/drawing/2014/main" val="1649117618"/>
                    </a:ext>
                  </a:extLst>
                </a:gridCol>
                <a:gridCol w="1896601">
                  <a:extLst>
                    <a:ext uri="{9D8B030D-6E8A-4147-A177-3AD203B41FA5}">
                      <a16:colId xmlns:a16="http://schemas.microsoft.com/office/drawing/2014/main" val="1742896323"/>
                    </a:ext>
                  </a:extLst>
                </a:gridCol>
                <a:gridCol w="520036">
                  <a:extLst>
                    <a:ext uri="{9D8B030D-6E8A-4147-A177-3AD203B41FA5}">
                      <a16:colId xmlns:a16="http://schemas.microsoft.com/office/drawing/2014/main" val="2236346609"/>
                    </a:ext>
                  </a:extLst>
                </a:gridCol>
                <a:gridCol w="1896601">
                  <a:extLst>
                    <a:ext uri="{9D8B030D-6E8A-4147-A177-3AD203B41FA5}">
                      <a16:colId xmlns:a16="http://schemas.microsoft.com/office/drawing/2014/main" val="3855150795"/>
                    </a:ext>
                  </a:extLst>
                </a:gridCol>
              </a:tblGrid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21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27111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12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22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587313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13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23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48994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14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24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473144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15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52404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16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26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797466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17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27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735476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18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28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176397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19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29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242257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8310"/>
                  </a:ext>
                </a:extLst>
              </a:tr>
            </a:tbl>
          </a:graphicData>
        </a:graphic>
      </p:graphicFrame>
      <p:sp>
        <p:nvSpPr>
          <p:cNvPr id="188" name="빗면 57">
            <a:extLst>
              <a:ext uri="{FF2B5EF4-FFF2-40B4-BE49-F238E27FC236}">
                <a16:creationId xmlns:a16="http://schemas.microsoft.com/office/drawing/2014/main" id="{0EF1A9B5-1845-4D8F-8B98-15AAE449190D}"/>
              </a:ext>
            </a:extLst>
          </p:cNvPr>
          <p:cNvSpPr/>
          <p:nvPr/>
        </p:nvSpPr>
        <p:spPr>
          <a:xfrm>
            <a:off x="7348556" y="5341791"/>
            <a:ext cx="832026" cy="430741"/>
          </a:xfrm>
          <a:prstGeom prst="bevel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76943A6-7536-4FD4-B736-017CD08E6BE4}"/>
              </a:ext>
            </a:extLst>
          </p:cNvPr>
          <p:cNvSpPr txBox="1"/>
          <p:nvPr/>
        </p:nvSpPr>
        <p:spPr>
          <a:xfrm>
            <a:off x="7350513" y="5403273"/>
            <a:ext cx="809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white"/>
                </a:solidFill>
                <a:latin typeface="맑은 고딕"/>
              </a:rPr>
              <a:t>☜PREV</a:t>
            </a:r>
            <a:endParaRPr lang="ko-KR" altLang="en-US" sz="1400" b="1" dirty="0">
              <a:solidFill>
                <a:prstClr val="white"/>
              </a:solidFill>
              <a:latin typeface="맑은 고딕"/>
            </a:endParaRPr>
          </a:p>
        </p:txBody>
      </p: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6CC95C5A-C7DC-4FD6-8454-F5F967CE9979}"/>
              </a:ext>
            </a:extLst>
          </p:cNvPr>
          <p:cNvGrpSpPr/>
          <p:nvPr/>
        </p:nvGrpSpPr>
        <p:grpSpPr>
          <a:xfrm>
            <a:off x="8540472" y="1815538"/>
            <a:ext cx="525147" cy="419420"/>
            <a:chOff x="8136069" y="2091328"/>
            <a:chExt cx="525147" cy="419420"/>
          </a:xfrm>
        </p:grpSpPr>
        <p:sp>
          <p:nvSpPr>
            <p:cNvPr id="191" name="빗면 22">
              <a:extLst>
                <a:ext uri="{FF2B5EF4-FFF2-40B4-BE49-F238E27FC236}">
                  <a16:creationId xmlns:a16="http://schemas.microsoft.com/office/drawing/2014/main" id="{DE788B23-E57F-4A81-82A9-65CC8649DB39}"/>
                </a:ext>
              </a:extLst>
            </p:cNvPr>
            <p:cNvSpPr/>
            <p:nvPr/>
          </p:nvSpPr>
          <p:spPr>
            <a:xfrm>
              <a:off x="8136069" y="2091328"/>
              <a:ext cx="525147" cy="419420"/>
            </a:xfrm>
            <a:prstGeom prst="bevel">
              <a:avLst/>
            </a:prstGeom>
            <a:solidFill>
              <a:srgbClr val="00B05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92" name="그림 191">
              <a:extLst>
                <a:ext uri="{FF2B5EF4-FFF2-40B4-BE49-F238E27FC236}">
                  <a16:creationId xmlns:a16="http://schemas.microsoft.com/office/drawing/2014/main" id="{EC60C84E-BAEF-47BA-960A-475E29E02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8529" y="2175038"/>
              <a:ext cx="220226" cy="252000"/>
            </a:xfrm>
            <a:prstGeom prst="rect">
              <a:avLst/>
            </a:prstGeom>
          </p:spPr>
        </p:pic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D9BF2564-4BAA-4D4A-8FC4-9FD560B8FE1D}"/>
              </a:ext>
            </a:extLst>
          </p:cNvPr>
          <p:cNvGrpSpPr/>
          <p:nvPr/>
        </p:nvGrpSpPr>
        <p:grpSpPr>
          <a:xfrm>
            <a:off x="5974075" y="1813758"/>
            <a:ext cx="2320118" cy="421200"/>
            <a:chOff x="5580112" y="2097151"/>
            <a:chExt cx="2320118" cy="421200"/>
          </a:xfrm>
        </p:grpSpPr>
        <p:sp>
          <p:nvSpPr>
            <p:cNvPr id="194" name="빗면 60">
              <a:extLst>
                <a:ext uri="{FF2B5EF4-FFF2-40B4-BE49-F238E27FC236}">
                  <a16:creationId xmlns:a16="http://schemas.microsoft.com/office/drawing/2014/main" id="{8EB3C9AD-7F9A-4841-804F-A4CA6B130A4F}"/>
                </a:ext>
              </a:extLst>
            </p:cNvPr>
            <p:cNvSpPr/>
            <p:nvPr/>
          </p:nvSpPr>
          <p:spPr>
            <a:xfrm>
              <a:off x="7375083" y="2098931"/>
              <a:ext cx="525147" cy="419420"/>
            </a:xfrm>
            <a:prstGeom prst="bevel">
              <a:avLst/>
            </a:prstGeom>
            <a:solidFill>
              <a:srgbClr val="00B0F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95" name="그림 194">
              <a:extLst>
                <a:ext uri="{FF2B5EF4-FFF2-40B4-BE49-F238E27FC236}">
                  <a16:creationId xmlns:a16="http://schemas.microsoft.com/office/drawing/2014/main" id="{7F03FCBB-DB75-48C4-B384-8A5D13DB8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8874" y="2182641"/>
              <a:ext cx="217565" cy="252000"/>
            </a:xfrm>
            <a:prstGeom prst="rect">
              <a:avLst/>
            </a:prstGeom>
          </p:spPr>
        </p:pic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A6E88680-B4BA-4C98-A1FA-E1A69A516376}"/>
                </a:ext>
              </a:extLst>
            </p:cNvPr>
            <p:cNvSpPr/>
            <p:nvPr/>
          </p:nvSpPr>
          <p:spPr>
            <a:xfrm>
              <a:off x="5580112" y="2097151"/>
              <a:ext cx="1800000" cy="421200"/>
            </a:xfrm>
            <a:prstGeom prst="rect">
              <a:avLst/>
            </a:prstGeom>
            <a:solidFill>
              <a:srgbClr val="00B0F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06DD7343-0CFF-4FB1-A7F4-630AA51C6188}"/>
                </a:ext>
              </a:extLst>
            </p:cNvPr>
            <p:cNvSpPr txBox="1"/>
            <p:nvPr/>
          </p:nvSpPr>
          <p:spPr>
            <a:xfrm>
              <a:off x="5630731" y="2123085"/>
              <a:ext cx="564578" cy="369332"/>
            </a:xfrm>
            <a:prstGeom prst="rect">
              <a:avLst/>
            </a:prstGeom>
            <a:solidFill>
              <a:sysClr val="window" lastClr="FFFFFF"/>
            </a:solidFill>
            <a:ln w="25400">
              <a:solidFill>
                <a:sysClr val="windowText" lastClr="000000"/>
              </a:solidFill>
            </a:ln>
          </p:spPr>
          <p:txBody>
            <a:bodyPr wrap="none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</a:rPr>
                <a:t>123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6BAB8871-83A6-4829-B7FE-880DDFC0DF9F}"/>
                </a:ext>
              </a:extLst>
            </p:cNvPr>
            <p:cNvSpPr txBox="1"/>
            <p:nvPr/>
          </p:nvSpPr>
          <p:spPr>
            <a:xfrm>
              <a:off x="6768156" y="2123085"/>
              <a:ext cx="564578" cy="369332"/>
            </a:xfrm>
            <a:prstGeom prst="rect">
              <a:avLst/>
            </a:prstGeom>
            <a:solidFill>
              <a:sysClr val="window" lastClr="FFFFFF"/>
            </a:solidFill>
            <a:ln w="25400">
              <a:solidFill>
                <a:sysClr val="windowText" lastClr="000000"/>
              </a:solidFill>
            </a:ln>
          </p:spPr>
          <p:txBody>
            <a:bodyPr wrap="none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</a:rPr>
                <a:t>123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99" name="오른쪽 화살표 43">
              <a:extLst>
                <a:ext uri="{FF2B5EF4-FFF2-40B4-BE49-F238E27FC236}">
                  <a16:creationId xmlns:a16="http://schemas.microsoft.com/office/drawing/2014/main" id="{E0DDAE45-1FEF-4859-9889-4FB4FAEEC3A5}"/>
                </a:ext>
              </a:extLst>
            </p:cNvPr>
            <p:cNvSpPr/>
            <p:nvPr/>
          </p:nvSpPr>
          <p:spPr>
            <a:xfrm>
              <a:off x="6301733" y="2127751"/>
              <a:ext cx="360000" cy="360000"/>
            </a:xfrm>
            <a:prstGeom prst="rightArrow">
              <a:avLst/>
            </a:prstGeom>
            <a:gradFill flip="none" rotWithShape="1">
              <a:gsLst>
                <a:gs pos="0">
                  <a:sysClr val="window" lastClr="FFFFFF">
                    <a:lumMod val="85000"/>
                  </a:sysClr>
                </a:gs>
                <a:gs pos="50000">
                  <a:sysClr val="window" lastClr="FFFFFF">
                    <a:lumMod val="85000"/>
                  </a:sysClr>
                </a:gs>
                <a:gs pos="7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10800000" scaled="1"/>
              <a:tileRect/>
            </a:gradFill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DC461947-F39C-42B8-9631-8448AEB4C96B}"/>
              </a:ext>
            </a:extLst>
          </p:cNvPr>
          <p:cNvGrpSpPr/>
          <p:nvPr/>
        </p:nvGrpSpPr>
        <p:grpSpPr>
          <a:xfrm>
            <a:off x="793627" y="5357583"/>
            <a:ext cx="936000" cy="450000"/>
            <a:chOff x="399664" y="5640976"/>
            <a:chExt cx="936000" cy="450000"/>
          </a:xfrm>
        </p:grpSpPr>
        <p:sp>
          <p:nvSpPr>
            <p:cNvPr id="201" name="빗면 79">
              <a:extLst>
                <a:ext uri="{FF2B5EF4-FFF2-40B4-BE49-F238E27FC236}">
                  <a16:creationId xmlns:a16="http://schemas.microsoft.com/office/drawing/2014/main" id="{49F8E0B2-1123-4E2A-AF53-6125437470F5}"/>
                </a:ext>
              </a:extLst>
            </p:cNvPr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02" name="그림 201">
              <a:extLst>
                <a:ext uri="{FF2B5EF4-FFF2-40B4-BE49-F238E27FC236}">
                  <a16:creationId xmlns:a16="http://schemas.microsoft.com/office/drawing/2014/main" id="{2534C94E-CAC9-4A5A-87F9-61026EF39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81CB1762-8197-4654-AA00-F05015B6EDA0}"/>
              </a:ext>
            </a:extLst>
          </p:cNvPr>
          <p:cNvSpPr/>
          <p:nvPr/>
        </p:nvSpPr>
        <p:spPr>
          <a:xfrm>
            <a:off x="776288" y="1561431"/>
            <a:ext cx="7200000" cy="180000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7074C5FC-AFD9-457B-9783-50D6FE0F0314}"/>
              </a:ext>
            </a:extLst>
          </p:cNvPr>
          <p:cNvSpPr/>
          <p:nvPr/>
        </p:nvSpPr>
        <p:spPr>
          <a:xfrm>
            <a:off x="776288" y="1561429"/>
            <a:ext cx="7200000" cy="90000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9BD962C3-C303-4CEC-90B5-EC9ABB3DE34E}"/>
              </a:ext>
            </a:extLst>
          </p:cNvPr>
          <p:cNvCxnSpPr/>
          <p:nvPr/>
        </p:nvCxnSpPr>
        <p:spPr>
          <a:xfrm>
            <a:off x="780963" y="1561431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D08E260C-E628-4B28-AECB-043F740A167E}"/>
              </a:ext>
            </a:extLst>
          </p:cNvPr>
          <p:cNvCxnSpPr/>
          <p:nvPr/>
        </p:nvCxnSpPr>
        <p:spPr>
          <a:xfrm>
            <a:off x="776288" y="1745705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35866578-4620-41D5-BD9E-96ACEC397304}"/>
              </a:ext>
            </a:extLst>
          </p:cNvPr>
          <p:cNvSpPr txBox="1"/>
          <p:nvPr/>
        </p:nvSpPr>
        <p:spPr>
          <a:xfrm>
            <a:off x="802968" y="1522201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30B13437-43FF-45DA-BBDF-02AA9945801A}"/>
              </a:ext>
            </a:extLst>
          </p:cNvPr>
          <p:cNvCxnSpPr/>
          <p:nvPr/>
        </p:nvCxnSpPr>
        <p:spPr>
          <a:xfrm rot="5400000">
            <a:off x="7890775" y="1651431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F98EFD8B-A0B6-4616-BB22-FD8D764349D9}"/>
              </a:ext>
            </a:extLst>
          </p:cNvPr>
          <p:cNvSpPr txBox="1"/>
          <p:nvPr/>
        </p:nvSpPr>
        <p:spPr>
          <a:xfrm>
            <a:off x="776288" y="1186873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0ED414E9-D347-4BD5-8073-0AC48DCDF07F}"/>
              </a:ext>
            </a:extLst>
          </p:cNvPr>
          <p:cNvCxnSpPr>
            <a:cxnSpLocks/>
          </p:cNvCxnSpPr>
          <p:nvPr/>
        </p:nvCxnSpPr>
        <p:spPr>
          <a:xfrm>
            <a:off x="780963" y="1561431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1F24F532-8DFA-4F3C-A100-DB1968EF5A01}"/>
              </a:ext>
            </a:extLst>
          </p:cNvPr>
          <p:cNvCxnSpPr>
            <a:cxnSpLocks/>
          </p:cNvCxnSpPr>
          <p:nvPr/>
        </p:nvCxnSpPr>
        <p:spPr>
          <a:xfrm rot="5400000">
            <a:off x="7890775" y="1651431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6341E649-BC73-425A-81EB-A0436B9E0085}"/>
              </a:ext>
            </a:extLst>
          </p:cNvPr>
          <p:cNvSpPr txBox="1"/>
          <p:nvPr/>
        </p:nvSpPr>
        <p:spPr>
          <a:xfrm>
            <a:off x="8299882" y="1541661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prstClr val="black"/>
                </a:solidFill>
                <a:latin typeface="맑은 고딕"/>
              </a:rPr>
              <a:t>ENG</a:t>
            </a:r>
            <a:endParaRPr lang="en-US" altLang="ko-KR" sz="9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F2430F95-57DE-4ED7-A38C-47AA952FEBA6}"/>
              </a:ext>
            </a:extLst>
          </p:cNvPr>
          <p:cNvSpPr txBox="1"/>
          <p:nvPr/>
        </p:nvSpPr>
        <p:spPr>
          <a:xfrm>
            <a:off x="4080945" y="1148401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sp>
        <p:nvSpPr>
          <p:cNvPr id="214" name="빗면 7">
            <a:extLst>
              <a:ext uri="{FF2B5EF4-FFF2-40B4-BE49-F238E27FC236}">
                <a16:creationId xmlns:a16="http://schemas.microsoft.com/office/drawing/2014/main" id="{EECBD370-A072-4FE9-A122-FF19FA9416CD}"/>
              </a:ext>
            </a:extLst>
          </p:cNvPr>
          <p:cNvSpPr/>
          <p:nvPr/>
        </p:nvSpPr>
        <p:spPr>
          <a:xfrm>
            <a:off x="3191556" y="1121983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0F6A6B96-F0A0-4F71-B6FF-7E5F695835B0}"/>
              </a:ext>
            </a:extLst>
          </p:cNvPr>
          <p:cNvSpPr/>
          <p:nvPr/>
        </p:nvSpPr>
        <p:spPr>
          <a:xfrm>
            <a:off x="7549030" y="1560372"/>
            <a:ext cx="609699" cy="164414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n-cs"/>
              </a:rPr>
              <a:t>language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ECC991A-4CE5-4A41-AFC5-85F92A52D676}"/>
              </a:ext>
            </a:extLst>
          </p:cNvPr>
          <p:cNvSpPr/>
          <p:nvPr/>
        </p:nvSpPr>
        <p:spPr>
          <a:xfrm>
            <a:off x="8941592" y="1580356"/>
            <a:ext cx="194199" cy="159591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A373832-B2E7-40FC-8F80-F4806DA168E6}"/>
              </a:ext>
            </a:extLst>
          </p:cNvPr>
          <p:cNvSpPr txBox="1"/>
          <p:nvPr/>
        </p:nvSpPr>
        <p:spPr>
          <a:xfrm>
            <a:off x="6849070" y="1139800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F807969B-3C16-489E-95D2-8F62656182D2}"/>
              </a:ext>
            </a:extLst>
          </p:cNvPr>
          <p:cNvSpPr txBox="1"/>
          <p:nvPr/>
        </p:nvSpPr>
        <p:spPr>
          <a:xfrm>
            <a:off x="3500147" y="1148401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MODEL SELECTION</a:t>
            </a:r>
          </a:p>
        </p:txBody>
      </p:sp>
      <p:sp>
        <p:nvSpPr>
          <p:cNvPr id="219" name="빗면 19">
            <a:extLst>
              <a:ext uri="{FF2B5EF4-FFF2-40B4-BE49-F238E27FC236}">
                <a16:creationId xmlns:a16="http://schemas.microsoft.com/office/drawing/2014/main" id="{75C97B87-7B89-48C9-8B73-842F401EB991}"/>
              </a:ext>
            </a:extLst>
          </p:cNvPr>
          <p:cNvSpPr/>
          <p:nvPr/>
        </p:nvSpPr>
        <p:spPr>
          <a:xfrm>
            <a:off x="8235550" y="5330528"/>
            <a:ext cx="832026" cy="430741"/>
          </a:xfrm>
          <a:prstGeom prst="bevel">
            <a:avLst/>
          </a:prstGeom>
          <a:solidFill>
            <a:srgbClr val="00B05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20628FD3-7088-41A7-B507-23ABBD8780AE}"/>
              </a:ext>
            </a:extLst>
          </p:cNvPr>
          <p:cNvSpPr txBox="1"/>
          <p:nvPr/>
        </p:nvSpPr>
        <p:spPr>
          <a:xfrm>
            <a:off x="8237507" y="5392010"/>
            <a:ext cx="828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white"/>
                </a:solidFill>
                <a:latin typeface="맑은 고딕"/>
              </a:rPr>
              <a:t>NEXT☞</a:t>
            </a:r>
            <a:endParaRPr lang="ko-KR" altLang="en-US" sz="1400" b="1" dirty="0">
              <a:solidFill>
                <a:prstClr val="white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83281885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텍스트 개체 틀 1">
            <a:extLst>
              <a:ext uri="{FF2B5EF4-FFF2-40B4-BE49-F238E27FC236}">
                <a16:creationId xmlns:a16="http://schemas.microsoft.com/office/drawing/2014/main" id="{F3F75BA2-2932-4AAD-85EE-4298C0FA22B2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MODEL SELECTION (2)</a:t>
            </a: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6AEFB3F0-11E7-4074-88E1-BAF65767D958}"/>
              </a:ext>
            </a:extLst>
          </p:cNvPr>
          <p:cNvSpPr/>
          <p:nvPr/>
        </p:nvSpPr>
        <p:spPr>
          <a:xfrm>
            <a:off x="780963" y="1093440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355B2C02-AE98-4AA1-8B5A-E26B760CA3CF}"/>
              </a:ext>
            </a:extLst>
          </p:cNvPr>
          <p:cNvSpPr/>
          <p:nvPr/>
        </p:nvSpPr>
        <p:spPr>
          <a:xfrm>
            <a:off x="780963" y="1093440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6BCC8B7E-A303-44F8-8CC2-B13686029B62}"/>
              </a:ext>
            </a:extLst>
          </p:cNvPr>
          <p:cNvCxnSpPr/>
          <p:nvPr/>
        </p:nvCxnSpPr>
        <p:spPr>
          <a:xfrm>
            <a:off x="1742113" y="1741770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C83D3B9D-AFB5-4AF8-979F-2C818612B2E3}"/>
              </a:ext>
            </a:extLst>
          </p:cNvPr>
          <p:cNvGrpSpPr/>
          <p:nvPr/>
        </p:nvGrpSpPr>
        <p:grpSpPr>
          <a:xfrm>
            <a:off x="793627" y="3544106"/>
            <a:ext cx="936000" cy="450000"/>
            <a:chOff x="395536" y="3731115"/>
            <a:chExt cx="936000" cy="468000"/>
          </a:xfrm>
        </p:grpSpPr>
        <p:sp>
          <p:nvSpPr>
            <p:cNvPr id="220" name="빗면 32">
              <a:extLst>
                <a:ext uri="{FF2B5EF4-FFF2-40B4-BE49-F238E27FC236}">
                  <a16:creationId xmlns:a16="http://schemas.microsoft.com/office/drawing/2014/main" id="{DD4C99D1-3CF1-46CB-857C-D3A3CCB83F0A}"/>
                </a:ext>
              </a:extLst>
            </p:cNvPr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1" name="그림 220">
              <a:extLst>
                <a:ext uri="{FF2B5EF4-FFF2-40B4-BE49-F238E27FC236}">
                  <a16:creationId xmlns:a16="http://schemas.microsoft.com/office/drawing/2014/main" id="{F20DAB36-9C57-4C55-82CE-04001C63B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222" name="그림 221">
              <a:extLst>
                <a:ext uri="{FF2B5EF4-FFF2-40B4-BE49-F238E27FC236}">
                  <a16:creationId xmlns:a16="http://schemas.microsoft.com/office/drawing/2014/main" id="{D59DFB00-B4C9-418D-9CBF-6A0FA8B08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14DE6981-B023-4B2F-9FF1-7CAD8734A590}"/>
              </a:ext>
            </a:extLst>
          </p:cNvPr>
          <p:cNvGrpSpPr/>
          <p:nvPr/>
        </p:nvGrpSpPr>
        <p:grpSpPr>
          <a:xfrm>
            <a:off x="793627" y="4895768"/>
            <a:ext cx="936000" cy="450000"/>
            <a:chOff x="403799" y="5149683"/>
            <a:chExt cx="936000" cy="468000"/>
          </a:xfrm>
        </p:grpSpPr>
        <p:sp>
          <p:nvSpPr>
            <p:cNvPr id="224" name="빗면 77">
              <a:extLst>
                <a:ext uri="{FF2B5EF4-FFF2-40B4-BE49-F238E27FC236}">
                  <a16:creationId xmlns:a16="http://schemas.microsoft.com/office/drawing/2014/main" id="{5035FED4-7CC7-4307-8DF9-5F23F51C5A51}"/>
                </a:ext>
              </a:extLst>
            </p:cNvPr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5" name="그림 224">
              <a:extLst>
                <a:ext uri="{FF2B5EF4-FFF2-40B4-BE49-F238E27FC236}">
                  <a16:creationId xmlns:a16="http://schemas.microsoft.com/office/drawing/2014/main" id="{FA9EAF61-69FE-4D97-AE73-189EE93A8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7DB1A1AC-4485-48C1-948B-B06CEBD8BE94}"/>
              </a:ext>
            </a:extLst>
          </p:cNvPr>
          <p:cNvGrpSpPr/>
          <p:nvPr/>
        </p:nvGrpSpPr>
        <p:grpSpPr>
          <a:xfrm>
            <a:off x="793627" y="5346320"/>
            <a:ext cx="936000" cy="450000"/>
            <a:chOff x="395536" y="5625295"/>
            <a:chExt cx="936000" cy="468000"/>
          </a:xfrm>
        </p:grpSpPr>
        <p:sp>
          <p:nvSpPr>
            <p:cNvPr id="227" name="빗면 36">
              <a:extLst>
                <a:ext uri="{FF2B5EF4-FFF2-40B4-BE49-F238E27FC236}">
                  <a16:creationId xmlns:a16="http://schemas.microsoft.com/office/drawing/2014/main" id="{CF047722-F67B-42A8-85B1-0AFEEBF7C464}"/>
                </a:ext>
              </a:extLst>
            </p:cNvPr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8" name="왼쪽 화살표 1034">
              <a:extLst>
                <a:ext uri="{FF2B5EF4-FFF2-40B4-BE49-F238E27FC236}">
                  <a16:creationId xmlns:a16="http://schemas.microsoft.com/office/drawing/2014/main" id="{AB2D7450-7E3B-4BA4-B77E-CEE137CB86E3}"/>
                </a:ext>
              </a:extLst>
            </p:cNvPr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4F790E60-18EF-4C23-A70E-620F3C5BA533}"/>
              </a:ext>
            </a:extLst>
          </p:cNvPr>
          <p:cNvGrpSpPr/>
          <p:nvPr/>
        </p:nvGrpSpPr>
        <p:grpSpPr>
          <a:xfrm>
            <a:off x="793627" y="1741890"/>
            <a:ext cx="936000" cy="450000"/>
            <a:chOff x="395536" y="1844823"/>
            <a:chExt cx="936000" cy="468000"/>
          </a:xfrm>
        </p:grpSpPr>
        <p:sp>
          <p:nvSpPr>
            <p:cNvPr id="230" name="빗면 28">
              <a:extLst>
                <a:ext uri="{FF2B5EF4-FFF2-40B4-BE49-F238E27FC236}">
                  <a16:creationId xmlns:a16="http://schemas.microsoft.com/office/drawing/2014/main" id="{E5BE6392-E434-4945-80B7-7E3E835AD7E0}"/>
                </a:ext>
              </a:extLst>
            </p:cNvPr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31" name="그림 230">
              <a:extLst>
                <a:ext uri="{FF2B5EF4-FFF2-40B4-BE49-F238E27FC236}">
                  <a16:creationId xmlns:a16="http://schemas.microsoft.com/office/drawing/2014/main" id="{5D4E527E-585E-477D-809D-371DC368C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266365CC-F7B9-4002-886F-32B2BEB1BEE0}"/>
              </a:ext>
            </a:extLst>
          </p:cNvPr>
          <p:cNvGrpSpPr/>
          <p:nvPr/>
        </p:nvGrpSpPr>
        <p:grpSpPr>
          <a:xfrm>
            <a:off x="793627" y="4445214"/>
            <a:ext cx="936000" cy="450000"/>
            <a:chOff x="395536" y="4674261"/>
            <a:chExt cx="936000" cy="468000"/>
          </a:xfrm>
        </p:grpSpPr>
        <p:sp>
          <p:nvSpPr>
            <p:cNvPr id="233" name="빗면 34">
              <a:extLst>
                <a:ext uri="{FF2B5EF4-FFF2-40B4-BE49-F238E27FC236}">
                  <a16:creationId xmlns:a16="http://schemas.microsoft.com/office/drawing/2014/main" id="{E1832FC6-F4D0-4CD6-BBA1-58C57CDE6AEB}"/>
                </a:ext>
              </a:extLst>
            </p:cNvPr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34" name="그림 233">
              <a:extLst>
                <a:ext uri="{FF2B5EF4-FFF2-40B4-BE49-F238E27FC236}">
                  <a16:creationId xmlns:a16="http://schemas.microsoft.com/office/drawing/2014/main" id="{D0BE06FA-22DA-4AD6-8E86-8637C518E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sp>
        <p:nvSpPr>
          <p:cNvPr id="235" name="TextBox 234">
            <a:extLst>
              <a:ext uri="{FF2B5EF4-FFF2-40B4-BE49-F238E27FC236}">
                <a16:creationId xmlns:a16="http://schemas.microsoft.com/office/drawing/2014/main" id="{A6E1600F-450D-4167-BE7B-5F2A0EA7B720}"/>
              </a:ext>
            </a:extLst>
          </p:cNvPr>
          <p:cNvSpPr txBox="1"/>
          <p:nvPr/>
        </p:nvSpPr>
        <p:spPr>
          <a:xfrm>
            <a:off x="802968" y="1510938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grpSp>
        <p:nvGrpSpPr>
          <p:cNvPr id="236" name="그룹 235">
            <a:extLst>
              <a:ext uri="{FF2B5EF4-FFF2-40B4-BE49-F238E27FC236}">
                <a16:creationId xmlns:a16="http://schemas.microsoft.com/office/drawing/2014/main" id="{FDEC2A31-CC98-4D6D-BAE5-8B9C735FA962}"/>
              </a:ext>
            </a:extLst>
          </p:cNvPr>
          <p:cNvGrpSpPr/>
          <p:nvPr/>
        </p:nvGrpSpPr>
        <p:grpSpPr>
          <a:xfrm>
            <a:off x="793627" y="3093552"/>
            <a:ext cx="936000" cy="450000"/>
            <a:chOff x="410776" y="3498167"/>
            <a:chExt cx="936000" cy="432000"/>
          </a:xfrm>
        </p:grpSpPr>
        <p:sp>
          <p:nvSpPr>
            <p:cNvPr id="237" name="빗면 31">
              <a:extLst>
                <a:ext uri="{FF2B5EF4-FFF2-40B4-BE49-F238E27FC236}">
                  <a16:creationId xmlns:a16="http://schemas.microsoft.com/office/drawing/2014/main" id="{68E1C596-4BA0-4C05-BB92-0C2DAF5314FE}"/>
                </a:ext>
              </a:extLst>
            </p:cNvPr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38" name="그림 237">
              <a:extLst>
                <a:ext uri="{FF2B5EF4-FFF2-40B4-BE49-F238E27FC236}">
                  <a16:creationId xmlns:a16="http://schemas.microsoft.com/office/drawing/2014/main" id="{A8E96ED6-B964-4F4D-A9B9-921C46017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F86B9070-DFFF-48D0-881D-148C065F272F}"/>
              </a:ext>
            </a:extLst>
          </p:cNvPr>
          <p:cNvGrpSpPr/>
          <p:nvPr/>
        </p:nvGrpSpPr>
        <p:grpSpPr>
          <a:xfrm>
            <a:off x="793627" y="2192444"/>
            <a:ext cx="936000" cy="450000"/>
            <a:chOff x="410776" y="2635965"/>
            <a:chExt cx="936000" cy="432000"/>
          </a:xfrm>
        </p:grpSpPr>
        <p:sp>
          <p:nvSpPr>
            <p:cNvPr id="240" name="빗면 29">
              <a:extLst>
                <a:ext uri="{FF2B5EF4-FFF2-40B4-BE49-F238E27FC236}">
                  <a16:creationId xmlns:a16="http://schemas.microsoft.com/office/drawing/2014/main" id="{FCC3C1C0-B5CE-4AC1-954B-C88879236C15}"/>
                </a:ext>
              </a:extLst>
            </p:cNvPr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41" name="그림 240">
              <a:extLst>
                <a:ext uri="{FF2B5EF4-FFF2-40B4-BE49-F238E27FC236}">
                  <a16:creationId xmlns:a16="http://schemas.microsoft.com/office/drawing/2014/main" id="{43B81B0F-28DC-45CA-82B1-212462DDC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EF2A96AF-F0A9-4EF3-B71A-C6A59919DB6C}"/>
              </a:ext>
            </a:extLst>
          </p:cNvPr>
          <p:cNvGrpSpPr/>
          <p:nvPr/>
        </p:nvGrpSpPr>
        <p:grpSpPr>
          <a:xfrm>
            <a:off x="793627" y="2642998"/>
            <a:ext cx="936000" cy="450000"/>
            <a:chOff x="410776" y="3067066"/>
            <a:chExt cx="936000" cy="432000"/>
          </a:xfrm>
        </p:grpSpPr>
        <p:sp>
          <p:nvSpPr>
            <p:cNvPr id="243" name="빗면 30">
              <a:extLst>
                <a:ext uri="{FF2B5EF4-FFF2-40B4-BE49-F238E27FC236}">
                  <a16:creationId xmlns:a16="http://schemas.microsoft.com/office/drawing/2014/main" id="{C8C1562A-89A0-4B53-ACA2-01250AE5ECFF}"/>
                </a:ext>
              </a:extLst>
            </p:cNvPr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44" name="그림 243">
              <a:extLst>
                <a:ext uri="{FF2B5EF4-FFF2-40B4-BE49-F238E27FC236}">
                  <a16:creationId xmlns:a16="http://schemas.microsoft.com/office/drawing/2014/main" id="{6F53D660-8C98-4F26-898C-4140CE595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245" name="그림 244">
              <a:extLst>
                <a:ext uri="{FF2B5EF4-FFF2-40B4-BE49-F238E27FC236}">
                  <a16:creationId xmlns:a16="http://schemas.microsoft.com/office/drawing/2014/main" id="{94FCE49D-05B2-4DA5-B32E-54297BD2E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246" name="그림 245">
              <a:extLst>
                <a:ext uri="{FF2B5EF4-FFF2-40B4-BE49-F238E27FC236}">
                  <a16:creationId xmlns:a16="http://schemas.microsoft.com/office/drawing/2014/main" id="{575477EE-9662-4CC8-8D7A-6E3EC0529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B98E7155-8A53-4100-88A6-B255F8EAB1F4}"/>
              </a:ext>
            </a:extLst>
          </p:cNvPr>
          <p:cNvGrpSpPr/>
          <p:nvPr/>
        </p:nvGrpSpPr>
        <p:grpSpPr>
          <a:xfrm>
            <a:off x="793627" y="3994660"/>
            <a:ext cx="936000" cy="450000"/>
            <a:chOff x="410776" y="4360369"/>
            <a:chExt cx="936000" cy="432000"/>
          </a:xfrm>
        </p:grpSpPr>
        <p:sp>
          <p:nvSpPr>
            <p:cNvPr id="248" name="빗면 33">
              <a:extLst>
                <a:ext uri="{FF2B5EF4-FFF2-40B4-BE49-F238E27FC236}">
                  <a16:creationId xmlns:a16="http://schemas.microsoft.com/office/drawing/2014/main" id="{F5E4ABA2-E0F1-43B3-AE50-AA4E384073D4}"/>
                </a:ext>
              </a:extLst>
            </p:cNvPr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49" name="그림 248">
              <a:extLst>
                <a:ext uri="{FF2B5EF4-FFF2-40B4-BE49-F238E27FC236}">
                  <a16:creationId xmlns:a16="http://schemas.microsoft.com/office/drawing/2014/main" id="{EF70A831-71F8-41AA-A613-7E3CABB0E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aphicFrame>
        <p:nvGraphicFramePr>
          <p:cNvPr id="250" name="표 249">
            <a:extLst>
              <a:ext uri="{FF2B5EF4-FFF2-40B4-BE49-F238E27FC236}">
                <a16:creationId xmlns:a16="http://schemas.microsoft.com/office/drawing/2014/main" id="{3D3C49CA-408A-4A30-B37C-40B389E26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624757"/>
              </p:ext>
            </p:extLst>
          </p:nvPr>
        </p:nvGraphicFramePr>
        <p:xfrm>
          <a:off x="1820507" y="2291463"/>
          <a:ext cx="7249911" cy="2995330"/>
        </p:xfrm>
        <a:graphic>
          <a:graphicData uri="http://schemas.openxmlformats.org/drawingml/2006/table">
            <a:tbl>
              <a:tblPr/>
              <a:tblGrid>
                <a:gridCol w="520036">
                  <a:extLst>
                    <a:ext uri="{9D8B030D-6E8A-4147-A177-3AD203B41FA5}">
                      <a16:colId xmlns:a16="http://schemas.microsoft.com/office/drawing/2014/main" val="2590362274"/>
                    </a:ext>
                  </a:extLst>
                </a:gridCol>
                <a:gridCol w="1896601">
                  <a:extLst>
                    <a:ext uri="{9D8B030D-6E8A-4147-A177-3AD203B41FA5}">
                      <a16:colId xmlns:a16="http://schemas.microsoft.com/office/drawing/2014/main" val="2000779055"/>
                    </a:ext>
                  </a:extLst>
                </a:gridCol>
                <a:gridCol w="520036">
                  <a:extLst>
                    <a:ext uri="{9D8B030D-6E8A-4147-A177-3AD203B41FA5}">
                      <a16:colId xmlns:a16="http://schemas.microsoft.com/office/drawing/2014/main" val="1649117618"/>
                    </a:ext>
                  </a:extLst>
                </a:gridCol>
                <a:gridCol w="1896601">
                  <a:extLst>
                    <a:ext uri="{9D8B030D-6E8A-4147-A177-3AD203B41FA5}">
                      <a16:colId xmlns:a16="http://schemas.microsoft.com/office/drawing/2014/main" val="1742896323"/>
                    </a:ext>
                  </a:extLst>
                </a:gridCol>
                <a:gridCol w="520036">
                  <a:extLst>
                    <a:ext uri="{9D8B030D-6E8A-4147-A177-3AD203B41FA5}">
                      <a16:colId xmlns:a16="http://schemas.microsoft.com/office/drawing/2014/main" val="2236346609"/>
                    </a:ext>
                  </a:extLst>
                </a:gridCol>
                <a:gridCol w="1896601">
                  <a:extLst>
                    <a:ext uri="{9D8B030D-6E8A-4147-A177-3AD203B41FA5}">
                      <a16:colId xmlns:a16="http://schemas.microsoft.com/office/drawing/2014/main" val="3855150795"/>
                    </a:ext>
                  </a:extLst>
                </a:gridCol>
              </a:tblGrid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31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41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51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27111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32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42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587313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33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43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53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48994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34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44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54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473144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35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45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55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52404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36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46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56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797466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37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47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57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735476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38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48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58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176397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39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49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59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242257"/>
                  </a:ext>
                </a:extLst>
              </a:tr>
              <a:tr h="2995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40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50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60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ABCDEFGHIJKLMNOPQRSTU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8310"/>
                  </a:ext>
                </a:extLst>
              </a:tr>
            </a:tbl>
          </a:graphicData>
        </a:graphic>
      </p:graphicFrame>
      <p:sp>
        <p:nvSpPr>
          <p:cNvPr id="251" name="빗면 19">
            <a:extLst>
              <a:ext uri="{FF2B5EF4-FFF2-40B4-BE49-F238E27FC236}">
                <a16:creationId xmlns:a16="http://schemas.microsoft.com/office/drawing/2014/main" id="{2866A8A4-A9A4-43B2-9C33-D5B6E0576A34}"/>
              </a:ext>
            </a:extLst>
          </p:cNvPr>
          <p:cNvSpPr/>
          <p:nvPr/>
        </p:nvSpPr>
        <p:spPr>
          <a:xfrm>
            <a:off x="8235550" y="5330528"/>
            <a:ext cx="832026" cy="430741"/>
          </a:xfrm>
          <a:prstGeom prst="bevel">
            <a:avLst/>
          </a:prstGeom>
          <a:solidFill>
            <a:srgbClr val="00B05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54CD5301-46AC-4097-BE77-59710284A5DC}"/>
              </a:ext>
            </a:extLst>
          </p:cNvPr>
          <p:cNvSpPr txBox="1"/>
          <p:nvPr/>
        </p:nvSpPr>
        <p:spPr>
          <a:xfrm>
            <a:off x="8237507" y="5392010"/>
            <a:ext cx="828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white"/>
                </a:solidFill>
                <a:latin typeface="맑은 고딕"/>
              </a:rPr>
              <a:t>NEXT☞</a:t>
            </a:r>
            <a:endParaRPr lang="ko-KR" altLang="en-US" sz="1400" b="1" dirty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253" name="빗면 57">
            <a:extLst>
              <a:ext uri="{FF2B5EF4-FFF2-40B4-BE49-F238E27FC236}">
                <a16:creationId xmlns:a16="http://schemas.microsoft.com/office/drawing/2014/main" id="{D2A642FA-2DB7-4208-941B-2F4436713C67}"/>
              </a:ext>
            </a:extLst>
          </p:cNvPr>
          <p:cNvSpPr/>
          <p:nvPr/>
        </p:nvSpPr>
        <p:spPr>
          <a:xfrm>
            <a:off x="7348556" y="5330528"/>
            <a:ext cx="832026" cy="430741"/>
          </a:xfrm>
          <a:prstGeom prst="bevel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D15600D6-F012-4D98-AC4B-F7DAA9C3AC54}"/>
              </a:ext>
            </a:extLst>
          </p:cNvPr>
          <p:cNvSpPr txBox="1"/>
          <p:nvPr/>
        </p:nvSpPr>
        <p:spPr>
          <a:xfrm>
            <a:off x="7350513" y="5392010"/>
            <a:ext cx="809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white"/>
                </a:solidFill>
                <a:latin typeface="맑은 고딕"/>
              </a:rPr>
              <a:t>☜PREV</a:t>
            </a:r>
            <a:endParaRPr lang="ko-KR" altLang="en-US" sz="1400" b="1" dirty="0">
              <a:solidFill>
                <a:prstClr val="white"/>
              </a:solidFill>
              <a:latin typeface="맑은 고딕"/>
            </a:endParaRPr>
          </a:p>
        </p:txBody>
      </p: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27BB72B6-C00B-495F-B337-7BF0DE302CC9}"/>
              </a:ext>
            </a:extLst>
          </p:cNvPr>
          <p:cNvGrpSpPr/>
          <p:nvPr/>
        </p:nvGrpSpPr>
        <p:grpSpPr>
          <a:xfrm>
            <a:off x="8540472" y="1804275"/>
            <a:ext cx="525147" cy="419420"/>
            <a:chOff x="8136069" y="2091328"/>
            <a:chExt cx="525147" cy="419420"/>
          </a:xfrm>
        </p:grpSpPr>
        <p:sp>
          <p:nvSpPr>
            <p:cNvPr id="256" name="빗면 22">
              <a:extLst>
                <a:ext uri="{FF2B5EF4-FFF2-40B4-BE49-F238E27FC236}">
                  <a16:creationId xmlns:a16="http://schemas.microsoft.com/office/drawing/2014/main" id="{ED3C69DF-A021-4067-92C3-626916B39CDC}"/>
                </a:ext>
              </a:extLst>
            </p:cNvPr>
            <p:cNvSpPr/>
            <p:nvPr/>
          </p:nvSpPr>
          <p:spPr>
            <a:xfrm>
              <a:off x="8136069" y="2091328"/>
              <a:ext cx="525147" cy="419420"/>
            </a:xfrm>
            <a:prstGeom prst="bevel">
              <a:avLst/>
            </a:prstGeom>
            <a:solidFill>
              <a:srgbClr val="00B05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57" name="그림 256">
              <a:extLst>
                <a:ext uri="{FF2B5EF4-FFF2-40B4-BE49-F238E27FC236}">
                  <a16:creationId xmlns:a16="http://schemas.microsoft.com/office/drawing/2014/main" id="{61E4D69A-7D9E-46FF-9A56-19BC71ED0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8529" y="2175038"/>
              <a:ext cx="220226" cy="252000"/>
            </a:xfrm>
            <a:prstGeom prst="rect">
              <a:avLst/>
            </a:prstGeom>
          </p:spPr>
        </p:pic>
      </p:grpSp>
      <p:grpSp>
        <p:nvGrpSpPr>
          <p:cNvPr id="258" name="그룹 257">
            <a:extLst>
              <a:ext uri="{FF2B5EF4-FFF2-40B4-BE49-F238E27FC236}">
                <a16:creationId xmlns:a16="http://schemas.microsoft.com/office/drawing/2014/main" id="{BD30B0E2-69E6-4EA8-904B-29D46438C949}"/>
              </a:ext>
            </a:extLst>
          </p:cNvPr>
          <p:cNvGrpSpPr/>
          <p:nvPr/>
        </p:nvGrpSpPr>
        <p:grpSpPr>
          <a:xfrm>
            <a:off x="5974075" y="1802495"/>
            <a:ext cx="2320118" cy="421200"/>
            <a:chOff x="5580112" y="2097151"/>
            <a:chExt cx="2320118" cy="421200"/>
          </a:xfrm>
        </p:grpSpPr>
        <p:sp>
          <p:nvSpPr>
            <p:cNvPr id="259" name="빗면 60">
              <a:extLst>
                <a:ext uri="{FF2B5EF4-FFF2-40B4-BE49-F238E27FC236}">
                  <a16:creationId xmlns:a16="http://schemas.microsoft.com/office/drawing/2014/main" id="{AF84A227-5961-4E4D-93AD-92666CCE055D}"/>
                </a:ext>
              </a:extLst>
            </p:cNvPr>
            <p:cNvSpPr/>
            <p:nvPr/>
          </p:nvSpPr>
          <p:spPr>
            <a:xfrm>
              <a:off x="7375083" y="2098931"/>
              <a:ext cx="525147" cy="419420"/>
            </a:xfrm>
            <a:prstGeom prst="bevel">
              <a:avLst/>
            </a:prstGeom>
            <a:solidFill>
              <a:srgbClr val="00B0F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60" name="그림 259">
              <a:extLst>
                <a:ext uri="{FF2B5EF4-FFF2-40B4-BE49-F238E27FC236}">
                  <a16:creationId xmlns:a16="http://schemas.microsoft.com/office/drawing/2014/main" id="{A0317B0E-A088-4DBA-8411-FB17AE757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8874" y="2182641"/>
              <a:ext cx="217565" cy="252000"/>
            </a:xfrm>
            <a:prstGeom prst="rect">
              <a:avLst/>
            </a:prstGeom>
          </p:spPr>
        </p:pic>
        <p:sp>
          <p:nvSpPr>
            <p:cNvPr id="261" name="직사각형 260">
              <a:extLst>
                <a:ext uri="{FF2B5EF4-FFF2-40B4-BE49-F238E27FC236}">
                  <a16:creationId xmlns:a16="http://schemas.microsoft.com/office/drawing/2014/main" id="{0C0853C1-4249-4913-9994-E57B46192BF1}"/>
                </a:ext>
              </a:extLst>
            </p:cNvPr>
            <p:cNvSpPr/>
            <p:nvPr/>
          </p:nvSpPr>
          <p:spPr>
            <a:xfrm>
              <a:off x="5580112" y="2097151"/>
              <a:ext cx="1800000" cy="421200"/>
            </a:xfrm>
            <a:prstGeom prst="rect">
              <a:avLst/>
            </a:prstGeom>
            <a:solidFill>
              <a:srgbClr val="00B0F0"/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DF5D7CC4-2D4C-406A-AC9B-467023424598}"/>
                </a:ext>
              </a:extLst>
            </p:cNvPr>
            <p:cNvSpPr txBox="1"/>
            <p:nvPr/>
          </p:nvSpPr>
          <p:spPr>
            <a:xfrm>
              <a:off x="5630731" y="2123085"/>
              <a:ext cx="564578" cy="369332"/>
            </a:xfrm>
            <a:prstGeom prst="rect">
              <a:avLst/>
            </a:prstGeom>
            <a:solidFill>
              <a:sysClr val="window" lastClr="FFFFFF"/>
            </a:solidFill>
            <a:ln w="25400">
              <a:solidFill>
                <a:sysClr val="windowText" lastClr="000000"/>
              </a:solidFill>
            </a:ln>
          </p:spPr>
          <p:txBody>
            <a:bodyPr wrap="none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</a:rPr>
                <a:t>123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CAD03A50-3C09-4704-A0C7-31E3E037EC50}"/>
                </a:ext>
              </a:extLst>
            </p:cNvPr>
            <p:cNvSpPr txBox="1"/>
            <p:nvPr/>
          </p:nvSpPr>
          <p:spPr>
            <a:xfrm>
              <a:off x="6768156" y="2123085"/>
              <a:ext cx="564578" cy="369332"/>
            </a:xfrm>
            <a:prstGeom prst="rect">
              <a:avLst/>
            </a:prstGeom>
            <a:solidFill>
              <a:sysClr val="window" lastClr="FFFFFF"/>
            </a:solidFill>
            <a:ln w="25400">
              <a:solidFill>
                <a:sysClr val="windowText" lastClr="000000"/>
              </a:solidFill>
            </a:ln>
          </p:spPr>
          <p:txBody>
            <a:bodyPr wrap="none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</a:rPr>
                <a:t>123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64" name="오른쪽 화살표 43">
              <a:extLst>
                <a:ext uri="{FF2B5EF4-FFF2-40B4-BE49-F238E27FC236}">
                  <a16:creationId xmlns:a16="http://schemas.microsoft.com/office/drawing/2014/main" id="{64A5D6E0-F9EB-4134-8306-61B367E55FAE}"/>
                </a:ext>
              </a:extLst>
            </p:cNvPr>
            <p:cNvSpPr/>
            <p:nvPr/>
          </p:nvSpPr>
          <p:spPr>
            <a:xfrm>
              <a:off x="6301733" y="2127751"/>
              <a:ext cx="360000" cy="360000"/>
            </a:xfrm>
            <a:prstGeom prst="rightArrow">
              <a:avLst/>
            </a:prstGeom>
            <a:gradFill flip="none" rotWithShape="1">
              <a:gsLst>
                <a:gs pos="0">
                  <a:sysClr val="window" lastClr="FFFFFF">
                    <a:lumMod val="85000"/>
                  </a:sysClr>
                </a:gs>
                <a:gs pos="50000">
                  <a:sysClr val="window" lastClr="FFFFFF">
                    <a:lumMod val="85000"/>
                  </a:sysClr>
                </a:gs>
                <a:gs pos="7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10800000" scaled="1"/>
              <a:tileRect/>
            </a:gradFill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1D68167B-BB51-426E-944D-66227198C304}"/>
              </a:ext>
            </a:extLst>
          </p:cNvPr>
          <p:cNvGrpSpPr/>
          <p:nvPr/>
        </p:nvGrpSpPr>
        <p:grpSpPr>
          <a:xfrm>
            <a:off x="793627" y="5346320"/>
            <a:ext cx="936000" cy="450000"/>
            <a:chOff x="399664" y="5640976"/>
            <a:chExt cx="936000" cy="450000"/>
          </a:xfrm>
        </p:grpSpPr>
        <p:sp>
          <p:nvSpPr>
            <p:cNvPr id="266" name="빗면 79">
              <a:extLst>
                <a:ext uri="{FF2B5EF4-FFF2-40B4-BE49-F238E27FC236}">
                  <a16:creationId xmlns:a16="http://schemas.microsoft.com/office/drawing/2014/main" id="{F9C8C3D3-1576-4BAB-BE53-CA511D46A5F9}"/>
                </a:ext>
              </a:extLst>
            </p:cNvPr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67" name="그림 266">
              <a:extLst>
                <a:ext uri="{FF2B5EF4-FFF2-40B4-BE49-F238E27FC236}">
                  <a16:creationId xmlns:a16="http://schemas.microsoft.com/office/drawing/2014/main" id="{C2C9C63D-F680-4CDC-A297-0EE462C40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9DE2FCA5-770E-4897-9952-0661B74CABD7}"/>
              </a:ext>
            </a:extLst>
          </p:cNvPr>
          <p:cNvSpPr/>
          <p:nvPr/>
        </p:nvSpPr>
        <p:spPr>
          <a:xfrm>
            <a:off x="776288" y="1550168"/>
            <a:ext cx="7200000" cy="180000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9" name="직사각형 268">
            <a:extLst>
              <a:ext uri="{FF2B5EF4-FFF2-40B4-BE49-F238E27FC236}">
                <a16:creationId xmlns:a16="http://schemas.microsoft.com/office/drawing/2014/main" id="{3FD38B39-5EE9-4D35-ACEB-A037D34CC60B}"/>
              </a:ext>
            </a:extLst>
          </p:cNvPr>
          <p:cNvSpPr/>
          <p:nvPr/>
        </p:nvSpPr>
        <p:spPr>
          <a:xfrm>
            <a:off x="776288" y="1550166"/>
            <a:ext cx="7200000" cy="90000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E8A7C97D-2BCA-48FC-B187-E55CB137B6F2}"/>
              </a:ext>
            </a:extLst>
          </p:cNvPr>
          <p:cNvCxnSpPr/>
          <p:nvPr/>
        </p:nvCxnSpPr>
        <p:spPr>
          <a:xfrm>
            <a:off x="780963" y="1550168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95EA2756-C6C7-40FB-A40B-4ECC4B2C5B27}"/>
              </a:ext>
            </a:extLst>
          </p:cNvPr>
          <p:cNvCxnSpPr/>
          <p:nvPr/>
        </p:nvCxnSpPr>
        <p:spPr>
          <a:xfrm>
            <a:off x="776288" y="1734442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72" name="TextBox 271">
            <a:extLst>
              <a:ext uri="{FF2B5EF4-FFF2-40B4-BE49-F238E27FC236}">
                <a16:creationId xmlns:a16="http://schemas.microsoft.com/office/drawing/2014/main" id="{05501003-B6E4-49C8-924E-372E8973C1D6}"/>
              </a:ext>
            </a:extLst>
          </p:cNvPr>
          <p:cNvSpPr txBox="1"/>
          <p:nvPr/>
        </p:nvSpPr>
        <p:spPr>
          <a:xfrm>
            <a:off x="802968" y="1510938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D65FA88F-898F-4730-B9E7-5005CC1B557D}"/>
              </a:ext>
            </a:extLst>
          </p:cNvPr>
          <p:cNvCxnSpPr/>
          <p:nvPr/>
        </p:nvCxnSpPr>
        <p:spPr>
          <a:xfrm rot="5400000">
            <a:off x="7890775" y="1640168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74" name="TextBox 273">
            <a:extLst>
              <a:ext uri="{FF2B5EF4-FFF2-40B4-BE49-F238E27FC236}">
                <a16:creationId xmlns:a16="http://schemas.microsoft.com/office/drawing/2014/main" id="{B68A7406-8150-49C9-B742-CA02D765E286}"/>
              </a:ext>
            </a:extLst>
          </p:cNvPr>
          <p:cNvSpPr txBox="1"/>
          <p:nvPr/>
        </p:nvSpPr>
        <p:spPr>
          <a:xfrm>
            <a:off x="776288" y="1175610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3A9171B0-AC44-44BB-9945-EEE5831D9D2F}"/>
              </a:ext>
            </a:extLst>
          </p:cNvPr>
          <p:cNvCxnSpPr>
            <a:cxnSpLocks/>
          </p:cNvCxnSpPr>
          <p:nvPr/>
        </p:nvCxnSpPr>
        <p:spPr>
          <a:xfrm>
            <a:off x="780963" y="1550168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477ECADB-3251-4B37-9879-CEAB42FEF299}"/>
              </a:ext>
            </a:extLst>
          </p:cNvPr>
          <p:cNvCxnSpPr>
            <a:cxnSpLocks/>
          </p:cNvCxnSpPr>
          <p:nvPr/>
        </p:nvCxnSpPr>
        <p:spPr>
          <a:xfrm rot="5400000">
            <a:off x="7890775" y="1640168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77" name="TextBox 276">
            <a:extLst>
              <a:ext uri="{FF2B5EF4-FFF2-40B4-BE49-F238E27FC236}">
                <a16:creationId xmlns:a16="http://schemas.microsoft.com/office/drawing/2014/main" id="{ACECFA74-8DE1-415B-BB33-6D095FFA81F7}"/>
              </a:ext>
            </a:extLst>
          </p:cNvPr>
          <p:cNvSpPr txBox="1"/>
          <p:nvPr/>
        </p:nvSpPr>
        <p:spPr>
          <a:xfrm>
            <a:off x="8299882" y="1530398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prstClr val="black"/>
                </a:solidFill>
                <a:latin typeface="맑은 고딕"/>
              </a:rPr>
              <a:t>ENG</a:t>
            </a:r>
            <a:endParaRPr lang="en-US" altLang="ko-KR" sz="9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2ADCF3EB-6E62-4E1F-B925-4D77AD1E86C5}"/>
              </a:ext>
            </a:extLst>
          </p:cNvPr>
          <p:cNvSpPr txBox="1"/>
          <p:nvPr/>
        </p:nvSpPr>
        <p:spPr>
          <a:xfrm>
            <a:off x="4080945" y="1137138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sp>
        <p:nvSpPr>
          <p:cNvPr id="279" name="빗면 7">
            <a:extLst>
              <a:ext uri="{FF2B5EF4-FFF2-40B4-BE49-F238E27FC236}">
                <a16:creationId xmlns:a16="http://schemas.microsoft.com/office/drawing/2014/main" id="{5BE0422C-950D-4544-9634-AF673B2C2DCB}"/>
              </a:ext>
            </a:extLst>
          </p:cNvPr>
          <p:cNvSpPr/>
          <p:nvPr/>
        </p:nvSpPr>
        <p:spPr>
          <a:xfrm>
            <a:off x="3191556" y="1110720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74A3101F-B726-4004-929D-83ECD332645E}"/>
              </a:ext>
            </a:extLst>
          </p:cNvPr>
          <p:cNvSpPr/>
          <p:nvPr/>
        </p:nvSpPr>
        <p:spPr>
          <a:xfrm>
            <a:off x="7549030" y="1549109"/>
            <a:ext cx="609699" cy="164414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n-cs"/>
              </a:rPr>
              <a:t>language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2A246A3B-81CA-435C-9712-2A2DED785A0A}"/>
              </a:ext>
            </a:extLst>
          </p:cNvPr>
          <p:cNvSpPr/>
          <p:nvPr/>
        </p:nvSpPr>
        <p:spPr>
          <a:xfrm>
            <a:off x="8941592" y="1569093"/>
            <a:ext cx="194199" cy="159591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C617A346-7DC7-444A-B7AE-CBF12719ABAF}"/>
              </a:ext>
            </a:extLst>
          </p:cNvPr>
          <p:cNvSpPr txBox="1"/>
          <p:nvPr/>
        </p:nvSpPr>
        <p:spPr>
          <a:xfrm>
            <a:off x="6849070" y="1128537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1E557BC5-6BBF-425C-A78E-2B4F2FD09124}"/>
              </a:ext>
            </a:extLst>
          </p:cNvPr>
          <p:cNvSpPr txBox="1"/>
          <p:nvPr/>
        </p:nvSpPr>
        <p:spPr>
          <a:xfrm>
            <a:off x="3500147" y="1137138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13374791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텍스트 개체 틀 1">
            <a:extLst>
              <a:ext uri="{FF2B5EF4-FFF2-40B4-BE49-F238E27FC236}">
                <a16:creationId xmlns:a16="http://schemas.microsoft.com/office/drawing/2014/main" id="{7D3B54B8-BFBA-408C-A22D-5A8049ABB6EE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PLC I/O</a:t>
            </a:r>
          </a:p>
        </p:txBody>
      </p: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E9D20F63-8DCE-48F9-9187-4ADC7CCEE179}"/>
              </a:ext>
            </a:extLst>
          </p:cNvPr>
          <p:cNvSpPr/>
          <p:nvPr/>
        </p:nvSpPr>
        <p:spPr>
          <a:xfrm>
            <a:off x="780963" y="1100288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ACAFA075-CCB4-4E7F-A7C5-B46D172146EC}"/>
              </a:ext>
            </a:extLst>
          </p:cNvPr>
          <p:cNvSpPr/>
          <p:nvPr/>
        </p:nvSpPr>
        <p:spPr>
          <a:xfrm>
            <a:off x="780963" y="1100288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54" name="직선 연결선 253">
            <a:extLst>
              <a:ext uri="{FF2B5EF4-FFF2-40B4-BE49-F238E27FC236}">
                <a16:creationId xmlns:a16="http://schemas.microsoft.com/office/drawing/2014/main" id="{7E2E1C1E-4123-4AD5-A1BD-ACD65410FCA0}"/>
              </a:ext>
            </a:extLst>
          </p:cNvPr>
          <p:cNvCxnSpPr/>
          <p:nvPr/>
        </p:nvCxnSpPr>
        <p:spPr>
          <a:xfrm>
            <a:off x="1742113" y="1748618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DF59AF80-050A-4981-BF20-4574BA0DBE1D}"/>
              </a:ext>
            </a:extLst>
          </p:cNvPr>
          <p:cNvGrpSpPr/>
          <p:nvPr/>
        </p:nvGrpSpPr>
        <p:grpSpPr>
          <a:xfrm>
            <a:off x="793627" y="3550954"/>
            <a:ext cx="936000" cy="450000"/>
            <a:chOff x="395536" y="3731115"/>
            <a:chExt cx="936000" cy="468000"/>
          </a:xfrm>
        </p:grpSpPr>
        <p:sp>
          <p:nvSpPr>
            <p:cNvPr id="256" name="빗면 32">
              <a:extLst>
                <a:ext uri="{FF2B5EF4-FFF2-40B4-BE49-F238E27FC236}">
                  <a16:creationId xmlns:a16="http://schemas.microsoft.com/office/drawing/2014/main" id="{4BEEE8F2-8AFA-4E14-81B5-FBBA8DEFDDBA}"/>
                </a:ext>
              </a:extLst>
            </p:cNvPr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57" name="그림 256">
              <a:extLst>
                <a:ext uri="{FF2B5EF4-FFF2-40B4-BE49-F238E27FC236}">
                  <a16:creationId xmlns:a16="http://schemas.microsoft.com/office/drawing/2014/main" id="{424C5590-904C-4316-952B-2EACBDAF1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258" name="그림 257">
              <a:extLst>
                <a:ext uri="{FF2B5EF4-FFF2-40B4-BE49-F238E27FC236}">
                  <a16:creationId xmlns:a16="http://schemas.microsoft.com/office/drawing/2014/main" id="{A11B2FEF-08A3-49F7-8F9D-2A326FFFC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BCA52AC1-D81E-4220-A1B9-309B4F72C9C8}"/>
              </a:ext>
            </a:extLst>
          </p:cNvPr>
          <p:cNvGrpSpPr/>
          <p:nvPr/>
        </p:nvGrpSpPr>
        <p:grpSpPr>
          <a:xfrm>
            <a:off x="793627" y="4902616"/>
            <a:ext cx="936000" cy="450000"/>
            <a:chOff x="403799" y="5149683"/>
            <a:chExt cx="936000" cy="468000"/>
          </a:xfrm>
        </p:grpSpPr>
        <p:sp>
          <p:nvSpPr>
            <p:cNvPr id="260" name="빗면 77">
              <a:extLst>
                <a:ext uri="{FF2B5EF4-FFF2-40B4-BE49-F238E27FC236}">
                  <a16:creationId xmlns:a16="http://schemas.microsoft.com/office/drawing/2014/main" id="{7E1CBA52-8966-4E3C-BA64-64630C71E0BD}"/>
                </a:ext>
              </a:extLst>
            </p:cNvPr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61" name="그림 260">
              <a:extLst>
                <a:ext uri="{FF2B5EF4-FFF2-40B4-BE49-F238E27FC236}">
                  <a16:creationId xmlns:a16="http://schemas.microsoft.com/office/drawing/2014/main" id="{889099DD-E115-442E-BAE1-387927200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262" name="그룹 261">
            <a:extLst>
              <a:ext uri="{FF2B5EF4-FFF2-40B4-BE49-F238E27FC236}">
                <a16:creationId xmlns:a16="http://schemas.microsoft.com/office/drawing/2014/main" id="{9564945E-2DF7-4058-98CD-6AF940112B28}"/>
              </a:ext>
            </a:extLst>
          </p:cNvPr>
          <p:cNvGrpSpPr/>
          <p:nvPr/>
        </p:nvGrpSpPr>
        <p:grpSpPr>
          <a:xfrm>
            <a:off x="793627" y="5353168"/>
            <a:ext cx="936000" cy="450000"/>
            <a:chOff x="395536" y="5625295"/>
            <a:chExt cx="936000" cy="468000"/>
          </a:xfrm>
        </p:grpSpPr>
        <p:sp>
          <p:nvSpPr>
            <p:cNvPr id="263" name="빗면 36">
              <a:extLst>
                <a:ext uri="{FF2B5EF4-FFF2-40B4-BE49-F238E27FC236}">
                  <a16:creationId xmlns:a16="http://schemas.microsoft.com/office/drawing/2014/main" id="{AAA26B1E-CEC5-49DC-AD94-1C2B19554029}"/>
                </a:ext>
              </a:extLst>
            </p:cNvPr>
            <p:cNvSpPr/>
            <p:nvPr/>
          </p:nvSpPr>
          <p:spPr>
            <a:xfrm>
              <a:off x="395536" y="562529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4" name="왼쪽 화살표 1034">
              <a:extLst>
                <a:ext uri="{FF2B5EF4-FFF2-40B4-BE49-F238E27FC236}">
                  <a16:creationId xmlns:a16="http://schemas.microsoft.com/office/drawing/2014/main" id="{EA475751-E184-4BCC-AE3E-C28321F34FB5}"/>
                </a:ext>
              </a:extLst>
            </p:cNvPr>
            <p:cNvSpPr/>
            <p:nvPr/>
          </p:nvSpPr>
          <p:spPr>
            <a:xfrm>
              <a:off x="721264" y="5739452"/>
              <a:ext cx="252000" cy="252000"/>
            </a:xfrm>
            <a:prstGeom prst="leftArrow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A8548A25-4113-40B4-82D8-B40CAF0FF487}"/>
              </a:ext>
            </a:extLst>
          </p:cNvPr>
          <p:cNvGrpSpPr/>
          <p:nvPr/>
        </p:nvGrpSpPr>
        <p:grpSpPr>
          <a:xfrm>
            <a:off x="793627" y="1748738"/>
            <a:ext cx="936000" cy="450000"/>
            <a:chOff x="395536" y="1844823"/>
            <a:chExt cx="936000" cy="468000"/>
          </a:xfrm>
        </p:grpSpPr>
        <p:sp>
          <p:nvSpPr>
            <p:cNvPr id="266" name="빗면 28">
              <a:extLst>
                <a:ext uri="{FF2B5EF4-FFF2-40B4-BE49-F238E27FC236}">
                  <a16:creationId xmlns:a16="http://schemas.microsoft.com/office/drawing/2014/main" id="{635636DB-EE5A-47CC-A06D-213F899E6923}"/>
                </a:ext>
              </a:extLst>
            </p:cNvPr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67" name="그림 266">
              <a:extLst>
                <a:ext uri="{FF2B5EF4-FFF2-40B4-BE49-F238E27FC236}">
                  <a16:creationId xmlns:a16="http://schemas.microsoft.com/office/drawing/2014/main" id="{0E90D0D2-87C3-44AE-81BD-7CFDC795E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8B5BFB4B-7E46-4B63-AB7B-F25202FBD48A}"/>
              </a:ext>
            </a:extLst>
          </p:cNvPr>
          <p:cNvGrpSpPr/>
          <p:nvPr/>
        </p:nvGrpSpPr>
        <p:grpSpPr>
          <a:xfrm>
            <a:off x="793627" y="4452062"/>
            <a:ext cx="936000" cy="450000"/>
            <a:chOff x="395536" y="4674261"/>
            <a:chExt cx="936000" cy="468000"/>
          </a:xfrm>
        </p:grpSpPr>
        <p:sp>
          <p:nvSpPr>
            <p:cNvPr id="269" name="빗면 34">
              <a:extLst>
                <a:ext uri="{FF2B5EF4-FFF2-40B4-BE49-F238E27FC236}">
                  <a16:creationId xmlns:a16="http://schemas.microsoft.com/office/drawing/2014/main" id="{C4DF8AF8-AFEF-484C-83F0-786D282655C2}"/>
                </a:ext>
              </a:extLst>
            </p:cNvPr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70" name="그림 269">
              <a:extLst>
                <a:ext uri="{FF2B5EF4-FFF2-40B4-BE49-F238E27FC236}">
                  <a16:creationId xmlns:a16="http://schemas.microsoft.com/office/drawing/2014/main" id="{4A1CE83C-2306-496B-A52F-0B1656C9E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146CE430-EA72-4E35-80F2-D965A29A0239}"/>
              </a:ext>
            </a:extLst>
          </p:cNvPr>
          <p:cNvGrpSpPr/>
          <p:nvPr/>
        </p:nvGrpSpPr>
        <p:grpSpPr>
          <a:xfrm>
            <a:off x="793627" y="3100400"/>
            <a:ext cx="936000" cy="450000"/>
            <a:chOff x="410776" y="3498167"/>
            <a:chExt cx="936000" cy="432000"/>
          </a:xfrm>
        </p:grpSpPr>
        <p:sp>
          <p:nvSpPr>
            <p:cNvPr id="272" name="빗면 31">
              <a:extLst>
                <a:ext uri="{FF2B5EF4-FFF2-40B4-BE49-F238E27FC236}">
                  <a16:creationId xmlns:a16="http://schemas.microsoft.com/office/drawing/2014/main" id="{F06EF700-4F41-4FDB-907A-B6373C6D5ED4}"/>
                </a:ext>
              </a:extLst>
            </p:cNvPr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73" name="그림 272">
              <a:extLst>
                <a:ext uri="{FF2B5EF4-FFF2-40B4-BE49-F238E27FC236}">
                  <a16:creationId xmlns:a16="http://schemas.microsoft.com/office/drawing/2014/main" id="{66849E2F-95F5-49E5-9357-E441955B8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274" name="그룹 273">
            <a:extLst>
              <a:ext uri="{FF2B5EF4-FFF2-40B4-BE49-F238E27FC236}">
                <a16:creationId xmlns:a16="http://schemas.microsoft.com/office/drawing/2014/main" id="{560DE6BF-C084-4106-A863-1FA82D8BC133}"/>
              </a:ext>
            </a:extLst>
          </p:cNvPr>
          <p:cNvGrpSpPr/>
          <p:nvPr/>
        </p:nvGrpSpPr>
        <p:grpSpPr>
          <a:xfrm>
            <a:off x="793627" y="2199292"/>
            <a:ext cx="936000" cy="450000"/>
            <a:chOff x="410776" y="2635965"/>
            <a:chExt cx="936000" cy="432000"/>
          </a:xfrm>
        </p:grpSpPr>
        <p:sp>
          <p:nvSpPr>
            <p:cNvPr id="275" name="빗면 29">
              <a:extLst>
                <a:ext uri="{FF2B5EF4-FFF2-40B4-BE49-F238E27FC236}">
                  <a16:creationId xmlns:a16="http://schemas.microsoft.com/office/drawing/2014/main" id="{F50DA482-DB08-4067-BCF6-C7968333229B}"/>
                </a:ext>
              </a:extLst>
            </p:cNvPr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76" name="그림 275">
              <a:extLst>
                <a:ext uri="{FF2B5EF4-FFF2-40B4-BE49-F238E27FC236}">
                  <a16:creationId xmlns:a16="http://schemas.microsoft.com/office/drawing/2014/main" id="{924B132F-0D84-4CFF-B070-F22C673F1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85CF9F6E-7643-46CB-81A3-0F5E8BDB4478}"/>
              </a:ext>
            </a:extLst>
          </p:cNvPr>
          <p:cNvGrpSpPr/>
          <p:nvPr/>
        </p:nvGrpSpPr>
        <p:grpSpPr>
          <a:xfrm>
            <a:off x="793627" y="2649846"/>
            <a:ext cx="936000" cy="450000"/>
            <a:chOff x="410776" y="3067066"/>
            <a:chExt cx="936000" cy="432000"/>
          </a:xfrm>
        </p:grpSpPr>
        <p:sp>
          <p:nvSpPr>
            <p:cNvPr id="278" name="빗면 30">
              <a:extLst>
                <a:ext uri="{FF2B5EF4-FFF2-40B4-BE49-F238E27FC236}">
                  <a16:creationId xmlns:a16="http://schemas.microsoft.com/office/drawing/2014/main" id="{9715B690-9AB4-4BB5-8FE7-719BEBA1C7AD}"/>
                </a:ext>
              </a:extLst>
            </p:cNvPr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79" name="그림 278">
              <a:extLst>
                <a:ext uri="{FF2B5EF4-FFF2-40B4-BE49-F238E27FC236}">
                  <a16:creationId xmlns:a16="http://schemas.microsoft.com/office/drawing/2014/main" id="{E9B6DB65-B703-4128-ACEF-92F95E3BE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280" name="그림 279">
              <a:extLst>
                <a:ext uri="{FF2B5EF4-FFF2-40B4-BE49-F238E27FC236}">
                  <a16:creationId xmlns:a16="http://schemas.microsoft.com/office/drawing/2014/main" id="{20A269ED-EADF-4030-8682-46FA76765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281" name="그림 280">
              <a:extLst>
                <a:ext uri="{FF2B5EF4-FFF2-40B4-BE49-F238E27FC236}">
                  <a16:creationId xmlns:a16="http://schemas.microsoft.com/office/drawing/2014/main" id="{BC993FAC-CE82-4F56-AD64-BAA52348F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73ED832B-8F36-45D4-AB70-15062F2F1ED7}"/>
              </a:ext>
            </a:extLst>
          </p:cNvPr>
          <p:cNvGrpSpPr/>
          <p:nvPr/>
        </p:nvGrpSpPr>
        <p:grpSpPr>
          <a:xfrm>
            <a:off x="793627" y="4001508"/>
            <a:ext cx="936000" cy="450000"/>
            <a:chOff x="410776" y="4360369"/>
            <a:chExt cx="936000" cy="432000"/>
          </a:xfrm>
        </p:grpSpPr>
        <p:sp>
          <p:nvSpPr>
            <p:cNvPr id="283" name="빗면 33">
              <a:extLst>
                <a:ext uri="{FF2B5EF4-FFF2-40B4-BE49-F238E27FC236}">
                  <a16:creationId xmlns:a16="http://schemas.microsoft.com/office/drawing/2014/main" id="{973A45B6-8D1B-46E8-B2F2-BAFDAB03E1B2}"/>
                </a:ext>
              </a:extLst>
            </p:cNvPr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84" name="그림 283">
              <a:extLst>
                <a:ext uri="{FF2B5EF4-FFF2-40B4-BE49-F238E27FC236}">
                  <a16:creationId xmlns:a16="http://schemas.microsoft.com/office/drawing/2014/main" id="{21DC7A63-C354-4E3A-9A3B-ECF8102F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aphicFrame>
        <p:nvGraphicFramePr>
          <p:cNvPr id="285" name="표 284">
            <a:extLst>
              <a:ext uri="{FF2B5EF4-FFF2-40B4-BE49-F238E27FC236}">
                <a16:creationId xmlns:a16="http://schemas.microsoft.com/office/drawing/2014/main" id="{D2442D75-B64A-4CFF-8ACF-12FB8C4E8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875077"/>
              </p:ext>
            </p:extLst>
          </p:nvPr>
        </p:nvGraphicFramePr>
        <p:xfrm>
          <a:off x="1928153" y="1835400"/>
          <a:ext cx="3325842" cy="3870960"/>
        </p:xfrm>
        <a:graphic>
          <a:graphicData uri="http://schemas.openxmlformats.org/drawingml/2006/table">
            <a:tbl>
              <a:tblPr firstRow="1" bandRow="1"/>
              <a:tblGrid>
                <a:gridCol w="661546">
                  <a:extLst>
                    <a:ext uri="{9D8B030D-6E8A-4147-A177-3AD203B41FA5}">
                      <a16:colId xmlns:a16="http://schemas.microsoft.com/office/drawing/2014/main" val="1688637777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65504348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117405617"/>
                    </a:ext>
                  </a:extLst>
                </a:gridCol>
              </a:tblGrid>
              <a:tr h="243840"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PLC Input (P0000 ~ P000F)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6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646332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P0000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992372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P0001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611650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P0002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36724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P0003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464400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P0004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450913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P0005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878344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P0006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959601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P0007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89672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P0008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543068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P0009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981765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P000A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267254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P000B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633329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P000C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302201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P000D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769318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P000E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776826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P000F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735245"/>
                  </a:ext>
                </a:extLst>
              </a:tr>
              <a:tr h="213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73156"/>
                  </a:ext>
                </a:extLst>
              </a:tr>
            </a:tbl>
          </a:graphicData>
        </a:graphic>
      </p:graphicFrame>
      <p:graphicFrame>
        <p:nvGraphicFramePr>
          <p:cNvPr id="286" name="표 285">
            <a:extLst>
              <a:ext uri="{FF2B5EF4-FFF2-40B4-BE49-F238E27FC236}">
                <a16:creationId xmlns:a16="http://schemas.microsoft.com/office/drawing/2014/main" id="{3285789F-277D-4A8F-9593-9CAB6F39A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723118"/>
              </p:ext>
            </p:extLst>
          </p:nvPr>
        </p:nvGraphicFramePr>
        <p:xfrm>
          <a:off x="5614035" y="1835400"/>
          <a:ext cx="3333562" cy="3870960"/>
        </p:xfrm>
        <a:graphic>
          <a:graphicData uri="http://schemas.openxmlformats.org/drawingml/2006/table">
            <a:tbl>
              <a:tblPr firstRow="1" bandRow="1"/>
              <a:tblGrid>
                <a:gridCol w="669266">
                  <a:extLst>
                    <a:ext uri="{9D8B030D-6E8A-4147-A177-3AD203B41FA5}">
                      <a16:colId xmlns:a16="http://schemas.microsoft.com/office/drawing/2014/main" val="1688637777"/>
                    </a:ext>
                  </a:extLst>
                </a:gridCol>
                <a:gridCol w="352320">
                  <a:extLst>
                    <a:ext uri="{9D8B030D-6E8A-4147-A177-3AD203B41FA5}">
                      <a16:colId xmlns:a16="http://schemas.microsoft.com/office/drawing/2014/main" val="655043480"/>
                    </a:ext>
                  </a:extLst>
                </a:gridCol>
                <a:gridCol w="2311976">
                  <a:extLst>
                    <a:ext uri="{9D8B030D-6E8A-4147-A177-3AD203B41FA5}">
                      <a16:colId xmlns:a16="http://schemas.microsoft.com/office/drawing/2014/main" val="2745133336"/>
                    </a:ext>
                  </a:extLst>
                </a:gridCol>
              </a:tblGrid>
              <a:tr h="209735"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PLC Output (P0020 ~ P002F)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646332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P0020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992372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P0021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611650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P0022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36724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P0023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464400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P0024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450913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P0025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878344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P0026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959601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P0027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89672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P0028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543068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P0029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981765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P002A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267254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P002B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633329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P002C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302201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P002D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769318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P002E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776826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 dirty="0"/>
                        <a:t>P002F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800" b="1" dirty="0"/>
                        <a:t>ABCDEFGHIJKLMNOPQRSTUVWXYZ</a:t>
                      </a:r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635795"/>
                  </a:ext>
                </a:extLst>
              </a:tr>
              <a:tr h="183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266140"/>
                  </a:ext>
                </a:extLst>
              </a:tr>
            </a:tbl>
          </a:graphicData>
        </a:graphic>
      </p:graphicFrame>
      <p:sp>
        <p:nvSpPr>
          <p:cNvPr id="287" name="직사각형 286">
            <a:extLst>
              <a:ext uri="{FF2B5EF4-FFF2-40B4-BE49-F238E27FC236}">
                <a16:creationId xmlns:a16="http://schemas.microsoft.com/office/drawing/2014/main" id="{B12E667A-8BB3-49B0-9F0C-1F21CDBA96D7}"/>
              </a:ext>
            </a:extLst>
          </p:cNvPr>
          <p:cNvSpPr>
            <a:spLocks noChangeAspect="1"/>
          </p:cNvSpPr>
          <p:nvPr/>
        </p:nvSpPr>
        <p:spPr>
          <a:xfrm>
            <a:off x="2698283" y="2105664"/>
            <a:ext cx="144000" cy="144000"/>
          </a:xfrm>
          <a:prstGeom prst="rect">
            <a:avLst/>
          </a:prstGeom>
          <a:solidFill>
            <a:srgbClr val="00FF00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0EE775E8-13E5-4845-B914-5EE4BD580840}"/>
              </a:ext>
            </a:extLst>
          </p:cNvPr>
          <p:cNvSpPr>
            <a:spLocks noChangeAspect="1"/>
          </p:cNvSpPr>
          <p:nvPr/>
        </p:nvSpPr>
        <p:spPr>
          <a:xfrm>
            <a:off x="2698283" y="2319272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9" name="직사각형 288">
            <a:extLst>
              <a:ext uri="{FF2B5EF4-FFF2-40B4-BE49-F238E27FC236}">
                <a16:creationId xmlns:a16="http://schemas.microsoft.com/office/drawing/2014/main" id="{9DD45456-93BF-44A3-80DF-7A724A3E74D5}"/>
              </a:ext>
            </a:extLst>
          </p:cNvPr>
          <p:cNvSpPr>
            <a:spLocks noChangeAspect="1"/>
          </p:cNvSpPr>
          <p:nvPr/>
        </p:nvSpPr>
        <p:spPr>
          <a:xfrm>
            <a:off x="2698283" y="2532880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0" name="직사각형 289">
            <a:extLst>
              <a:ext uri="{FF2B5EF4-FFF2-40B4-BE49-F238E27FC236}">
                <a16:creationId xmlns:a16="http://schemas.microsoft.com/office/drawing/2014/main" id="{9C288CB8-A5EA-4376-9975-1A0598993EFF}"/>
              </a:ext>
            </a:extLst>
          </p:cNvPr>
          <p:cNvSpPr>
            <a:spLocks noChangeAspect="1"/>
          </p:cNvSpPr>
          <p:nvPr/>
        </p:nvSpPr>
        <p:spPr>
          <a:xfrm>
            <a:off x="2698283" y="2746488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1" name="직사각형 290">
            <a:extLst>
              <a:ext uri="{FF2B5EF4-FFF2-40B4-BE49-F238E27FC236}">
                <a16:creationId xmlns:a16="http://schemas.microsoft.com/office/drawing/2014/main" id="{AAA37B4C-541D-4B16-A479-3C10898742B1}"/>
              </a:ext>
            </a:extLst>
          </p:cNvPr>
          <p:cNvSpPr>
            <a:spLocks noChangeAspect="1"/>
          </p:cNvSpPr>
          <p:nvPr/>
        </p:nvSpPr>
        <p:spPr>
          <a:xfrm>
            <a:off x="2698283" y="2960096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936D4AC6-1645-4B3A-BEF0-E7C22AD8F092}"/>
              </a:ext>
            </a:extLst>
          </p:cNvPr>
          <p:cNvSpPr>
            <a:spLocks noChangeAspect="1"/>
          </p:cNvSpPr>
          <p:nvPr/>
        </p:nvSpPr>
        <p:spPr>
          <a:xfrm>
            <a:off x="2698283" y="3173704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3" name="직사각형 292">
            <a:extLst>
              <a:ext uri="{FF2B5EF4-FFF2-40B4-BE49-F238E27FC236}">
                <a16:creationId xmlns:a16="http://schemas.microsoft.com/office/drawing/2014/main" id="{D0AE7FDE-5531-412E-8E55-70C238504A81}"/>
              </a:ext>
            </a:extLst>
          </p:cNvPr>
          <p:cNvSpPr>
            <a:spLocks noChangeAspect="1"/>
          </p:cNvSpPr>
          <p:nvPr/>
        </p:nvSpPr>
        <p:spPr>
          <a:xfrm>
            <a:off x="2698283" y="3387312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CAB2E269-2557-485D-87C3-87B6997CB72F}"/>
              </a:ext>
            </a:extLst>
          </p:cNvPr>
          <p:cNvSpPr>
            <a:spLocks noChangeAspect="1"/>
          </p:cNvSpPr>
          <p:nvPr/>
        </p:nvSpPr>
        <p:spPr>
          <a:xfrm>
            <a:off x="2698283" y="3600920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5" name="직사각형 294">
            <a:extLst>
              <a:ext uri="{FF2B5EF4-FFF2-40B4-BE49-F238E27FC236}">
                <a16:creationId xmlns:a16="http://schemas.microsoft.com/office/drawing/2014/main" id="{DD43F3E3-E31B-48E8-A877-05AE7FB652D6}"/>
              </a:ext>
            </a:extLst>
          </p:cNvPr>
          <p:cNvSpPr>
            <a:spLocks noChangeAspect="1"/>
          </p:cNvSpPr>
          <p:nvPr/>
        </p:nvSpPr>
        <p:spPr>
          <a:xfrm>
            <a:off x="2698283" y="3814528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6" name="직사각형 295">
            <a:extLst>
              <a:ext uri="{FF2B5EF4-FFF2-40B4-BE49-F238E27FC236}">
                <a16:creationId xmlns:a16="http://schemas.microsoft.com/office/drawing/2014/main" id="{09AA7115-AAD6-4C01-AB45-57167C425D63}"/>
              </a:ext>
            </a:extLst>
          </p:cNvPr>
          <p:cNvSpPr>
            <a:spLocks noChangeAspect="1"/>
          </p:cNvSpPr>
          <p:nvPr/>
        </p:nvSpPr>
        <p:spPr>
          <a:xfrm>
            <a:off x="2698283" y="4028136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BC3EBCDD-A7D1-4CD6-BC1E-98BB4EE76622}"/>
              </a:ext>
            </a:extLst>
          </p:cNvPr>
          <p:cNvSpPr>
            <a:spLocks noChangeAspect="1"/>
          </p:cNvSpPr>
          <p:nvPr/>
        </p:nvSpPr>
        <p:spPr>
          <a:xfrm>
            <a:off x="2698283" y="4241744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8" name="직사각형 297">
            <a:extLst>
              <a:ext uri="{FF2B5EF4-FFF2-40B4-BE49-F238E27FC236}">
                <a16:creationId xmlns:a16="http://schemas.microsoft.com/office/drawing/2014/main" id="{1C643908-B700-4FD1-A2E0-BE366C2B0481}"/>
              </a:ext>
            </a:extLst>
          </p:cNvPr>
          <p:cNvSpPr>
            <a:spLocks noChangeAspect="1"/>
          </p:cNvSpPr>
          <p:nvPr/>
        </p:nvSpPr>
        <p:spPr>
          <a:xfrm>
            <a:off x="2698283" y="4455352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9" name="직사각형 298">
            <a:extLst>
              <a:ext uri="{FF2B5EF4-FFF2-40B4-BE49-F238E27FC236}">
                <a16:creationId xmlns:a16="http://schemas.microsoft.com/office/drawing/2014/main" id="{5E699AB4-9DDE-4168-AF30-53EC5A04FCC5}"/>
              </a:ext>
            </a:extLst>
          </p:cNvPr>
          <p:cNvSpPr>
            <a:spLocks noChangeAspect="1"/>
          </p:cNvSpPr>
          <p:nvPr/>
        </p:nvSpPr>
        <p:spPr>
          <a:xfrm>
            <a:off x="2698283" y="4668960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0" name="직사각형 299">
            <a:extLst>
              <a:ext uri="{FF2B5EF4-FFF2-40B4-BE49-F238E27FC236}">
                <a16:creationId xmlns:a16="http://schemas.microsoft.com/office/drawing/2014/main" id="{8FE3618A-E230-4BEE-8577-808E23D776DD}"/>
              </a:ext>
            </a:extLst>
          </p:cNvPr>
          <p:cNvSpPr>
            <a:spLocks noChangeAspect="1"/>
          </p:cNvSpPr>
          <p:nvPr/>
        </p:nvSpPr>
        <p:spPr>
          <a:xfrm>
            <a:off x="2698283" y="4882568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917AC336-C2AC-41A7-AEF5-F757E0B0FC40}"/>
              </a:ext>
            </a:extLst>
          </p:cNvPr>
          <p:cNvSpPr>
            <a:spLocks noChangeAspect="1"/>
          </p:cNvSpPr>
          <p:nvPr/>
        </p:nvSpPr>
        <p:spPr>
          <a:xfrm>
            <a:off x="2698283" y="5096176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2" name="직사각형 301">
            <a:extLst>
              <a:ext uri="{FF2B5EF4-FFF2-40B4-BE49-F238E27FC236}">
                <a16:creationId xmlns:a16="http://schemas.microsoft.com/office/drawing/2014/main" id="{587452C0-1943-49FD-90F8-24865AC4A43A}"/>
              </a:ext>
            </a:extLst>
          </p:cNvPr>
          <p:cNvSpPr>
            <a:spLocks noChangeAspect="1"/>
          </p:cNvSpPr>
          <p:nvPr/>
        </p:nvSpPr>
        <p:spPr>
          <a:xfrm>
            <a:off x="2698283" y="5309790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3" name="직사각형 302">
            <a:extLst>
              <a:ext uri="{FF2B5EF4-FFF2-40B4-BE49-F238E27FC236}">
                <a16:creationId xmlns:a16="http://schemas.microsoft.com/office/drawing/2014/main" id="{21EA96EA-A233-4BAE-B65F-D2D95E028EA0}"/>
              </a:ext>
            </a:extLst>
          </p:cNvPr>
          <p:cNvSpPr>
            <a:spLocks noChangeAspect="1"/>
          </p:cNvSpPr>
          <p:nvPr/>
        </p:nvSpPr>
        <p:spPr>
          <a:xfrm>
            <a:off x="6390899" y="2109227"/>
            <a:ext cx="144000" cy="144000"/>
          </a:xfrm>
          <a:prstGeom prst="rect">
            <a:avLst/>
          </a:prstGeom>
          <a:solidFill>
            <a:srgbClr val="FF0000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4" name="직사각형 303">
            <a:extLst>
              <a:ext uri="{FF2B5EF4-FFF2-40B4-BE49-F238E27FC236}">
                <a16:creationId xmlns:a16="http://schemas.microsoft.com/office/drawing/2014/main" id="{F637355C-26FD-42AA-A94E-B7975C53A82A}"/>
              </a:ext>
            </a:extLst>
          </p:cNvPr>
          <p:cNvSpPr>
            <a:spLocks noChangeAspect="1"/>
          </p:cNvSpPr>
          <p:nvPr/>
        </p:nvSpPr>
        <p:spPr>
          <a:xfrm>
            <a:off x="6390899" y="2322835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5" name="직사각형 304">
            <a:extLst>
              <a:ext uri="{FF2B5EF4-FFF2-40B4-BE49-F238E27FC236}">
                <a16:creationId xmlns:a16="http://schemas.microsoft.com/office/drawing/2014/main" id="{A14F4CC5-2797-464F-947B-594D9E3A7FF0}"/>
              </a:ext>
            </a:extLst>
          </p:cNvPr>
          <p:cNvSpPr>
            <a:spLocks noChangeAspect="1"/>
          </p:cNvSpPr>
          <p:nvPr/>
        </p:nvSpPr>
        <p:spPr>
          <a:xfrm>
            <a:off x="6390899" y="2536443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6" name="직사각형 305">
            <a:extLst>
              <a:ext uri="{FF2B5EF4-FFF2-40B4-BE49-F238E27FC236}">
                <a16:creationId xmlns:a16="http://schemas.microsoft.com/office/drawing/2014/main" id="{B9217729-2858-4189-8209-6F474BD09509}"/>
              </a:ext>
            </a:extLst>
          </p:cNvPr>
          <p:cNvSpPr>
            <a:spLocks noChangeAspect="1"/>
          </p:cNvSpPr>
          <p:nvPr/>
        </p:nvSpPr>
        <p:spPr>
          <a:xfrm>
            <a:off x="6390899" y="2750051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7" name="직사각형 306">
            <a:extLst>
              <a:ext uri="{FF2B5EF4-FFF2-40B4-BE49-F238E27FC236}">
                <a16:creationId xmlns:a16="http://schemas.microsoft.com/office/drawing/2014/main" id="{1F72CA24-057C-4DB4-B11F-E1C54F4A51B6}"/>
              </a:ext>
            </a:extLst>
          </p:cNvPr>
          <p:cNvSpPr>
            <a:spLocks noChangeAspect="1"/>
          </p:cNvSpPr>
          <p:nvPr/>
        </p:nvSpPr>
        <p:spPr>
          <a:xfrm>
            <a:off x="6390899" y="2963659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08BE8968-69B8-40A9-9A1A-0DF8A055202D}"/>
              </a:ext>
            </a:extLst>
          </p:cNvPr>
          <p:cNvSpPr>
            <a:spLocks noChangeAspect="1"/>
          </p:cNvSpPr>
          <p:nvPr/>
        </p:nvSpPr>
        <p:spPr>
          <a:xfrm>
            <a:off x="6390899" y="3177267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9" name="직사각형 308">
            <a:extLst>
              <a:ext uri="{FF2B5EF4-FFF2-40B4-BE49-F238E27FC236}">
                <a16:creationId xmlns:a16="http://schemas.microsoft.com/office/drawing/2014/main" id="{F1324044-C061-4E5C-9E5D-59DCDAAD1962}"/>
              </a:ext>
            </a:extLst>
          </p:cNvPr>
          <p:cNvSpPr>
            <a:spLocks noChangeAspect="1"/>
          </p:cNvSpPr>
          <p:nvPr/>
        </p:nvSpPr>
        <p:spPr>
          <a:xfrm>
            <a:off x="6390899" y="3390875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0" name="직사각형 309">
            <a:extLst>
              <a:ext uri="{FF2B5EF4-FFF2-40B4-BE49-F238E27FC236}">
                <a16:creationId xmlns:a16="http://schemas.microsoft.com/office/drawing/2014/main" id="{40C16F09-42B1-4492-B941-905DA16546C2}"/>
              </a:ext>
            </a:extLst>
          </p:cNvPr>
          <p:cNvSpPr>
            <a:spLocks noChangeAspect="1"/>
          </p:cNvSpPr>
          <p:nvPr/>
        </p:nvSpPr>
        <p:spPr>
          <a:xfrm>
            <a:off x="6390899" y="3604483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201E64D8-9F6E-43D8-9A0E-0C46A32EAAAE}"/>
              </a:ext>
            </a:extLst>
          </p:cNvPr>
          <p:cNvSpPr>
            <a:spLocks noChangeAspect="1"/>
          </p:cNvSpPr>
          <p:nvPr/>
        </p:nvSpPr>
        <p:spPr>
          <a:xfrm>
            <a:off x="6390899" y="3818091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2" name="직사각형 311">
            <a:extLst>
              <a:ext uri="{FF2B5EF4-FFF2-40B4-BE49-F238E27FC236}">
                <a16:creationId xmlns:a16="http://schemas.microsoft.com/office/drawing/2014/main" id="{6E08C136-B376-471F-BC81-9C5FA7906CEE}"/>
              </a:ext>
            </a:extLst>
          </p:cNvPr>
          <p:cNvSpPr>
            <a:spLocks noChangeAspect="1"/>
          </p:cNvSpPr>
          <p:nvPr/>
        </p:nvSpPr>
        <p:spPr>
          <a:xfrm>
            <a:off x="6390899" y="4031699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39DF6409-633F-4F68-A257-671CDECF82FA}"/>
              </a:ext>
            </a:extLst>
          </p:cNvPr>
          <p:cNvSpPr>
            <a:spLocks noChangeAspect="1"/>
          </p:cNvSpPr>
          <p:nvPr/>
        </p:nvSpPr>
        <p:spPr>
          <a:xfrm>
            <a:off x="6390899" y="4245307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4" name="직사각형 313">
            <a:extLst>
              <a:ext uri="{FF2B5EF4-FFF2-40B4-BE49-F238E27FC236}">
                <a16:creationId xmlns:a16="http://schemas.microsoft.com/office/drawing/2014/main" id="{B2C6A5D8-AC08-4D77-95FC-9449D6F31D2C}"/>
              </a:ext>
            </a:extLst>
          </p:cNvPr>
          <p:cNvSpPr>
            <a:spLocks noChangeAspect="1"/>
          </p:cNvSpPr>
          <p:nvPr/>
        </p:nvSpPr>
        <p:spPr>
          <a:xfrm>
            <a:off x="6390899" y="4458915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5" name="직사각형 314">
            <a:extLst>
              <a:ext uri="{FF2B5EF4-FFF2-40B4-BE49-F238E27FC236}">
                <a16:creationId xmlns:a16="http://schemas.microsoft.com/office/drawing/2014/main" id="{475B5E28-40A7-499C-952A-92E63E7C9876}"/>
              </a:ext>
            </a:extLst>
          </p:cNvPr>
          <p:cNvSpPr>
            <a:spLocks noChangeAspect="1"/>
          </p:cNvSpPr>
          <p:nvPr/>
        </p:nvSpPr>
        <p:spPr>
          <a:xfrm>
            <a:off x="6390899" y="4672523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6" name="직사각형 315">
            <a:extLst>
              <a:ext uri="{FF2B5EF4-FFF2-40B4-BE49-F238E27FC236}">
                <a16:creationId xmlns:a16="http://schemas.microsoft.com/office/drawing/2014/main" id="{6DE90E67-58CE-446F-9690-72DB143D486A}"/>
              </a:ext>
            </a:extLst>
          </p:cNvPr>
          <p:cNvSpPr>
            <a:spLocks noChangeAspect="1"/>
          </p:cNvSpPr>
          <p:nvPr/>
        </p:nvSpPr>
        <p:spPr>
          <a:xfrm>
            <a:off x="6390899" y="4886131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7" name="직사각형 316">
            <a:extLst>
              <a:ext uri="{FF2B5EF4-FFF2-40B4-BE49-F238E27FC236}">
                <a16:creationId xmlns:a16="http://schemas.microsoft.com/office/drawing/2014/main" id="{39D76956-7839-4F4A-9CE6-40852DBEE4AC}"/>
              </a:ext>
            </a:extLst>
          </p:cNvPr>
          <p:cNvSpPr>
            <a:spLocks noChangeAspect="1"/>
          </p:cNvSpPr>
          <p:nvPr/>
        </p:nvSpPr>
        <p:spPr>
          <a:xfrm>
            <a:off x="6390899" y="5099739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8" name="직사각형 317">
            <a:extLst>
              <a:ext uri="{FF2B5EF4-FFF2-40B4-BE49-F238E27FC236}">
                <a16:creationId xmlns:a16="http://schemas.microsoft.com/office/drawing/2014/main" id="{8C56ADB6-432C-4748-B65D-0D29CD5ACC01}"/>
              </a:ext>
            </a:extLst>
          </p:cNvPr>
          <p:cNvSpPr>
            <a:spLocks noChangeAspect="1"/>
          </p:cNvSpPr>
          <p:nvPr/>
        </p:nvSpPr>
        <p:spPr>
          <a:xfrm>
            <a:off x="6390899" y="5313353"/>
            <a:ext cx="144000" cy="14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9" name="그룹 318">
            <a:extLst>
              <a:ext uri="{FF2B5EF4-FFF2-40B4-BE49-F238E27FC236}">
                <a16:creationId xmlns:a16="http://schemas.microsoft.com/office/drawing/2014/main" id="{878BBC13-877D-494D-BC98-10947BD83B74}"/>
              </a:ext>
            </a:extLst>
          </p:cNvPr>
          <p:cNvGrpSpPr/>
          <p:nvPr/>
        </p:nvGrpSpPr>
        <p:grpSpPr>
          <a:xfrm>
            <a:off x="793627" y="5353168"/>
            <a:ext cx="936000" cy="450000"/>
            <a:chOff x="399664" y="5640976"/>
            <a:chExt cx="936000" cy="450000"/>
          </a:xfrm>
        </p:grpSpPr>
        <p:sp>
          <p:nvSpPr>
            <p:cNvPr id="320" name="빗면 92">
              <a:extLst>
                <a:ext uri="{FF2B5EF4-FFF2-40B4-BE49-F238E27FC236}">
                  <a16:creationId xmlns:a16="http://schemas.microsoft.com/office/drawing/2014/main" id="{9B813222-6F85-4FA2-A6FF-B9CA8A505154}"/>
                </a:ext>
              </a:extLst>
            </p:cNvPr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21" name="그림 320">
              <a:extLst>
                <a:ext uri="{FF2B5EF4-FFF2-40B4-BE49-F238E27FC236}">
                  <a16:creationId xmlns:a16="http://schemas.microsoft.com/office/drawing/2014/main" id="{D356B594-DA9C-4020-BD5C-55C828AAA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322" name="직사각형 321">
            <a:extLst>
              <a:ext uri="{FF2B5EF4-FFF2-40B4-BE49-F238E27FC236}">
                <a16:creationId xmlns:a16="http://schemas.microsoft.com/office/drawing/2014/main" id="{37FE5AB2-D3CD-41E4-8EA5-2296431A4EAD}"/>
              </a:ext>
            </a:extLst>
          </p:cNvPr>
          <p:cNvSpPr/>
          <p:nvPr/>
        </p:nvSpPr>
        <p:spPr>
          <a:xfrm>
            <a:off x="776288" y="1557016"/>
            <a:ext cx="7200000" cy="180000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3" name="직사각형 322">
            <a:extLst>
              <a:ext uri="{FF2B5EF4-FFF2-40B4-BE49-F238E27FC236}">
                <a16:creationId xmlns:a16="http://schemas.microsoft.com/office/drawing/2014/main" id="{CA8A095D-DD3B-4228-9CF1-8B6A6F9D3818}"/>
              </a:ext>
            </a:extLst>
          </p:cNvPr>
          <p:cNvSpPr/>
          <p:nvPr/>
        </p:nvSpPr>
        <p:spPr>
          <a:xfrm>
            <a:off x="776288" y="1557014"/>
            <a:ext cx="7200000" cy="90000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24" name="직선 연결선 323">
            <a:extLst>
              <a:ext uri="{FF2B5EF4-FFF2-40B4-BE49-F238E27FC236}">
                <a16:creationId xmlns:a16="http://schemas.microsoft.com/office/drawing/2014/main" id="{4468BC54-930C-44D2-B0E4-15773ADF1CC4}"/>
              </a:ext>
            </a:extLst>
          </p:cNvPr>
          <p:cNvCxnSpPr/>
          <p:nvPr/>
        </p:nvCxnSpPr>
        <p:spPr>
          <a:xfrm>
            <a:off x="780963" y="1557016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25" name="직선 연결선 324">
            <a:extLst>
              <a:ext uri="{FF2B5EF4-FFF2-40B4-BE49-F238E27FC236}">
                <a16:creationId xmlns:a16="http://schemas.microsoft.com/office/drawing/2014/main" id="{E71A2D1D-1E02-40AC-BE24-60B2339C1E7E}"/>
              </a:ext>
            </a:extLst>
          </p:cNvPr>
          <p:cNvCxnSpPr/>
          <p:nvPr/>
        </p:nvCxnSpPr>
        <p:spPr>
          <a:xfrm>
            <a:off x="776288" y="1741290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A80E7CE1-2988-48DF-9D91-2E26BD812D70}"/>
              </a:ext>
            </a:extLst>
          </p:cNvPr>
          <p:cNvSpPr txBox="1"/>
          <p:nvPr/>
        </p:nvSpPr>
        <p:spPr>
          <a:xfrm>
            <a:off x="802968" y="1517786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cxnSp>
        <p:nvCxnSpPr>
          <p:cNvPr id="327" name="직선 연결선 326">
            <a:extLst>
              <a:ext uri="{FF2B5EF4-FFF2-40B4-BE49-F238E27FC236}">
                <a16:creationId xmlns:a16="http://schemas.microsoft.com/office/drawing/2014/main" id="{06AE1F81-C84E-4DC3-B180-1465F8B871E0}"/>
              </a:ext>
            </a:extLst>
          </p:cNvPr>
          <p:cNvCxnSpPr/>
          <p:nvPr/>
        </p:nvCxnSpPr>
        <p:spPr>
          <a:xfrm rot="5400000">
            <a:off x="7890775" y="1647016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28" name="TextBox 327">
            <a:extLst>
              <a:ext uri="{FF2B5EF4-FFF2-40B4-BE49-F238E27FC236}">
                <a16:creationId xmlns:a16="http://schemas.microsoft.com/office/drawing/2014/main" id="{F86EDCB5-7132-417A-85DC-3BF2D93EFF6D}"/>
              </a:ext>
            </a:extLst>
          </p:cNvPr>
          <p:cNvSpPr txBox="1"/>
          <p:nvPr/>
        </p:nvSpPr>
        <p:spPr>
          <a:xfrm>
            <a:off x="776288" y="1182458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329" name="직선 연결선 328">
            <a:extLst>
              <a:ext uri="{FF2B5EF4-FFF2-40B4-BE49-F238E27FC236}">
                <a16:creationId xmlns:a16="http://schemas.microsoft.com/office/drawing/2014/main" id="{A50894C7-BD2F-4B03-BA9E-52135CE1D532}"/>
              </a:ext>
            </a:extLst>
          </p:cNvPr>
          <p:cNvCxnSpPr>
            <a:cxnSpLocks/>
          </p:cNvCxnSpPr>
          <p:nvPr/>
        </p:nvCxnSpPr>
        <p:spPr>
          <a:xfrm>
            <a:off x="780963" y="1557016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30" name="직선 연결선 329">
            <a:extLst>
              <a:ext uri="{FF2B5EF4-FFF2-40B4-BE49-F238E27FC236}">
                <a16:creationId xmlns:a16="http://schemas.microsoft.com/office/drawing/2014/main" id="{A68A5FC6-CDFA-49F9-9670-F775F5051837}"/>
              </a:ext>
            </a:extLst>
          </p:cNvPr>
          <p:cNvCxnSpPr>
            <a:cxnSpLocks/>
          </p:cNvCxnSpPr>
          <p:nvPr/>
        </p:nvCxnSpPr>
        <p:spPr>
          <a:xfrm rot="5400000">
            <a:off x="7890775" y="1647016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31" name="TextBox 330">
            <a:extLst>
              <a:ext uri="{FF2B5EF4-FFF2-40B4-BE49-F238E27FC236}">
                <a16:creationId xmlns:a16="http://schemas.microsoft.com/office/drawing/2014/main" id="{72CEEBE7-D91E-4440-8E81-F5B8877B2149}"/>
              </a:ext>
            </a:extLst>
          </p:cNvPr>
          <p:cNvSpPr txBox="1"/>
          <p:nvPr/>
        </p:nvSpPr>
        <p:spPr>
          <a:xfrm>
            <a:off x="8299882" y="1537246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prstClr val="black"/>
                </a:solidFill>
                <a:latin typeface="맑은 고딕"/>
              </a:rPr>
              <a:t>ENG</a:t>
            </a:r>
            <a:endParaRPr lang="en-US" altLang="ko-KR" sz="90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DB3AB836-1279-463A-BB50-187BFCE72AB5}"/>
              </a:ext>
            </a:extLst>
          </p:cNvPr>
          <p:cNvSpPr txBox="1"/>
          <p:nvPr/>
        </p:nvSpPr>
        <p:spPr>
          <a:xfrm>
            <a:off x="4080945" y="1143986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sp>
        <p:nvSpPr>
          <p:cNvPr id="333" name="빗면 7">
            <a:extLst>
              <a:ext uri="{FF2B5EF4-FFF2-40B4-BE49-F238E27FC236}">
                <a16:creationId xmlns:a16="http://schemas.microsoft.com/office/drawing/2014/main" id="{2FCC874E-C210-44DC-9C1E-39B119BCE78D}"/>
              </a:ext>
            </a:extLst>
          </p:cNvPr>
          <p:cNvSpPr/>
          <p:nvPr/>
        </p:nvSpPr>
        <p:spPr>
          <a:xfrm>
            <a:off x="3191556" y="1117568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4" name="직사각형 333">
            <a:extLst>
              <a:ext uri="{FF2B5EF4-FFF2-40B4-BE49-F238E27FC236}">
                <a16:creationId xmlns:a16="http://schemas.microsoft.com/office/drawing/2014/main" id="{654603A5-6205-4D65-AC8C-292E3C8156C2}"/>
              </a:ext>
            </a:extLst>
          </p:cNvPr>
          <p:cNvSpPr/>
          <p:nvPr/>
        </p:nvSpPr>
        <p:spPr>
          <a:xfrm>
            <a:off x="7549030" y="1555957"/>
            <a:ext cx="609699" cy="164414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n-cs"/>
              </a:rPr>
              <a:t>language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5" name="직사각형 334">
            <a:extLst>
              <a:ext uri="{FF2B5EF4-FFF2-40B4-BE49-F238E27FC236}">
                <a16:creationId xmlns:a16="http://schemas.microsoft.com/office/drawing/2014/main" id="{399F5C64-7C53-480B-B48F-B0FAE9F44345}"/>
              </a:ext>
            </a:extLst>
          </p:cNvPr>
          <p:cNvSpPr/>
          <p:nvPr/>
        </p:nvSpPr>
        <p:spPr>
          <a:xfrm>
            <a:off x="8941592" y="1575941"/>
            <a:ext cx="194199" cy="159591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CA400F1A-448E-402D-80B0-E4BD416EC580}"/>
              </a:ext>
            </a:extLst>
          </p:cNvPr>
          <p:cNvSpPr txBox="1"/>
          <p:nvPr/>
        </p:nvSpPr>
        <p:spPr>
          <a:xfrm>
            <a:off x="6849070" y="1135385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2D9BF9B5-E51F-4E33-BEFE-82E55AB5B5B1}"/>
              </a:ext>
            </a:extLst>
          </p:cNvPr>
          <p:cNvSpPr txBox="1"/>
          <p:nvPr/>
        </p:nvSpPr>
        <p:spPr>
          <a:xfrm>
            <a:off x="3500147" y="1143986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PLC I/O</a:t>
            </a:r>
          </a:p>
        </p:txBody>
      </p:sp>
    </p:spTree>
    <p:extLst>
      <p:ext uri="{BB962C8B-B14F-4D97-AF65-F5344CB8AC3E}">
        <p14:creationId xmlns:p14="http://schemas.microsoft.com/office/powerpoint/2010/main" val="175671979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2768904" cy="377796"/>
              <a:chOff x="791279" y="377417"/>
              <a:chExt cx="2768904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531483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04. PLC HMI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2578671" y="583043"/>
              <a:ext cx="7364672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AB2D0B-5746-4756-B597-AF1C8D1D6DA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텍스트 개체 틀 1">
            <a:extLst>
              <a:ext uri="{FF2B5EF4-FFF2-40B4-BE49-F238E27FC236}">
                <a16:creationId xmlns:a16="http://schemas.microsoft.com/office/drawing/2014/main" id="{7D3B54B8-BFBA-408C-A22D-5A8049ABB6EE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tx1"/>
                </a:solidFill>
              </a:rPr>
              <a:t>ALARM LIST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13A1FBF8-3962-460B-BA60-9C2DCE16ECB5}"/>
              </a:ext>
            </a:extLst>
          </p:cNvPr>
          <p:cNvSpPr/>
          <p:nvPr/>
        </p:nvSpPr>
        <p:spPr>
          <a:xfrm>
            <a:off x="776288" y="1561431"/>
            <a:ext cx="7200000" cy="180000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A678B78D-4BFA-4504-B000-29EE19736BAA}"/>
              </a:ext>
            </a:extLst>
          </p:cNvPr>
          <p:cNvSpPr/>
          <p:nvPr/>
        </p:nvSpPr>
        <p:spPr>
          <a:xfrm>
            <a:off x="776288" y="1561429"/>
            <a:ext cx="7200000" cy="90000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996E2A1C-2904-412F-8256-0FBD743B510E}"/>
              </a:ext>
            </a:extLst>
          </p:cNvPr>
          <p:cNvSpPr/>
          <p:nvPr/>
        </p:nvSpPr>
        <p:spPr>
          <a:xfrm>
            <a:off x="780963" y="1104703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DB5AF627-DB96-49B3-B8B0-AF0E33C83041}"/>
              </a:ext>
            </a:extLst>
          </p:cNvPr>
          <p:cNvSpPr/>
          <p:nvPr/>
        </p:nvSpPr>
        <p:spPr>
          <a:xfrm>
            <a:off x="780963" y="1104703"/>
            <a:ext cx="8370000" cy="4705200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0D35CBAF-E58B-4C3A-8086-9DD113798F64}"/>
              </a:ext>
            </a:extLst>
          </p:cNvPr>
          <p:cNvCxnSpPr/>
          <p:nvPr/>
        </p:nvCxnSpPr>
        <p:spPr>
          <a:xfrm>
            <a:off x="780963" y="1561431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CA863FCC-C300-49BE-929D-EB39D3E85280}"/>
              </a:ext>
            </a:extLst>
          </p:cNvPr>
          <p:cNvCxnSpPr/>
          <p:nvPr/>
        </p:nvCxnSpPr>
        <p:spPr>
          <a:xfrm>
            <a:off x="1742113" y="1753033"/>
            <a:ext cx="0" cy="40564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236FEC81-C3D2-4C40-9647-C67E5A18C3BC}"/>
              </a:ext>
            </a:extLst>
          </p:cNvPr>
          <p:cNvGrpSpPr/>
          <p:nvPr/>
        </p:nvGrpSpPr>
        <p:grpSpPr>
          <a:xfrm>
            <a:off x="793627" y="3555369"/>
            <a:ext cx="936000" cy="450000"/>
            <a:chOff x="395536" y="3731115"/>
            <a:chExt cx="936000" cy="468000"/>
          </a:xfrm>
        </p:grpSpPr>
        <p:sp>
          <p:nvSpPr>
            <p:cNvPr id="133" name="빗면 32">
              <a:extLst>
                <a:ext uri="{FF2B5EF4-FFF2-40B4-BE49-F238E27FC236}">
                  <a16:creationId xmlns:a16="http://schemas.microsoft.com/office/drawing/2014/main" id="{55BD70AE-3C8C-412E-899E-F71FD426A2E9}"/>
                </a:ext>
              </a:extLst>
            </p:cNvPr>
            <p:cNvSpPr/>
            <p:nvPr/>
          </p:nvSpPr>
          <p:spPr>
            <a:xfrm>
              <a:off x="395536" y="3731115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4" name="그림 133">
              <a:extLst>
                <a:ext uri="{FF2B5EF4-FFF2-40B4-BE49-F238E27FC236}">
                  <a16:creationId xmlns:a16="http://schemas.microsoft.com/office/drawing/2014/main" id="{1DF8394E-77EC-48D8-865A-D1F6BAADE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851" y="3839115"/>
              <a:ext cx="243765" cy="252000"/>
            </a:xfrm>
            <a:prstGeom prst="rect">
              <a:avLst/>
            </a:prstGeom>
          </p:spPr>
        </p:pic>
        <p:pic>
          <p:nvPicPr>
            <p:cNvPr id="135" name="그림 134">
              <a:extLst>
                <a:ext uri="{FF2B5EF4-FFF2-40B4-BE49-F238E27FC236}">
                  <a16:creationId xmlns:a16="http://schemas.microsoft.com/office/drawing/2014/main" id="{30683DC6-02F0-40EB-A6A5-3AD5B8E90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60" y="3846400"/>
              <a:ext cx="275119" cy="252000"/>
            </a:xfrm>
            <a:prstGeom prst="rect">
              <a:avLst/>
            </a:prstGeom>
          </p:spPr>
        </p:pic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B646488B-33C4-4071-8C17-BF628AC30830}"/>
              </a:ext>
            </a:extLst>
          </p:cNvPr>
          <p:cNvGrpSpPr/>
          <p:nvPr/>
        </p:nvGrpSpPr>
        <p:grpSpPr>
          <a:xfrm>
            <a:off x="793627" y="4907031"/>
            <a:ext cx="936000" cy="450000"/>
            <a:chOff x="403799" y="5149683"/>
            <a:chExt cx="936000" cy="468000"/>
          </a:xfrm>
        </p:grpSpPr>
        <p:sp>
          <p:nvSpPr>
            <p:cNvPr id="137" name="빗면 77">
              <a:extLst>
                <a:ext uri="{FF2B5EF4-FFF2-40B4-BE49-F238E27FC236}">
                  <a16:creationId xmlns:a16="http://schemas.microsoft.com/office/drawing/2014/main" id="{A17F42E0-BFF4-4B87-8830-A19F48C3A4F1}"/>
                </a:ext>
              </a:extLst>
            </p:cNvPr>
            <p:cNvSpPr/>
            <p:nvPr/>
          </p:nvSpPr>
          <p:spPr>
            <a:xfrm>
              <a:off x="403799" y="5149683"/>
              <a:ext cx="936000" cy="468000"/>
            </a:xfrm>
            <a:prstGeom prst="bevel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8" name="그림 137">
              <a:extLst>
                <a:ext uri="{FF2B5EF4-FFF2-40B4-BE49-F238E27FC236}">
                  <a16:creationId xmlns:a16="http://schemas.microsoft.com/office/drawing/2014/main" id="{435B2BD1-C08A-4525-9E8C-25C4498A3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1" y="5221683"/>
              <a:ext cx="334452" cy="324000"/>
            </a:xfrm>
            <a:prstGeom prst="rect">
              <a:avLst/>
            </a:prstGeom>
          </p:spPr>
        </p:pic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948C791E-110C-43DD-95EC-E71F6C1081B0}"/>
              </a:ext>
            </a:extLst>
          </p:cNvPr>
          <p:cNvGrpSpPr/>
          <p:nvPr/>
        </p:nvGrpSpPr>
        <p:grpSpPr>
          <a:xfrm>
            <a:off x="793627" y="1753153"/>
            <a:ext cx="936000" cy="450000"/>
            <a:chOff x="395536" y="1844823"/>
            <a:chExt cx="936000" cy="468000"/>
          </a:xfrm>
        </p:grpSpPr>
        <p:sp>
          <p:nvSpPr>
            <p:cNvPr id="140" name="빗면 28">
              <a:extLst>
                <a:ext uri="{FF2B5EF4-FFF2-40B4-BE49-F238E27FC236}">
                  <a16:creationId xmlns:a16="http://schemas.microsoft.com/office/drawing/2014/main" id="{D6004F52-6436-4EB2-916B-CC7BFE1B6A30}"/>
                </a:ext>
              </a:extLst>
            </p:cNvPr>
            <p:cNvSpPr/>
            <p:nvPr/>
          </p:nvSpPr>
          <p:spPr>
            <a:xfrm>
              <a:off x="395536" y="1844823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41" name="그림 140">
              <a:extLst>
                <a:ext uri="{FF2B5EF4-FFF2-40B4-BE49-F238E27FC236}">
                  <a16:creationId xmlns:a16="http://schemas.microsoft.com/office/drawing/2014/main" id="{ED9E3C0F-55CF-498C-968E-73EBF6917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21" y="1917458"/>
              <a:ext cx="258750" cy="324000"/>
            </a:xfrm>
            <a:prstGeom prst="rect">
              <a:avLst/>
            </a:prstGeom>
          </p:spPr>
        </p:pic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25468B56-EF9E-44AD-85D2-169DBF5370C7}"/>
              </a:ext>
            </a:extLst>
          </p:cNvPr>
          <p:cNvGrpSpPr/>
          <p:nvPr/>
        </p:nvGrpSpPr>
        <p:grpSpPr>
          <a:xfrm>
            <a:off x="793627" y="4456477"/>
            <a:ext cx="936000" cy="450000"/>
            <a:chOff x="395536" y="4674261"/>
            <a:chExt cx="936000" cy="468000"/>
          </a:xfrm>
        </p:grpSpPr>
        <p:sp>
          <p:nvSpPr>
            <p:cNvPr id="143" name="빗면 34">
              <a:extLst>
                <a:ext uri="{FF2B5EF4-FFF2-40B4-BE49-F238E27FC236}">
                  <a16:creationId xmlns:a16="http://schemas.microsoft.com/office/drawing/2014/main" id="{63638157-7440-453F-93A7-CB61A83E9FA8}"/>
                </a:ext>
              </a:extLst>
            </p:cNvPr>
            <p:cNvSpPr/>
            <p:nvPr/>
          </p:nvSpPr>
          <p:spPr>
            <a:xfrm>
              <a:off x="395536" y="4674261"/>
              <a:ext cx="936000" cy="468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44" name="그림 143">
              <a:extLst>
                <a:ext uri="{FF2B5EF4-FFF2-40B4-BE49-F238E27FC236}">
                  <a16:creationId xmlns:a16="http://schemas.microsoft.com/office/drawing/2014/main" id="{25B93482-9C9B-45BF-8D0B-B8576D200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523" y="4737117"/>
              <a:ext cx="222552" cy="324000"/>
            </a:xfrm>
            <a:prstGeom prst="rect">
              <a:avLst/>
            </a:prstGeom>
          </p:spPr>
        </p:pic>
      </p:grp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99778866-5455-4287-B1E8-3DDA769613EF}"/>
              </a:ext>
            </a:extLst>
          </p:cNvPr>
          <p:cNvCxnSpPr/>
          <p:nvPr/>
        </p:nvCxnSpPr>
        <p:spPr>
          <a:xfrm>
            <a:off x="776288" y="1745705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2E36F107-7B32-4A34-83AE-12C0C2641537}"/>
              </a:ext>
            </a:extLst>
          </p:cNvPr>
          <p:cNvSpPr txBox="1"/>
          <p:nvPr/>
        </p:nvSpPr>
        <p:spPr>
          <a:xfrm>
            <a:off x="802968" y="1522201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맑은 고딕"/>
              </a:rPr>
              <a:t>Last Alarm List</a:t>
            </a:r>
            <a:endParaRPr lang="ko-KR" altLang="en-US" sz="900" b="1" dirty="0">
              <a:solidFill>
                <a:prstClr val="white"/>
              </a:solidFill>
              <a:latin typeface="맑은 고딕"/>
            </a:endParaRP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9CC8F276-C6E8-4006-84E2-93FB8C4396E4}"/>
              </a:ext>
            </a:extLst>
          </p:cNvPr>
          <p:cNvGrpSpPr/>
          <p:nvPr/>
        </p:nvGrpSpPr>
        <p:grpSpPr>
          <a:xfrm>
            <a:off x="793627" y="3104815"/>
            <a:ext cx="936000" cy="450000"/>
            <a:chOff x="410776" y="3498167"/>
            <a:chExt cx="936000" cy="432000"/>
          </a:xfrm>
        </p:grpSpPr>
        <p:sp>
          <p:nvSpPr>
            <p:cNvPr id="148" name="빗면 31">
              <a:extLst>
                <a:ext uri="{FF2B5EF4-FFF2-40B4-BE49-F238E27FC236}">
                  <a16:creationId xmlns:a16="http://schemas.microsoft.com/office/drawing/2014/main" id="{54D0E15F-5F01-4912-B366-E76CBDBDA0DD}"/>
                </a:ext>
              </a:extLst>
            </p:cNvPr>
            <p:cNvSpPr/>
            <p:nvPr/>
          </p:nvSpPr>
          <p:spPr>
            <a:xfrm>
              <a:off x="410776" y="3498167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49" name="그림 148">
              <a:extLst>
                <a:ext uri="{FF2B5EF4-FFF2-40B4-BE49-F238E27FC236}">
                  <a16:creationId xmlns:a16="http://schemas.microsoft.com/office/drawing/2014/main" id="{B2FE1003-AE50-4F5E-83A4-FD75A61EB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776" y="3633167"/>
              <a:ext cx="324000" cy="162000"/>
            </a:xfrm>
            <a:prstGeom prst="rect">
              <a:avLst/>
            </a:prstGeom>
          </p:spPr>
        </p:pic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21B159C5-D60D-4FF1-ACC6-D0FB73404559}"/>
              </a:ext>
            </a:extLst>
          </p:cNvPr>
          <p:cNvGrpSpPr/>
          <p:nvPr/>
        </p:nvGrpSpPr>
        <p:grpSpPr>
          <a:xfrm>
            <a:off x="793627" y="2203707"/>
            <a:ext cx="936000" cy="450000"/>
            <a:chOff x="410776" y="2635965"/>
            <a:chExt cx="936000" cy="432000"/>
          </a:xfrm>
        </p:grpSpPr>
        <p:sp>
          <p:nvSpPr>
            <p:cNvPr id="151" name="빗면 29">
              <a:extLst>
                <a:ext uri="{FF2B5EF4-FFF2-40B4-BE49-F238E27FC236}">
                  <a16:creationId xmlns:a16="http://schemas.microsoft.com/office/drawing/2014/main" id="{D406BA85-EDD9-4E5D-B90B-1CD8E5A1DC87}"/>
                </a:ext>
              </a:extLst>
            </p:cNvPr>
            <p:cNvSpPr/>
            <p:nvPr/>
          </p:nvSpPr>
          <p:spPr>
            <a:xfrm>
              <a:off x="410776" y="2635965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52" name="그림 151">
              <a:extLst>
                <a:ext uri="{FF2B5EF4-FFF2-40B4-BE49-F238E27FC236}">
                  <a16:creationId xmlns:a16="http://schemas.microsoft.com/office/drawing/2014/main" id="{A65B6B17-48C1-4747-904B-1E267CAD1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6648" y="2731027"/>
              <a:ext cx="205776" cy="234000"/>
            </a:xfrm>
            <a:prstGeom prst="rect">
              <a:avLst/>
            </a:prstGeom>
          </p:spPr>
        </p:pic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88742709-569C-49B7-956B-F00755FDCFBC}"/>
              </a:ext>
            </a:extLst>
          </p:cNvPr>
          <p:cNvGrpSpPr/>
          <p:nvPr/>
        </p:nvGrpSpPr>
        <p:grpSpPr>
          <a:xfrm>
            <a:off x="793627" y="2654261"/>
            <a:ext cx="936000" cy="450000"/>
            <a:chOff x="410776" y="3067066"/>
            <a:chExt cx="936000" cy="432000"/>
          </a:xfrm>
        </p:grpSpPr>
        <p:sp>
          <p:nvSpPr>
            <p:cNvPr id="154" name="빗면 30">
              <a:extLst>
                <a:ext uri="{FF2B5EF4-FFF2-40B4-BE49-F238E27FC236}">
                  <a16:creationId xmlns:a16="http://schemas.microsoft.com/office/drawing/2014/main" id="{B3C4183A-B192-4F38-AFDA-F79A28DA229B}"/>
                </a:ext>
              </a:extLst>
            </p:cNvPr>
            <p:cNvSpPr/>
            <p:nvPr/>
          </p:nvSpPr>
          <p:spPr>
            <a:xfrm>
              <a:off x="410776" y="3067066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55" name="그림 154">
              <a:extLst>
                <a:ext uri="{FF2B5EF4-FFF2-40B4-BE49-F238E27FC236}">
                  <a16:creationId xmlns:a16="http://schemas.microsoft.com/office/drawing/2014/main" id="{443A7124-34D5-4FBA-8524-7C7CB3C8F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6329" y="3159162"/>
              <a:ext cx="205776" cy="234000"/>
            </a:xfrm>
            <a:prstGeom prst="rect">
              <a:avLst/>
            </a:prstGeom>
          </p:spPr>
        </p:pic>
        <p:pic>
          <p:nvPicPr>
            <p:cNvPr id="156" name="그림 155">
              <a:extLst>
                <a:ext uri="{FF2B5EF4-FFF2-40B4-BE49-F238E27FC236}">
                  <a16:creationId xmlns:a16="http://schemas.microsoft.com/office/drawing/2014/main" id="{50D9CE5C-42A6-489F-840C-30781B260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7210" y="3159162"/>
              <a:ext cx="205776" cy="234000"/>
            </a:xfrm>
            <a:prstGeom prst="rect">
              <a:avLst/>
            </a:prstGeom>
          </p:spPr>
        </p:pic>
        <p:pic>
          <p:nvPicPr>
            <p:cNvPr id="157" name="그림 156">
              <a:extLst>
                <a:ext uri="{FF2B5EF4-FFF2-40B4-BE49-F238E27FC236}">
                  <a16:creationId xmlns:a16="http://schemas.microsoft.com/office/drawing/2014/main" id="{DAA09F86-886E-4FA7-8ABE-41E66EADA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7832" y="3159162"/>
              <a:ext cx="205776" cy="234000"/>
            </a:xfrm>
            <a:prstGeom prst="rect">
              <a:avLst/>
            </a:prstGeom>
          </p:spPr>
        </p:pic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360B4CEA-FEB8-43BE-AF14-16666BBD0051}"/>
              </a:ext>
            </a:extLst>
          </p:cNvPr>
          <p:cNvGrpSpPr/>
          <p:nvPr/>
        </p:nvGrpSpPr>
        <p:grpSpPr>
          <a:xfrm>
            <a:off x="793627" y="4005923"/>
            <a:ext cx="936000" cy="450000"/>
            <a:chOff x="410776" y="4360369"/>
            <a:chExt cx="936000" cy="432000"/>
          </a:xfrm>
        </p:grpSpPr>
        <p:sp>
          <p:nvSpPr>
            <p:cNvPr id="159" name="빗면 33">
              <a:extLst>
                <a:ext uri="{FF2B5EF4-FFF2-40B4-BE49-F238E27FC236}">
                  <a16:creationId xmlns:a16="http://schemas.microsoft.com/office/drawing/2014/main" id="{95C284CD-9397-46D4-80C8-579556EE287F}"/>
                </a:ext>
              </a:extLst>
            </p:cNvPr>
            <p:cNvSpPr/>
            <p:nvPr/>
          </p:nvSpPr>
          <p:spPr>
            <a:xfrm>
              <a:off x="410776" y="4360369"/>
              <a:ext cx="936000" cy="432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60" name="그림 159">
              <a:extLst>
                <a:ext uri="{FF2B5EF4-FFF2-40B4-BE49-F238E27FC236}">
                  <a16:creationId xmlns:a16="http://schemas.microsoft.com/office/drawing/2014/main" id="{4317762F-7B65-481F-B508-0B842D801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68" y="4438909"/>
              <a:ext cx="351529" cy="298800"/>
            </a:xfrm>
            <a:prstGeom prst="rect">
              <a:avLst/>
            </a:prstGeom>
          </p:spPr>
        </p:pic>
      </p:grpSp>
      <p:graphicFrame>
        <p:nvGraphicFramePr>
          <p:cNvPr id="161" name="표 160">
            <a:extLst>
              <a:ext uri="{FF2B5EF4-FFF2-40B4-BE49-F238E27FC236}">
                <a16:creationId xmlns:a16="http://schemas.microsoft.com/office/drawing/2014/main" id="{2F519DA4-CFF9-4EE7-BE73-C35408370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718841"/>
              </p:ext>
            </p:extLst>
          </p:nvPr>
        </p:nvGraphicFramePr>
        <p:xfrm>
          <a:off x="1784139" y="2293655"/>
          <a:ext cx="7307472" cy="3444240"/>
        </p:xfrm>
        <a:graphic>
          <a:graphicData uri="http://schemas.openxmlformats.org/drawingml/2006/table">
            <a:tbl>
              <a:tblPr firstRow="1" bandRow="1"/>
              <a:tblGrid>
                <a:gridCol w="445520">
                  <a:extLst>
                    <a:ext uri="{9D8B030D-6E8A-4147-A177-3AD203B41FA5}">
                      <a16:colId xmlns:a16="http://schemas.microsoft.com/office/drawing/2014/main" val="1688637777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65504348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617701381"/>
                    </a:ext>
                  </a:extLst>
                </a:gridCol>
                <a:gridCol w="1126720">
                  <a:extLst>
                    <a:ext uri="{9D8B030D-6E8A-4147-A177-3AD203B41FA5}">
                      <a16:colId xmlns:a16="http://schemas.microsoft.com/office/drawing/2014/main" val="1878865548"/>
                    </a:ext>
                  </a:extLst>
                </a:gridCol>
                <a:gridCol w="1126720">
                  <a:extLst>
                    <a:ext uri="{9D8B030D-6E8A-4147-A177-3AD203B41FA5}">
                      <a16:colId xmlns:a16="http://schemas.microsoft.com/office/drawing/2014/main" val="3293424678"/>
                    </a:ext>
                  </a:extLst>
                </a:gridCol>
              </a:tblGrid>
              <a:tr h="172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ALARM HISTORY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DATE AND TIME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RESTORE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CHECK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646332"/>
                  </a:ext>
                </a:extLst>
              </a:tr>
              <a:tr h="172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0" dirty="0"/>
                        <a:t>ABCDEFGHIJKLMNOPQRSTUVWXYZ</a:t>
                      </a:r>
                      <a:endParaRPr lang="ko-KR" altLang="en-US" sz="800" b="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06/21/2024 17:48:50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18:00:03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992372"/>
                  </a:ext>
                </a:extLst>
              </a:tr>
              <a:tr h="172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611650"/>
                  </a:ext>
                </a:extLst>
              </a:tr>
              <a:tr h="172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36724"/>
                  </a:ext>
                </a:extLst>
              </a:tr>
              <a:tr h="172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464400"/>
                  </a:ext>
                </a:extLst>
              </a:tr>
              <a:tr h="172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450913"/>
                  </a:ext>
                </a:extLst>
              </a:tr>
              <a:tr h="172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878344"/>
                  </a:ext>
                </a:extLst>
              </a:tr>
              <a:tr h="172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959601"/>
                  </a:ext>
                </a:extLst>
              </a:tr>
              <a:tr h="172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89672"/>
                  </a:ext>
                </a:extLst>
              </a:tr>
              <a:tr h="172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543068"/>
                  </a:ext>
                </a:extLst>
              </a:tr>
              <a:tr h="172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981765"/>
                  </a:ext>
                </a:extLst>
              </a:tr>
              <a:tr h="172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267254"/>
                  </a:ext>
                </a:extLst>
              </a:tr>
              <a:tr h="172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633329"/>
                  </a:ext>
                </a:extLst>
              </a:tr>
              <a:tr h="172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302201"/>
                  </a:ext>
                </a:extLst>
              </a:tr>
              <a:tr h="172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769318"/>
                  </a:ext>
                </a:extLst>
              </a:tr>
              <a:tr h="172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776826"/>
                  </a:ext>
                </a:extLst>
              </a:tr>
            </a:tbl>
          </a:graphicData>
        </a:graphic>
      </p:graphicFrame>
      <p:sp>
        <p:nvSpPr>
          <p:cNvPr id="162" name="빗면 19">
            <a:extLst>
              <a:ext uri="{FF2B5EF4-FFF2-40B4-BE49-F238E27FC236}">
                <a16:creationId xmlns:a16="http://schemas.microsoft.com/office/drawing/2014/main" id="{E803D4D6-0D58-4649-A048-B740A65075CA}"/>
              </a:ext>
            </a:extLst>
          </p:cNvPr>
          <p:cNvSpPr/>
          <p:nvPr/>
        </p:nvSpPr>
        <p:spPr>
          <a:xfrm>
            <a:off x="5109979" y="1795743"/>
            <a:ext cx="957296" cy="448734"/>
          </a:xfrm>
          <a:prstGeom prst="bevel">
            <a:avLst/>
          </a:prstGeom>
          <a:solidFill>
            <a:srgbClr val="00B05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OK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3" name="빗면 50">
            <a:extLst>
              <a:ext uri="{FF2B5EF4-FFF2-40B4-BE49-F238E27FC236}">
                <a16:creationId xmlns:a16="http://schemas.microsoft.com/office/drawing/2014/main" id="{B349A190-0157-42CA-BCA6-BF8EC6AD9DE8}"/>
              </a:ext>
            </a:extLst>
          </p:cNvPr>
          <p:cNvSpPr/>
          <p:nvPr/>
        </p:nvSpPr>
        <p:spPr>
          <a:xfrm>
            <a:off x="6107853" y="1795743"/>
            <a:ext cx="957296" cy="448734"/>
          </a:xfrm>
          <a:prstGeom prst="bevel">
            <a:avLst/>
          </a:prstGeom>
          <a:solidFill>
            <a:srgbClr val="00B05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ALL OK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4" name="빗면 57">
            <a:extLst>
              <a:ext uri="{FF2B5EF4-FFF2-40B4-BE49-F238E27FC236}">
                <a16:creationId xmlns:a16="http://schemas.microsoft.com/office/drawing/2014/main" id="{9A818A49-23AC-4817-B548-3A360A58CDCE}"/>
              </a:ext>
            </a:extLst>
          </p:cNvPr>
          <p:cNvSpPr/>
          <p:nvPr/>
        </p:nvSpPr>
        <p:spPr>
          <a:xfrm>
            <a:off x="7105727" y="1795743"/>
            <a:ext cx="957296" cy="448734"/>
          </a:xfrm>
          <a:prstGeom prst="bevel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DELETE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5" name="빗면 58">
            <a:extLst>
              <a:ext uri="{FF2B5EF4-FFF2-40B4-BE49-F238E27FC236}">
                <a16:creationId xmlns:a16="http://schemas.microsoft.com/office/drawing/2014/main" id="{74A1A26F-1B63-4843-9850-5A779281E265}"/>
              </a:ext>
            </a:extLst>
          </p:cNvPr>
          <p:cNvSpPr/>
          <p:nvPr/>
        </p:nvSpPr>
        <p:spPr>
          <a:xfrm>
            <a:off x="8103602" y="1795743"/>
            <a:ext cx="957296" cy="448734"/>
          </a:xfrm>
          <a:prstGeom prst="bevel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ALL DEL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32970516-254C-4F23-B9A6-EB09C7498BE1}"/>
              </a:ext>
            </a:extLst>
          </p:cNvPr>
          <p:cNvCxnSpPr/>
          <p:nvPr/>
        </p:nvCxnSpPr>
        <p:spPr>
          <a:xfrm rot="5400000">
            <a:off x="7890775" y="1651431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70F51B5E-43AE-4B9D-9004-DFC79C0D5376}"/>
              </a:ext>
            </a:extLst>
          </p:cNvPr>
          <p:cNvGrpSpPr/>
          <p:nvPr/>
        </p:nvGrpSpPr>
        <p:grpSpPr>
          <a:xfrm>
            <a:off x="793627" y="5357583"/>
            <a:ext cx="936000" cy="450000"/>
            <a:chOff x="399664" y="5640976"/>
            <a:chExt cx="936000" cy="450000"/>
          </a:xfrm>
        </p:grpSpPr>
        <p:sp>
          <p:nvSpPr>
            <p:cNvPr id="168" name="빗면 36">
              <a:extLst>
                <a:ext uri="{FF2B5EF4-FFF2-40B4-BE49-F238E27FC236}">
                  <a16:creationId xmlns:a16="http://schemas.microsoft.com/office/drawing/2014/main" id="{E5DBA0E2-6819-425D-B49C-3DF902182B3A}"/>
                </a:ext>
              </a:extLst>
            </p:cNvPr>
            <p:cNvSpPr/>
            <p:nvPr/>
          </p:nvSpPr>
          <p:spPr>
            <a:xfrm>
              <a:off x="399664" y="5640976"/>
              <a:ext cx="936000" cy="450000"/>
            </a:xfrm>
            <a:prstGeom prst="bevel">
              <a:avLst/>
            </a:prstGeom>
            <a:solidFill>
              <a:srgbClr val="FFCC6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69" name="그림 168">
              <a:extLst>
                <a:ext uri="{FF2B5EF4-FFF2-40B4-BE49-F238E27FC236}">
                  <a16:creationId xmlns:a16="http://schemas.microsoft.com/office/drawing/2014/main" id="{60BD4749-97E2-43E4-990B-C40AA2CE7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01" y="5740456"/>
              <a:ext cx="303927" cy="252000"/>
            </a:xfrm>
            <a:prstGeom prst="rect">
              <a:avLst/>
            </a:prstGeom>
          </p:spPr>
        </p:pic>
      </p:grp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6490DE71-A6D6-4DCF-A824-DD961954A853}"/>
              </a:ext>
            </a:extLst>
          </p:cNvPr>
          <p:cNvSpPr/>
          <p:nvPr/>
        </p:nvSpPr>
        <p:spPr>
          <a:xfrm>
            <a:off x="780963" y="1104703"/>
            <a:ext cx="8370000" cy="45672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52534E49-FEA0-4736-98DA-5FDA864B2DA1}"/>
              </a:ext>
            </a:extLst>
          </p:cNvPr>
          <p:cNvCxnSpPr/>
          <p:nvPr/>
        </p:nvCxnSpPr>
        <p:spPr>
          <a:xfrm>
            <a:off x="780963" y="1561431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6E5C2980-C985-4DBB-A7DD-01D34D5E7CE5}"/>
              </a:ext>
            </a:extLst>
          </p:cNvPr>
          <p:cNvCxnSpPr/>
          <p:nvPr/>
        </p:nvCxnSpPr>
        <p:spPr>
          <a:xfrm rot="5400000">
            <a:off x="7890775" y="1651431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C817E3D0-ECA7-4B67-8DF2-83F54DCE096C}"/>
              </a:ext>
            </a:extLst>
          </p:cNvPr>
          <p:cNvSpPr txBox="1"/>
          <p:nvPr/>
        </p:nvSpPr>
        <p:spPr>
          <a:xfrm>
            <a:off x="776288" y="1186873"/>
            <a:ext cx="22551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rgbClr val="1F497D"/>
                </a:solidFill>
                <a:latin typeface="맑은 고딕"/>
              </a:rPr>
              <a:t>GU SPRAY Control system</a:t>
            </a:r>
            <a:endParaRPr lang="ko-KR" altLang="en-US" sz="1300" b="1" dirty="0">
              <a:solidFill>
                <a:srgbClr val="1F497D"/>
              </a:solidFill>
              <a:latin typeface="맑은 고딕"/>
            </a:endParaRPr>
          </a:p>
        </p:txBody>
      </p: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4C069691-BACE-4DC8-A9D9-FEFE71021DBA}"/>
              </a:ext>
            </a:extLst>
          </p:cNvPr>
          <p:cNvCxnSpPr>
            <a:cxnSpLocks/>
          </p:cNvCxnSpPr>
          <p:nvPr/>
        </p:nvCxnSpPr>
        <p:spPr>
          <a:xfrm>
            <a:off x="780963" y="1561431"/>
            <a:ext cx="837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E1A0CF80-8546-4144-A589-68A61C8B0033}"/>
              </a:ext>
            </a:extLst>
          </p:cNvPr>
          <p:cNvCxnSpPr>
            <a:cxnSpLocks/>
          </p:cNvCxnSpPr>
          <p:nvPr/>
        </p:nvCxnSpPr>
        <p:spPr>
          <a:xfrm rot="5400000">
            <a:off x="7890775" y="1651431"/>
            <a:ext cx="180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A4B37E51-9C4B-4CE8-BBD0-E6B7F89B4CCA}"/>
              </a:ext>
            </a:extLst>
          </p:cNvPr>
          <p:cNvSpPr txBox="1"/>
          <p:nvPr/>
        </p:nvSpPr>
        <p:spPr>
          <a:xfrm>
            <a:off x="4080945" y="1148401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66"/>
                </a:solidFill>
                <a:latin typeface="맑은 고딕"/>
              </a:rPr>
              <a:t>MAIN SCREEN</a:t>
            </a:r>
            <a:endParaRPr lang="ko-KR" altLang="en-US" b="1" dirty="0">
              <a:solidFill>
                <a:srgbClr val="FFFF66"/>
              </a:solidFill>
              <a:latin typeface="맑은 고딕"/>
            </a:endParaRPr>
          </a:p>
        </p:txBody>
      </p:sp>
      <p:sp>
        <p:nvSpPr>
          <p:cNvPr id="177" name="빗면 7">
            <a:extLst>
              <a:ext uri="{FF2B5EF4-FFF2-40B4-BE49-F238E27FC236}">
                <a16:creationId xmlns:a16="http://schemas.microsoft.com/office/drawing/2014/main" id="{17F88F2B-AD9D-43A6-810F-D8B11A1B1CD7}"/>
              </a:ext>
            </a:extLst>
          </p:cNvPr>
          <p:cNvSpPr/>
          <p:nvPr/>
        </p:nvSpPr>
        <p:spPr>
          <a:xfrm>
            <a:off x="3191556" y="1121983"/>
            <a:ext cx="3672408" cy="432000"/>
          </a:xfrm>
          <a:prstGeom prst="bevel">
            <a:avLst/>
          </a:prstGeom>
          <a:solidFill>
            <a:srgbClr val="1F497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94236EA0-3747-4D2C-B114-4498B463A258}"/>
              </a:ext>
            </a:extLst>
          </p:cNvPr>
          <p:cNvSpPr/>
          <p:nvPr/>
        </p:nvSpPr>
        <p:spPr>
          <a:xfrm>
            <a:off x="7549030" y="1560372"/>
            <a:ext cx="609699" cy="164414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n-cs"/>
              </a:rPr>
              <a:t>language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0D279CC4-80D6-429F-8D70-443D212B6360}"/>
              </a:ext>
            </a:extLst>
          </p:cNvPr>
          <p:cNvSpPr/>
          <p:nvPr/>
        </p:nvSpPr>
        <p:spPr>
          <a:xfrm>
            <a:off x="8941592" y="1580356"/>
            <a:ext cx="194199" cy="159591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DDE3A1F-97F8-44C2-A8BA-C7BAB2AE67C1}"/>
              </a:ext>
            </a:extLst>
          </p:cNvPr>
          <p:cNvSpPr txBox="1"/>
          <p:nvPr/>
        </p:nvSpPr>
        <p:spPr>
          <a:xfrm>
            <a:off x="6849070" y="1139800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4BACC6">
                    <a:lumMod val="50000"/>
                  </a:srgbClr>
                </a:solidFill>
                <a:latin typeface="맑은 고딕"/>
              </a:rPr>
              <a:t>06/21/2024 17:48:50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4A5BCBC-ED4E-411E-8904-76D1B3AF691C}"/>
              </a:ext>
            </a:extLst>
          </p:cNvPr>
          <p:cNvSpPr txBox="1"/>
          <p:nvPr/>
        </p:nvSpPr>
        <p:spPr>
          <a:xfrm>
            <a:off x="3500147" y="1148401"/>
            <a:ext cx="300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66"/>
                </a:solidFill>
                <a:latin typeface="맑은 고딕"/>
              </a:rPr>
              <a:t>ALARM LIST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8850B9E4-B4E2-4EF7-884B-78FE39D1D3CF}"/>
              </a:ext>
            </a:extLst>
          </p:cNvPr>
          <p:cNvSpPr txBox="1"/>
          <p:nvPr/>
        </p:nvSpPr>
        <p:spPr>
          <a:xfrm>
            <a:off x="8299882" y="1541661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prstClr val="black"/>
                </a:solidFill>
                <a:latin typeface="맑은 고딕"/>
              </a:rPr>
              <a:t>ENG</a:t>
            </a:r>
            <a:endParaRPr lang="en-US" altLang="ko-KR" sz="900" dirty="0">
              <a:solidFill>
                <a:prstClr val="black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3373320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3221909" cy="377796"/>
              <a:chOff x="791279" y="377417"/>
              <a:chExt cx="3221909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984488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05. PC Control System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4080300" y="583043"/>
              <a:ext cx="5863043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05</a:t>
            </a:r>
          </a:p>
        </p:txBody>
      </p:sp>
      <p:sp>
        <p:nvSpPr>
          <p:cNvPr id="74" name="텍스트 개체 틀 1">
            <a:extLst>
              <a:ext uri="{FF2B5EF4-FFF2-40B4-BE49-F238E27FC236}">
                <a16:creationId xmlns:a16="http://schemas.microsoft.com/office/drawing/2014/main" id="{2C69F5B8-A444-4478-AA12-5CFE565414CE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>
                <a:solidFill>
                  <a:schemeClr val="tx1"/>
                </a:solidFill>
              </a:rPr>
              <a:t>제품정보 등록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1CEDB5-2227-49C7-8EB7-8BDD6C274E9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34A96C5-FB4F-462F-9B7A-5EF50C8EB9C0}"/>
              </a:ext>
            </a:extLst>
          </p:cNvPr>
          <p:cNvGrpSpPr/>
          <p:nvPr/>
        </p:nvGrpSpPr>
        <p:grpSpPr>
          <a:xfrm>
            <a:off x="776289" y="1089025"/>
            <a:ext cx="8345836" cy="261610"/>
            <a:chOff x="548752" y="1182419"/>
            <a:chExt cx="8821893" cy="2616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DB937CC-235F-406F-9ECF-E0F36B687208}"/>
                </a:ext>
              </a:extLst>
            </p:cNvPr>
            <p:cNvSpPr/>
            <p:nvPr/>
          </p:nvSpPr>
          <p:spPr>
            <a:xfrm>
              <a:off x="548752" y="1198304"/>
              <a:ext cx="8821893" cy="230018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0A8087E-BB27-4E8B-B55E-E443409A3D4B}"/>
                </a:ext>
              </a:extLst>
            </p:cNvPr>
            <p:cNvSpPr txBox="1"/>
            <p:nvPr/>
          </p:nvSpPr>
          <p:spPr>
            <a:xfrm>
              <a:off x="548752" y="1182419"/>
              <a:ext cx="21006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100" kern="0">
                  <a:solidFill>
                    <a:prstClr val="black"/>
                  </a:solidFill>
                  <a:latin typeface="맑은 고딕" panose="020F0502020204030204"/>
                </a:rPr>
                <a:t>제품</a:t>
              </a:r>
              <a:r>
                <a: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정보 목록</a:t>
              </a:r>
            </a:p>
          </p:txBody>
        </p:sp>
      </p:grp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883279FE-EDE4-457E-A06A-0A33B195D56D}"/>
              </a:ext>
            </a:extLst>
          </p:cNvPr>
          <p:cNvSpPr/>
          <p:nvPr/>
        </p:nvSpPr>
        <p:spPr>
          <a:xfrm>
            <a:off x="776288" y="1509556"/>
            <a:ext cx="732303" cy="233513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신규등록</a:t>
            </a:r>
          </a:p>
        </p:txBody>
      </p:sp>
      <p:graphicFrame>
        <p:nvGraphicFramePr>
          <p:cNvPr id="115" name="표 20">
            <a:extLst>
              <a:ext uri="{FF2B5EF4-FFF2-40B4-BE49-F238E27FC236}">
                <a16:creationId xmlns:a16="http://schemas.microsoft.com/office/drawing/2014/main" id="{5884B4B9-79AB-40BC-86D7-91A295730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388513"/>
              </p:ext>
            </p:extLst>
          </p:nvPr>
        </p:nvGraphicFramePr>
        <p:xfrm>
          <a:off x="776288" y="1954383"/>
          <a:ext cx="8345835" cy="1303940"/>
        </p:xfrm>
        <a:graphic>
          <a:graphicData uri="http://schemas.openxmlformats.org/drawingml/2006/table">
            <a:tbl>
              <a:tblPr firstRow="1" bandRow="1"/>
              <a:tblGrid>
                <a:gridCol w="747464">
                  <a:extLst>
                    <a:ext uri="{9D8B030D-6E8A-4147-A177-3AD203B41FA5}">
                      <a16:colId xmlns:a16="http://schemas.microsoft.com/office/drawing/2014/main" val="1665896498"/>
                    </a:ext>
                  </a:extLst>
                </a:gridCol>
                <a:gridCol w="1268948">
                  <a:extLst>
                    <a:ext uri="{9D8B030D-6E8A-4147-A177-3AD203B41FA5}">
                      <a16:colId xmlns:a16="http://schemas.microsoft.com/office/drawing/2014/main" val="801535791"/>
                    </a:ext>
                  </a:extLst>
                </a:gridCol>
                <a:gridCol w="1268948">
                  <a:extLst>
                    <a:ext uri="{9D8B030D-6E8A-4147-A177-3AD203B41FA5}">
                      <a16:colId xmlns:a16="http://schemas.microsoft.com/office/drawing/2014/main" val="2507297811"/>
                    </a:ext>
                  </a:extLst>
                </a:gridCol>
                <a:gridCol w="1067022">
                  <a:extLst>
                    <a:ext uri="{9D8B030D-6E8A-4147-A177-3AD203B41FA5}">
                      <a16:colId xmlns:a16="http://schemas.microsoft.com/office/drawing/2014/main" val="4081268055"/>
                    </a:ext>
                  </a:extLst>
                </a:gridCol>
                <a:gridCol w="1778370">
                  <a:extLst>
                    <a:ext uri="{9D8B030D-6E8A-4147-A177-3AD203B41FA5}">
                      <a16:colId xmlns:a16="http://schemas.microsoft.com/office/drawing/2014/main" val="3464705372"/>
                    </a:ext>
                  </a:extLst>
                </a:gridCol>
                <a:gridCol w="2215083">
                  <a:extLst>
                    <a:ext uri="{9D8B030D-6E8A-4147-A177-3AD203B41FA5}">
                      <a16:colId xmlns:a16="http://schemas.microsoft.com/office/drawing/2014/main" val="2641980439"/>
                    </a:ext>
                  </a:extLst>
                </a:gridCol>
              </a:tblGrid>
              <a:tr h="260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/>
                        <a:t>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물품구분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/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/>
                        <a:t>물품코드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/>
                        <a:t>로봇 프로그램번호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/>
                        <a:t>칼라 정보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399658"/>
                  </a:ext>
                </a:extLst>
              </a:tr>
              <a:tr h="260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 u="sng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 u="none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167359"/>
                  </a:ext>
                </a:extLst>
              </a:tr>
              <a:tr h="260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 u="sng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419657"/>
                  </a:ext>
                </a:extLst>
              </a:tr>
              <a:tr h="260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900" u="sng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236729"/>
                  </a:ext>
                </a:extLst>
              </a:tr>
              <a:tr h="260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234282"/>
                  </a:ext>
                </a:extLst>
              </a:tr>
            </a:tbl>
          </a:graphicData>
        </a:graphic>
      </p:graphicFrame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2E81B813-8F96-47CF-AF28-9767330D66AC}"/>
              </a:ext>
            </a:extLst>
          </p:cNvPr>
          <p:cNvSpPr/>
          <p:nvPr/>
        </p:nvSpPr>
        <p:spPr>
          <a:xfrm>
            <a:off x="1622591" y="1590145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 dirty="0">
                <a:solidFill>
                  <a:prstClr val="black"/>
                </a:solidFill>
                <a:latin typeface="맑은 고딕"/>
              </a:rPr>
              <a:t>Excel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537E8688-19BF-459F-8DBF-E8293F916FA4}"/>
              </a:ext>
            </a:extLst>
          </p:cNvPr>
          <p:cNvSpPr/>
          <p:nvPr/>
        </p:nvSpPr>
        <p:spPr>
          <a:xfrm>
            <a:off x="2198655" y="1590145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 dirty="0">
                <a:solidFill>
                  <a:prstClr val="black"/>
                </a:solidFill>
                <a:latin typeface="맑은 고딕"/>
              </a:rPr>
              <a:t>PDF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A4BEABE-4441-4712-85A8-B486C3E66465}"/>
              </a:ext>
            </a:extLst>
          </p:cNvPr>
          <p:cNvSpPr/>
          <p:nvPr/>
        </p:nvSpPr>
        <p:spPr>
          <a:xfrm>
            <a:off x="2774719" y="1590145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 dirty="0">
                <a:solidFill>
                  <a:prstClr val="black"/>
                </a:solidFill>
                <a:latin typeface="맑은 고딕"/>
              </a:rPr>
              <a:t>print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90D7E12A-8663-4248-848D-109BEC8AA664}"/>
              </a:ext>
            </a:extLst>
          </p:cNvPr>
          <p:cNvSpPr/>
          <p:nvPr/>
        </p:nvSpPr>
        <p:spPr>
          <a:xfrm>
            <a:off x="8227538" y="1594431"/>
            <a:ext cx="850639" cy="14401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BB07DE7-5947-4469-9EE9-19D89F7F90D6}"/>
              </a:ext>
            </a:extLst>
          </p:cNvPr>
          <p:cNvSpPr txBox="1"/>
          <p:nvPr/>
        </p:nvSpPr>
        <p:spPr>
          <a:xfrm>
            <a:off x="7754475" y="1558000"/>
            <a:ext cx="72008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defRPr/>
            </a:pPr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</a:rPr>
              <a:t>상세조회</a:t>
            </a:r>
            <a:endParaRPr lang="ko-KR" altLang="en-US" sz="700" kern="0" dirty="0" err="1">
              <a:solidFill>
                <a:prstClr val="black"/>
              </a:solidFill>
              <a:latin typeface="맑은 고딕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4725792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3221909" cy="377796"/>
              <a:chOff x="791279" y="377417"/>
              <a:chExt cx="3221909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984488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05. PC Control System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4080300" y="583043"/>
              <a:ext cx="5863043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05</a:t>
            </a:r>
          </a:p>
        </p:txBody>
      </p:sp>
      <p:sp>
        <p:nvSpPr>
          <p:cNvPr id="74" name="텍스트 개체 틀 1">
            <a:extLst>
              <a:ext uri="{FF2B5EF4-FFF2-40B4-BE49-F238E27FC236}">
                <a16:creationId xmlns:a16="http://schemas.microsoft.com/office/drawing/2014/main" id="{2C69F5B8-A444-4478-AA12-5CFE565414CE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>
                <a:solidFill>
                  <a:schemeClr val="tx1"/>
                </a:solidFill>
              </a:rPr>
              <a:t>제품정보 등록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1CEDB5-2227-49C7-8EB7-8BDD6C274E9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34A96C5-FB4F-462F-9B7A-5EF50C8EB9C0}"/>
              </a:ext>
            </a:extLst>
          </p:cNvPr>
          <p:cNvGrpSpPr/>
          <p:nvPr/>
        </p:nvGrpSpPr>
        <p:grpSpPr>
          <a:xfrm>
            <a:off x="776289" y="1089025"/>
            <a:ext cx="8345836" cy="261610"/>
            <a:chOff x="548752" y="1182419"/>
            <a:chExt cx="8821893" cy="2616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DB937CC-235F-406F-9ECF-E0F36B687208}"/>
                </a:ext>
              </a:extLst>
            </p:cNvPr>
            <p:cNvSpPr/>
            <p:nvPr/>
          </p:nvSpPr>
          <p:spPr>
            <a:xfrm>
              <a:off x="548752" y="1198304"/>
              <a:ext cx="8821893" cy="230018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0A8087E-BB27-4E8B-B55E-E443409A3D4B}"/>
                </a:ext>
              </a:extLst>
            </p:cNvPr>
            <p:cNvSpPr txBox="1"/>
            <p:nvPr/>
          </p:nvSpPr>
          <p:spPr>
            <a:xfrm>
              <a:off x="548752" y="1182419"/>
              <a:ext cx="21006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100" kern="0">
                  <a:solidFill>
                    <a:prstClr val="black"/>
                  </a:solidFill>
                  <a:latin typeface="맑은 고딕" panose="020F0502020204030204"/>
                </a:rPr>
                <a:t>제품</a:t>
              </a:r>
              <a:r>
                <a: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정보 목록</a:t>
              </a:r>
            </a:p>
          </p:txBody>
        </p:sp>
      </p:grp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883279FE-EDE4-457E-A06A-0A33B195D56D}"/>
              </a:ext>
            </a:extLst>
          </p:cNvPr>
          <p:cNvSpPr/>
          <p:nvPr/>
        </p:nvSpPr>
        <p:spPr>
          <a:xfrm>
            <a:off x="776288" y="1509556"/>
            <a:ext cx="732303" cy="233513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신규등록</a:t>
            </a:r>
          </a:p>
        </p:txBody>
      </p:sp>
      <p:graphicFrame>
        <p:nvGraphicFramePr>
          <p:cNvPr id="115" name="표 20">
            <a:extLst>
              <a:ext uri="{FF2B5EF4-FFF2-40B4-BE49-F238E27FC236}">
                <a16:creationId xmlns:a16="http://schemas.microsoft.com/office/drawing/2014/main" id="{5884B4B9-79AB-40BC-86D7-91A295730AC5}"/>
              </a:ext>
            </a:extLst>
          </p:cNvPr>
          <p:cNvGraphicFramePr>
            <a:graphicFrameLocks noGrp="1"/>
          </p:cNvGraphicFramePr>
          <p:nvPr/>
        </p:nvGraphicFramePr>
        <p:xfrm>
          <a:off x="776288" y="1954383"/>
          <a:ext cx="8345835" cy="1303940"/>
        </p:xfrm>
        <a:graphic>
          <a:graphicData uri="http://schemas.openxmlformats.org/drawingml/2006/table">
            <a:tbl>
              <a:tblPr firstRow="1" bandRow="1"/>
              <a:tblGrid>
                <a:gridCol w="747464">
                  <a:extLst>
                    <a:ext uri="{9D8B030D-6E8A-4147-A177-3AD203B41FA5}">
                      <a16:colId xmlns:a16="http://schemas.microsoft.com/office/drawing/2014/main" val="1665896498"/>
                    </a:ext>
                  </a:extLst>
                </a:gridCol>
                <a:gridCol w="1268948">
                  <a:extLst>
                    <a:ext uri="{9D8B030D-6E8A-4147-A177-3AD203B41FA5}">
                      <a16:colId xmlns:a16="http://schemas.microsoft.com/office/drawing/2014/main" val="801535791"/>
                    </a:ext>
                  </a:extLst>
                </a:gridCol>
                <a:gridCol w="1268948">
                  <a:extLst>
                    <a:ext uri="{9D8B030D-6E8A-4147-A177-3AD203B41FA5}">
                      <a16:colId xmlns:a16="http://schemas.microsoft.com/office/drawing/2014/main" val="2507297811"/>
                    </a:ext>
                  </a:extLst>
                </a:gridCol>
                <a:gridCol w="1067022">
                  <a:extLst>
                    <a:ext uri="{9D8B030D-6E8A-4147-A177-3AD203B41FA5}">
                      <a16:colId xmlns:a16="http://schemas.microsoft.com/office/drawing/2014/main" val="4081268055"/>
                    </a:ext>
                  </a:extLst>
                </a:gridCol>
                <a:gridCol w="1778370">
                  <a:extLst>
                    <a:ext uri="{9D8B030D-6E8A-4147-A177-3AD203B41FA5}">
                      <a16:colId xmlns:a16="http://schemas.microsoft.com/office/drawing/2014/main" val="3464705372"/>
                    </a:ext>
                  </a:extLst>
                </a:gridCol>
                <a:gridCol w="2215083">
                  <a:extLst>
                    <a:ext uri="{9D8B030D-6E8A-4147-A177-3AD203B41FA5}">
                      <a16:colId xmlns:a16="http://schemas.microsoft.com/office/drawing/2014/main" val="2641980439"/>
                    </a:ext>
                  </a:extLst>
                </a:gridCol>
              </a:tblGrid>
              <a:tr h="260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/>
                        <a:t>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물품구분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/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/>
                        <a:t>물품코드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/>
                        <a:t>로봇 프로그램번호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/>
                        <a:t>칼라 정보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399658"/>
                  </a:ext>
                </a:extLst>
              </a:tr>
              <a:tr h="260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/>
                        <a:t>1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원자재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AAA</a:t>
                      </a:r>
                      <a:endParaRPr lang="ko-KR" altLang="en-US" sz="900" u="sng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/>
                        <a:t>A-100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/>
                        <a:t>10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u="none">
                          <a:solidFill>
                            <a:schemeClr val="tx1"/>
                          </a:solidFill>
                        </a:rPr>
                        <a:t>BG, GR</a:t>
                      </a:r>
                      <a:endParaRPr lang="ko-KR" altLang="en-US" sz="900" u="none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167359"/>
                  </a:ext>
                </a:extLst>
              </a:tr>
              <a:tr h="260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/>
                        <a:t>2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부자재</a:t>
                      </a:r>
                      <a:endParaRPr lang="en-US" altLang="ko-KR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BBB</a:t>
                      </a:r>
                      <a:endParaRPr lang="ko-KR" altLang="en-US" sz="900" u="sng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/>
                        <a:t>B-100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/>
                        <a:t>20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/>
                        <a:t>GR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419657"/>
                  </a:ext>
                </a:extLst>
              </a:tr>
              <a:tr h="260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/>
                        <a:t>3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완제품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900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CCC</a:t>
                      </a:r>
                      <a:endParaRPr lang="ko-KR" altLang="en-US" sz="900" u="sng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/>
                        <a:t>C-100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/>
                        <a:t>30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/>
                        <a:t>BG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236729"/>
                  </a:ext>
                </a:extLst>
              </a:tr>
              <a:tr h="260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/>
                        <a:t>4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234282"/>
                  </a:ext>
                </a:extLst>
              </a:tr>
            </a:tbl>
          </a:graphicData>
        </a:graphic>
      </p:graphicFrame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2E81B813-8F96-47CF-AF28-9767330D66AC}"/>
              </a:ext>
            </a:extLst>
          </p:cNvPr>
          <p:cNvSpPr/>
          <p:nvPr/>
        </p:nvSpPr>
        <p:spPr>
          <a:xfrm>
            <a:off x="1622591" y="1590145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 dirty="0">
                <a:solidFill>
                  <a:prstClr val="black"/>
                </a:solidFill>
                <a:latin typeface="맑은 고딕"/>
              </a:rPr>
              <a:t>Excel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537E8688-19BF-459F-8DBF-E8293F916FA4}"/>
              </a:ext>
            </a:extLst>
          </p:cNvPr>
          <p:cNvSpPr/>
          <p:nvPr/>
        </p:nvSpPr>
        <p:spPr>
          <a:xfrm>
            <a:off x="2198655" y="1590145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 dirty="0">
                <a:solidFill>
                  <a:prstClr val="black"/>
                </a:solidFill>
                <a:latin typeface="맑은 고딕"/>
              </a:rPr>
              <a:t>PDF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A4BEABE-4441-4712-85A8-B486C3E66465}"/>
              </a:ext>
            </a:extLst>
          </p:cNvPr>
          <p:cNvSpPr/>
          <p:nvPr/>
        </p:nvSpPr>
        <p:spPr>
          <a:xfrm>
            <a:off x="2774719" y="1590145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 dirty="0">
                <a:solidFill>
                  <a:prstClr val="black"/>
                </a:solidFill>
                <a:latin typeface="맑은 고딕"/>
              </a:rPr>
              <a:t>print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90D7E12A-8663-4248-848D-109BEC8AA664}"/>
              </a:ext>
            </a:extLst>
          </p:cNvPr>
          <p:cNvSpPr/>
          <p:nvPr/>
        </p:nvSpPr>
        <p:spPr>
          <a:xfrm>
            <a:off x="8227538" y="1594431"/>
            <a:ext cx="850639" cy="14401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BB07DE7-5947-4469-9EE9-19D89F7F90D6}"/>
              </a:ext>
            </a:extLst>
          </p:cNvPr>
          <p:cNvSpPr txBox="1"/>
          <p:nvPr/>
        </p:nvSpPr>
        <p:spPr>
          <a:xfrm>
            <a:off x="7754475" y="1558000"/>
            <a:ext cx="72008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defRPr/>
            </a:pPr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</a:rPr>
              <a:t>상세조회</a:t>
            </a:r>
            <a:endParaRPr lang="ko-KR" altLang="en-US" sz="700" kern="0" dirty="0" err="1">
              <a:solidFill>
                <a:prstClr val="black"/>
              </a:solidFill>
              <a:latin typeface="맑은 고딕" panose="020F0502020204030204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BF2DAC9-132D-4BF5-8D9A-48F7F6E471F4}"/>
              </a:ext>
            </a:extLst>
          </p:cNvPr>
          <p:cNvSpPr/>
          <p:nvPr/>
        </p:nvSpPr>
        <p:spPr>
          <a:xfrm>
            <a:off x="1824312" y="1994000"/>
            <a:ext cx="6166339" cy="307122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222D1F3-E4FA-4300-A22E-02FD4BB2335F}"/>
              </a:ext>
            </a:extLst>
          </p:cNvPr>
          <p:cNvSpPr/>
          <p:nvPr/>
        </p:nvSpPr>
        <p:spPr>
          <a:xfrm>
            <a:off x="1824312" y="2000163"/>
            <a:ext cx="6166339" cy="260059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C1A34E2-F743-4369-8D82-C3E5FFE76A51}"/>
              </a:ext>
            </a:extLst>
          </p:cNvPr>
          <p:cNvSpPr/>
          <p:nvPr/>
        </p:nvSpPr>
        <p:spPr>
          <a:xfrm>
            <a:off x="7689790" y="2048163"/>
            <a:ext cx="191890" cy="182298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37397E-F0F9-4FE4-8408-20355E387F18}"/>
              </a:ext>
            </a:extLst>
          </p:cNvPr>
          <p:cNvSpPr txBox="1"/>
          <p:nvPr/>
        </p:nvSpPr>
        <p:spPr>
          <a:xfrm>
            <a:off x="1879893" y="2042108"/>
            <a:ext cx="17896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>
                <a:solidFill>
                  <a:prstClr val="black"/>
                </a:solidFill>
                <a:latin typeface="맑은 고딕" panose="020F0502020204030204"/>
              </a:rPr>
              <a:t>▶ 제품정보 등록</a:t>
            </a:r>
          </a:p>
        </p:txBody>
      </p:sp>
      <p:graphicFrame>
        <p:nvGraphicFramePr>
          <p:cNvPr id="50" name="표 7">
            <a:extLst>
              <a:ext uri="{FF2B5EF4-FFF2-40B4-BE49-F238E27FC236}">
                <a16:creationId xmlns:a16="http://schemas.microsoft.com/office/drawing/2014/main" id="{4818042B-414F-4F3D-82F2-C0E6BA1A8D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474015"/>
              </p:ext>
            </p:extLst>
          </p:nvPr>
        </p:nvGraphicFramePr>
        <p:xfrm>
          <a:off x="2717747" y="2441812"/>
          <a:ext cx="4397494" cy="2225040"/>
        </p:xfrm>
        <a:graphic>
          <a:graphicData uri="http://schemas.openxmlformats.org/drawingml/2006/table">
            <a:tbl>
              <a:tblPr firstRow="1" bandRow="1"/>
              <a:tblGrid>
                <a:gridCol w="1564524">
                  <a:extLst>
                    <a:ext uri="{9D8B030D-6E8A-4147-A177-3AD203B41FA5}">
                      <a16:colId xmlns:a16="http://schemas.microsoft.com/office/drawing/2014/main" val="461811311"/>
                    </a:ext>
                  </a:extLst>
                </a:gridCol>
                <a:gridCol w="2832970">
                  <a:extLst>
                    <a:ext uri="{9D8B030D-6E8A-4147-A177-3AD203B41FA5}">
                      <a16:colId xmlns:a16="http://schemas.microsoft.com/office/drawing/2014/main" val="2305938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물품구분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18181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/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73238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/>
                        <a:t>물품코드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29557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/>
                        <a:t>프로그램번호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237388"/>
                  </a:ext>
                </a:extLst>
              </a:tr>
              <a:tr h="37084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/>
                        <a:t>칼라 정보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65768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370953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5F4EF236-4780-456B-94E7-9A5730A625B2}"/>
              </a:ext>
            </a:extLst>
          </p:cNvPr>
          <p:cNvSpPr/>
          <p:nvPr/>
        </p:nvSpPr>
        <p:spPr>
          <a:xfrm>
            <a:off x="6470659" y="4907456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ko-KR" altLang="en-US" sz="700" kern="0">
                <a:solidFill>
                  <a:prstClr val="black"/>
                </a:solidFill>
                <a:latin typeface="맑은 고딕"/>
              </a:rPr>
              <a:t>저장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655F526-10A7-4032-AA0C-3647879740E2}"/>
              </a:ext>
            </a:extLst>
          </p:cNvPr>
          <p:cNvSpPr/>
          <p:nvPr/>
        </p:nvSpPr>
        <p:spPr>
          <a:xfrm>
            <a:off x="7189111" y="4907456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ko-KR" altLang="en-US" sz="700" kern="0" dirty="0">
                <a:solidFill>
                  <a:prstClr val="black"/>
                </a:solidFill>
                <a:latin typeface="맑은 고딕"/>
              </a:rPr>
              <a:t>취소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3E7B50F-73FC-4DEE-9BEF-89CBC2085D6E}"/>
              </a:ext>
            </a:extLst>
          </p:cNvPr>
          <p:cNvSpPr/>
          <p:nvPr/>
        </p:nvSpPr>
        <p:spPr>
          <a:xfrm>
            <a:off x="5101507" y="2893436"/>
            <a:ext cx="1132200" cy="19168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>
                <a:solidFill>
                  <a:prstClr val="black"/>
                </a:solidFill>
                <a:latin typeface="맑은 고딕"/>
              </a:rPr>
              <a:t>AAA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2115C1-56B5-41A2-8E33-6D724AC94F10}"/>
              </a:ext>
            </a:extLst>
          </p:cNvPr>
          <p:cNvSpPr/>
          <p:nvPr/>
        </p:nvSpPr>
        <p:spPr>
          <a:xfrm>
            <a:off x="5101507" y="3259703"/>
            <a:ext cx="1132200" cy="19168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>
                <a:solidFill>
                  <a:prstClr val="black"/>
                </a:solidFill>
                <a:latin typeface="맑은 고딕"/>
              </a:rPr>
              <a:t>A-100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2CD6170-9A77-4149-8B05-BBD1B826CB1E}"/>
              </a:ext>
            </a:extLst>
          </p:cNvPr>
          <p:cNvSpPr/>
          <p:nvPr/>
        </p:nvSpPr>
        <p:spPr>
          <a:xfrm>
            <a:off x="5101507" y="3626701"/>
            <a:ext cx="1132200" cy="19168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>
                <a:solidFill>
                  <a:prstClr val="black"/>
                </a:solidFill>
                <a:latin typeface="맑은 고딕"/>
              </a:rPr>
              <a:t>10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35558CC-623D-4E66-8609-B20009C139DA}"/>
              </a:ext>
            </a:extLst>
          </p:cNvPr>
          <p:cNvSpPr/>
          <p:nvPr/>
        </p:nvSpPr>
        <p:spPr>
          <a:xfrm>
            <a:off x="5101507" y="3993699"/>
            <a:ext cx="1132200" cy="19168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>
                <a:solidFill>
                  <a:prstClr val="black"/>
                </a:solidFill>
                <a:latin typeface="맑은 고딕"/>
              </a:rPr>
              <a:t>BG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AF0D26-296F-48A2-B6DA-7761DD54A04E}"/>
              </a:ext>
            </a:extLst>
          </p:cNvPr>
          <p:cNvSpPr txBox="1"/>
          <p:nvPr/>
        </p:nvSpPr>
        <p:spPr>
          <a:xfrm>
            <a:off x="6269407" y="4009361"/>
            <a:ext cx="1423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solidFill>
                  <a:prstClr val="black"/>
                </a:solidFill>
                <a:latin typeface="맑은 고딕" panose="020F0502020204030204"/>
              </a:rPr>
              <a:t>입력 후 엔터를 눌러주세요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0E23239-B4C3-4247-A1E5-EC2ACD2732B4}"/>
              </a:ext>
            </a:extLst>
          </p:cNvPr>
          <p:cNvGrpSpPr/>
          <p:nvPr/>
        </p:nvGrpSpPr>
        <p:grpSpPr>
          <a:xfrm>
            <a:off x="4453435" y="4392138"/>
            <a:ext cx="684096" cy="191686"/>
            <a:chOff x="4367808" y="4343962"/>
            <a:chExt cx="684096" cy="191686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7DD0BB7-21DA-4A4D-AB5A-1099F07C49DB}"/>
                </a:ext>
              </a:extLst>
            </p:cNvPr>
            <p:cNvSpPr/>
            <p:nvPr/>
          </p:nvSpPr>
          <p:spPr>
            <a:xfrm>
              <a:off x="4367808" y="4343962"/>
              <a:ext cx="684096" cy="191686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kern="0"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BG</a:t>
              </a:r>
              <a:endParaRPr kumimoji="0" lang="ko-KR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E5C97CB-E968-4AC0-94FF-369280FCBA01}"/>
                </a:ext>
              </a:extLst>
            </p:cNvPr>
            <p:cNvSpPr txBox="1"/>
            <p:nvPr/>
          </p:nvSpPr>
          <p:spPr>
            <a:xfrm flipH="1">
              <a:off x="4858128" y="4351059"/>
              <a:ext cx="175363" cy="16186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X</a:t>
              </a: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DEBC3697-BF73-4E89-8409-43937D06D133}"/>
              </a:ext>
            </a:extLst>
          </p:cNvPr>
          <p:cNvGrpSpPr/>
          <p:nvPr/>
        </p:nvGrpSpPr>
        <p:grpSpPr>
          <a:xfrm>
            <a:off x="5239515" y="4400559"/>
            <a:ext cx="684096" cy="191686"/>
            <a:chOff x="4367808" y="4343962"/>
            <a:chExt cx="684096" cy="191686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105A7C21-3A13-47C4-9227-29EA45D5D541}"/>
                </a:ext>
              </a:extLst>
            </p:cNvPr>
            <p:cNvSpPr/>
            <p:nvPr/>
          </p:nvSpPr>
          <p:spPr>
            <a:xfrm>
              <a:off x="4367808" y="4343962"/>
              <a:ext cx="684096" cy="191686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GR</a:t>
              </a:r>
              <a:endParaRPr kumimoji="0" lang="ko-KR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595EA1D-9140-41B0-930F-DA52D093CE8D}"/>
                </a:ext>
              </a:extLst>
            </p:cNvPr>
            <p:cNvSpPr txBox="1"/>
            <p:nvPr/>
          </p:nvSpPr>
          <p:spPr>
            <a:xfrm flipH="1">
              <a:off x="4858128" y="4351059"/>
              <a:ext cx="175363" cy="16186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X</a:t>
              </a: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0B2BD59C-981A-481A-AAB9-DD34C557D9C7}"/>
              </a:ext>
            </a:extLst>
          </p:cNvPr>
          <p:cNvGrpSpPr/>
          <p:nvPr/>
        </p:nvGrpSpPr>
        <p:grpSpPr>
          <a:xfrm>
            <a:off x="5965603" y="4399235"/>
            <a:ext cx="684096" cy="191686"/>
            <a:chOff x="4367808" y="4343962"/>
            <a:chExt cx="684096" cy="191686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7E9FEA7B-EA8A-4BEE-A38E-3D8426B9220D}"/>
                </a:ext>
              </a:extLst>
            </p:cNvPr>
            <p:cNvSpPr/>
            <p:nvPr/>
          </p:nvSpPr>
          <p:spPr>
            <a:xfrm>
              <a:off x="4367808" y="4343962"/>
              <a:ext cx="684096" cy="191686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BL</a:t>
              </a:r>
              <a:endParaRPr kumimoji="0" lang="ko-KR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DDE20C6-4BA0-40C7-B5DB-F84AE63F71CE}"/>
                </a:ext>
              </a:extLst>
            </p:cNvPr>
            <p:cNvSpPr txBox="1"/>
            <p:nvPr/>
          </p:nvSpPr>
          <p:spPr>
            <a:xfrm flipH="1">
              <a:off x="4858128" y="4351059"/>
              <a:ext cx="175363" cy="16186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X</a:t>
              </a: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1" name="화살표: 굽음 70">
            <a:extLst>
              <a:ext uri="{FF2B5EF4-FFF2-40B4-BE49-F238E27FC236}">
                <a16:creationId xmlns:a16="http://schemas.microsoft.com/office/drawing/2014/main" id="{DFC5D005-BADE-4950-B47E-9BBD66237B8D}"/>
              </a:ext>
            </a:extLst>
          </p:cNvPr>
          <p:cNvSpPr/>
          <p:nvPr/>
        </p:nvSpPr>
        <p:spPr>
          <a:xfrm rot="12227238" flipH="1">
            <a:off x="893821" y="1929677"/>
            <a:ext cx="1088058" cy="596542"/>
          </a:xfrm>
          <a:prstGeom prst="bentArrow">
            <a:avLst>
              <a:gd name="adj1" fmla="val 12218"/>
              <a:gd name="adj2" fmla="val 14832"/>
              <a:gd name="adj3" fmla="val 25000"/>
              <a:gd name="adj4" fmla="val 43750"/>
            </a:avLst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30B3E7E-1F84-496C-B9F9-46E8CA2B2D1A}"/>
              </a:ext>
            </a:extLst>
          </p:cNvPr>
          <p:cNvSpPr/>
          <p:nvPr/>
        </p:nvSpPr>
        <p:spPr>
          <a:xfrm>
            <a:off x="5101507" y="2539898"/>
            <a:ext cx="1132200" cy="19168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ko-KR" altLang="en-US" sz="700" kern="0">
                <a:solidFill>
                  <a:prstClr val="black"/>
                </a:solidFill>
                <a:latin typeface="맑은 고딕"/>
              </a:rPr>
              <a:t>원자재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D12194AE-10A2-4811-B965-721E644A9E8B}"/>
              </a:ext>
            </a:extLst>
          </p:cNvPr>
          <p:cNvSpPr/>
          <p:nvPr/>
        </p:nvSpPr>
        <p:spPr>
          <a:xfrm>
            <a:off x="6233707" y="2539898"/>
            <a:ext cx="144016" cy="191685"/>
          </a:xfrm>
          <a:prstGeom prst="rect">
            <a:avLst/>
          </a:prstGeom>
          <a:gradFill rotWithShape="1">
            <a:gsLst>
              <a:gs pos="0">
                <a:sysClr val="windowText" lastClr="000000">
                  <a:lumMod val="110000"/>
                  <a:satMod val="105000"/>
                  <a:tint val="67000"/>
                </a:sysClr>
              </a:gs>
              <a:gs pos="50000">
                <a:sysClr val="windowText" lastClr="000000">
                  <a:lumMod val="105000"/>
                  <a:satMod val="103000"/>
                  <a:tint val="73000"/>
                </a:sysClr>
              </a:gs>
              <a:gs pos="100000">
                <a:sysClr val="windowText" lastClr="000000">
                  <a:lumMod val="105000"/>
                  <a:satMod val="109000"/>
                  <a:tint val="81000"/>
                </a:sysClr>
              </a:gs>
            </a:gsLst>
            <a:lin ang="5400000" scaled="0"/>
          </a:gra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131188983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3221909" cy="377796"/>
              <a:chOff x="791279" y="377417"/>
              <a:chExt cx="3221909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984488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05. PC Control System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4080300" y="583043"/>
              <a:ext cx="5863043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05</a:t>
            </a:r>
          </a:p>
        </p:txBody>
      </p:sp>
      <p:sp>
        <p:nvSpPr>
          <p:cNvPr id="74" name="텍스트 개체 틀 1">
            <a:extLst>
              <a:ext uri="{FF2B5EF4-FFF2-40B4-BE49-F238E27FC236}">
                <a16:creationId xmlns:a16="http://schemas.microsoft.com/office/drawing/2014/main" id="{2C69F5B8-A444-4478-AA12-5CFE565414CE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>
                <a:solidFill>
                  <a:schemeClr val="tx1"/>
                </a:solidFill>
              </a:rPr>
              <a:t>제품정보 등록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1CEDB5-2227-49C7-8EB7-8BDD6C274E9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34A96C5-FB4F-462F-9B7A-5EF50C8EB9C0}"/>
              </a:ext>
            </a:extLst>
          </p:cNvPr>
          <p:cNvGrpSpPr/>
          <p:nvPr/>
        </p:nvGrpSpPr>
        <p:grpSpPr>
          <a:xfrm>
            <a:off x="776289" y="1089025"/>
            <a:ext cx="8345836" cy="261610"/>
            <a:chOff x="548752" y="1182419"/>
            <a:chExt cx="8821893" cy="2616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DB937CC-235F-406F-9ECF-E0F36B687208}"/>
                </a:ext>
              </a:extLst>
            </p:cNvPr>
            <p:cNvSpPr/>
            <p:nvPr/>
          </p:nvSpPr>
          <p:spPr>
            <a:xfrm>
              <a:off x="548752" y="1198304"/>
              <a:ext cx="8821893" cy="230018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0A8087E-BB27-4E8B-B55E-E443409A3D4B}"/>
                </a:ext>
              </a:extLst>
            </p:cNvPr>
            <p:cNvSpPr txBox="1"/>
            <p:nvPr/>
          </p:nvSpPr>
          <p:spPr>
            <a:xfrm>
              <a:off x="548752" y="1182419"/>
              <a:ext cx="21006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100" kern="0">
                  <a:solidFill>
                    <a:prstClr val="black"/>
                  </a:solidFill>
                  <a:latin typeface="맑은 고딕" panose="020F0502020204030204"/>
                </a:rPr>
                <a:t>제품</a:t>
              </a:r>
              <a:r>
                <a: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정보 목록</a:t>
              </a:r>
            </a:p>
          </p:txBody>
        </p:sp>
      </p:grp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883279FE-EDE4-457E-A06A-0A33B195D56D}"/>
              </a:ext>
            </a:extLst>
          </p:cNvPr>
          <p:cNvSpPr/>
          <p:nvPr/>
        </p:nvSpPr>
        <p:spPr>
          <a:xfrm>
            <a:off x="776288" y="1509556"/>
            <a:ext cx="732303" cy="233513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신규등록</a:t>
            </a:r>
          </a:p>
        </p:txBody>
      </p:sp>
      <p:graphicFrame>
        <p:nvGraphicFramePr>
          <p:cNvPr id="115" name="표 20">
            <a:extLst>
              <a:ext uri="{FF2B5EF4-FFF2-40B4-BE49-F238E27FC236}">
                <a16:creationId xmlns:a16="http://schemas.microsoft.com/office/drawing/2014/main" id="{5884B4B9-79AB-40BC-86D7-91A295730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82726"/>
              </p:ext>
            </p:extLst>
          </p:nvPr>
        </p:nvGraphicFramePr>
        <p:xfrm>
          <a:off x="776288" y="1954383"/>
          <a:ext cx="8345835" cy="1303940"/>
        </p:xfrm>
        <a:graphic>
          <a:graphicData uri="http://schemas.openxmlformats.org/drawingml/2006/table">
            <a:tbl>
              <a:tblPr firstRow="1" bandRow="1"/>
              <a:tblGrid>
                <a:gridCol w="747464">
                  <a:extLst>
                    <a:ext uri="{9D8B030D-6E8A-4147-A177-3AD203B41FA5}">
                      <a16:colId xmlns:a16="http://schemas.microsoft.com/office/drawing/2014/main" val="1665896498"/>
                    </a:ext>
                  </a:extLst>
                </a:gridCol>
                <a:gridCol w="1268948">
                  <a:extLst>
                    <a:ext uri="{9D8B030D-6E8A-4147-A177-3AD203B41FA5}">
                      <a16:colId xmlns:a16="http://schemas.microsoft.com/office/drawing/2014/main" val="801535791"/>
                    </a:ext>
                  </a:extLst>
                </a:gridCol>
                <a:gridCol w="1268948">
                  <a:extLst>
                    <a:ext uri="{9D8B030D-6E8A-4147-A177-3AD203B41FA5}">
                      <a16:colId xmlns:a16="http://schemas.microsoft.com/office/drawing/2014/main" val="2507297811"/>
                    </a:ext>
                  </a:extLst>
                </a:gridCol>
                <a:gridCol w="1067022">
                  <a:extLst>
                    <a:ext uri="{9D8B030D-6E8A-4147-A177-3AD203B41FA5}">
                      <a16:colId xmlns:a16="http://schemas.microsoft.com/office/drawing/2014/main" val="4081268055"/>
                    </a:ext>
                  </a:extLst>
                </a:gridCol>
                <a:gridCol w="1778370">
                  <a:extLst>
                    <a:ext uri="{9D8B030D-6E8A-4147-A177-3AD203B41FA5}">
                      <a16:colId xmlns:a16="http://schemas.microsoft.com/office/drawing/2014/main" val="3464705372"/>
                    </a:ext>
                  </a:extLst>
                </a:gridCol>
                <a:gridCol w="2215083">
                  <a:extLst>
                    <a:ext uri="{9D8B030D-6E8A-4147-A177-3AD203B41FA5}">
                      <a16:colId xmlns:a16="http://schemas.microsoft.com/office/drawing/2014/main" val="2641980439"/>
                    </a:ext>
                  </a:extLst>
                </a:gridCol>
              </a:tblGrid>
              <a:tr h="260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/>
                        <a:t>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물품구분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/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/>
                        <a:t>물품코드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/>
                        <a:t>로봇 프로그램번호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/>
                        <a:t>칼라 정보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399658"/>
                  </a:ext>
                </a:extLst>
              </a:tr>
              <a:tr h="260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/>
                        <a:t>1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원자재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AAA</a:t>
                      </a:r>
                      <a:endParaRPr lang="ko-KR" altLang="en-US" sz="900" u="sng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/>
                        <a:t>A-100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/>
                        <a:t>10</a:t>
                      </a:r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u="none">
                          <a:solidFill>
                            <a:schemeClr val="tx1"/>
                          </a:solidFill>
                        </a:rPr>
                        <a:t>BG, GR</a:t>
                      </a:r>
                      <a:endParaRPr lang="ko-KR" altLang="en-US" sz="900" u="none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167359"/>
                  </a:ext>
                </a:extLst>
              </a:tr>
              <a:tr h="260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 u="sng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419657"/>
                  </a:ext>
                </a:extLst>
              </a:tr>
              <a:tr h="260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900" u="sng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236729"/>
                  </a:ext>
                </a:extLst>
              </a:tr>
              <a:tr h="260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234282"/>
                  </a:ext>
                </a:extLst>
              </a:tr>
            </a:tbl>
          </a:graphicData>
        </a:graphic>
      </p:graphicFrame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2E81B813-8F96-47CF-AF28-9767330D66AC}"/>
              </a:ext>
            </a:extLst>
          </p:cNvPr>
          <p:cNvSpPr/>
          <p:nvPr/>
        </p:nvSpPr>
        <p:spPr>
          <a:xfrm>
            <a:off x="1622591" y="1590145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 dirty="0">
                <a:solidFill>
                  <a:prstClr val="black"/>
                </a:solidFill>
                <a:latin typeface="맑은 고딕"/>
              </a:rPr>
              <a:t>Excel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537E8688-19BF-459F-8DBF-E8293F916FA4}"/>
              </a:ext>
            </a:extLst>
          </p:cNvPr>
          <p:cNvSpPr/>
          <p:nvPr/>
        </p:nvSpPr>
        <p:spPr>
          <a:xfrm>
            <a:off x="2198655" y="1590145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 dirty="0">
                <a:solidFill>
                  <a:prstClr val="black"/>
                </a:solidFill>
                <a:latin typeface="맑은 고딕"/>
              </a:rPr>
              <a:t>PDF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A4BEABE-4441-4712-85A8-B486C3E66465}"/>
              </a:ext>
            </a:extLst>
          </p:cNvPr>
          <p:cNvSpPr/>
          <p:nvPr/>
        </p:nvSpPr>
        <p:spPr>
          <a:xfrm>
            <a:off x="2774719" y="1590145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 dirty="0">
                <a:solidFill>
                  <a:prstClr val="black"/>
                </a:solidFill>
                <a:latin typeface="맑은 고딕"/>
              </a:rPr>
              <a:t>print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90D7E12A-8663-4248-848D-109BEC8AA664}"/>
              </a:ext>
            </a:extLst>
          </p:cNvPr>
          <p:cNvSpPr/>
          <p:nvPr/>
        </p:nvSpPr>
        <p:spPr>
          <a:xfrm>
            <a:off x="8227538" y="1594431"/>
            <a:ext cx="850639" cy="14401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BB07DE7-5947-4469-9EE9-19D89F7F90D6}"/>
              </a:ext>
            </a:extLst>
          </p:cNvPr>
          <p:cNvSpPr txBox="1"/>
          <p:nvPr/>
        </p:nvSpPr>
        <p:spPr>
          <a:xfrm>
            <a:off x="7754475" y="1558000"/>
            <a:ext cx="72008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defRPr/>
            </a:pPr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</a:rPr>
              <a:t>상세조회</a:t>
            </a:r>
            <a:endParaRPr lang="ko-KR" altLang="en-US" sz="700" kern="0" dirty="0" err="1">
              <a:solidFill>
                <a:prstClr val="black"/>
              </a:solidFill>
              <a:latin typeface="맑은 고딕" panose="020F0502020204030204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FA3EE0D-98F4-4435-9B7F-D0353A1BA427}"/>
              </a:ext>
            </a:extLst>
          </p:cNvPr>
          <p:cNvSpPr/>
          <p:nvPr/>
        </p:nvSpPr>
        <p:spPr>
          <a:xfrm>
            <a:off x="3442749" y="2912160"/>
            <a:ext cx="6166339" cy="307122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FD7B3DB-0E7C-4ECD-820A-EC8ED3A3921C}"/>
              </a:ext>
            </a:extLst>
          </p:cNvPr>
          <p:cNvSpPr/>
          <p:nvPr/>
        </p:nvSpPr>
        <p:spPr>
          <a:xfrm>
            <a:off x="3442749" y="2918323"/>
            <a:ext cx="6166339" cy="260059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705E7FD-6A31-4B4F-9C81-87138531A1A0}"/>
              </a:ext>
            </a:extLst>
          </p:cNvPr>
          <p:cNvSpPr/>
          <p:nvPr/>
        </p:nvSpPr>
        <p:spPr>
          <a:xfrm>
            <a:off x="9308227" y="2966323"/>
            <a:ext cx="191890" cy="182298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0B7F58-58CC-431C-A4EA-6A45AD90DFDC}"/>
              </a:ext>
            </a:extLst>
          </p:cNvPr>
          <p:cNvSpPr txBox="1"/>
          <p:nvPr/>
        </p:nvSpPr>
        <p:spPr>
          <a:xfrm>
            <a:off x="3498330" y="2960268"/>
            <a:ext cx="17896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>
                <a:solidFill>
                  <a:prstClr val="black"/>
                </a:solidFill>
                <a:latin typeface="맑은 고딕" panose="020F0502020204030204"/>
              </a:rPr>
              <a:t>▶ 제품정보 등록</a:t>
            </a:r>
          </a:p>
        </p:txBody>
      </p:sp>
      <p:graphicFrame>
        <p:nvGraphicFramePr>
          <p:cNvPr id="24" name="표 7">
            <a:extLst>
              <a:ext uri="{FF2B5EF4-FFF2-40B4-BE49-F238E27FC236}">
                <a16:creationId xmlns:a16="http://schemas.microsoft.com/office/drawing/2014/main" id="{2A613206-9B86-48D8-A7F6-9EFD9CF8D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84097"/>
              </p:ext>
            </p:extLst>
          </p:nvPr>
        </p:nvGraphicFramePr>
        <p:xfrm>
          <a:off x="4336184" y="3359972"/>
          <a:ext cx="4397494" cy="2225040"/>
        </p:xfrm>
        <a:graphic>
          <a:graphicData uri="http://schemas.openxmlformats.org/drawingml/2006/table">
            <a:tbl>
              <a:tblPr firstRow="1" bandRow="1"/>
              <a:tblGrid>
                <a:gridCol w="1564524">
                  <a:extLst>
                    <a:ext uri="{9D8B030D-6E8A-4147-A177-3AD203B41FA5}">
                      <a16:colId xmlns:a16="http://schemas.microsoft.com/office/drawing/2014/main" val="461811311"/>
                    </a:ext>
                  </a:extLst>
                </a:gridCol>
                <a:gridCol w="2832970">
                  <a:extLst>
                    <a:ext uri="{9D8B030D-6E8A-4147-A177-3AD203B41FA5}">
                      <a16:colId xmlns:a16="http://schemas.microsoft.com/office/drawing/2014/main" val="2305938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물품구분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18181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/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73238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/>
                        <a:t>물품코드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29557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/>
                        <a:t>프로그램번호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237388"/>
                  </a:ext>
                </a:extLst>
              </a:tr>
              <a:tr h="37084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/>
                        <a:t>칼라 정보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65768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370953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8B0CE666-FF9C-4AA9-8051-576770409802}"/>
              </a:ext>
            </a:extLst>
          </p:cNvPr>
          <p:cNvSpPr/>
          <p:nvPr/>
        </p:nvSpPr>
        <p:spPr>
          <a:xfrm>
            <a:off x="6719944" y="3811596"/>
            <a:ext cx="1132200" cy="19168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>
                <a:solidFill>
                  <a:prstClr val="black"/>
                </a:solidFill>
                <a:latin typeface="맑은 고딕"/>
              </a:rPr>
              <a:t>AAA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BB0608B-DFF7-40B9-8E0C-DC961962A2E5}"/>
              </a:ext>
            </a:extLst>
          </p:cNvPr>
          <p:cNvSpPr/>
          <p:nvPr/>
        </p:nvSpPr>
        <p:spPr>
          <a:xfrm>
            <a:off x="6719944" y="4177863"/>
            <a:ext cx="1132200" cy="19168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>
                <a:solidFill>
                  <a:prstClr val="black"/>
                </a:solidFill>
                <a:latin typeface="맑은 고딕"/>
              </a:rPr>
              <a:t>A-100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75E0B8F-79BA-4614-9F73-A5C1EA57087F}"/>
              </a:ext>
            </a:extLst>
          </p:cNvPr>
          <p:cNvSpPr/>
          <p:nvPr/>
        </p:nvSpPr>
        <p:spPr>
          <a:xfrm>
            <a:off x="6719944" y="4544861"/>
            <a:ext cx="1132200" cy="19168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>
                <a:solidFill>
                  <a:prstClr val="black"/>
                </a:solidFill>
                <a:latin typeface="맑은 고딕"/>
              </a:rPr>
              <a:t>10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5234B97-C0C5-47E5-AFFD-847A1A5770C8}"/>
              </a:ext>
            </a:extLst>
          </p:cNvPr>
          <p:cNvSpPr/>
          <p:nvPr/>
        </p:nvSpPr>
        <p:spPr>
          <a:xfrm>
            <a:off x="6719944" y="4911859"/>
            <a:ext cx="1132200" cy="19168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en-US" altLang="ko-KR" sz="700" kern="0">
                <a:solidFill>
                  <a:prstClr val="black"/>
                </a:solidFill>
                <a:latin typeface="맑은 고딕"/>
              </a:rPr>
              <a:t>BG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06930B-EC08-4733-AF56-2FA6B62A08EF}"/>
              </a:ext>
            </a:extLst>
          </p:cNvPr>
          <p:cNvSpPr txBox="1"/>
          <p:nvPr/>
        </p:nvSpPr>
        <p:spPr>
          <a:xfrm>
            <a:off x="7887844" y="4927521"/>
            <a:ext cx="1423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solidFill>
                  <a:prstClr val="black"/>
                </a:solidFill>
                <a:latin typeface="맑은 고딕" panose="020F0502020204030204"/>
              </a:rPr>
              <a:t>입력 후 엔터를 눌러주세요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13A5682-D53A-4E0B-8C7B-6477870817B2}"/>
              </a:ext>
            </a:extLst>
          </p:cNvPr>
          <p:cNvGrpSpPr/>
          <p:nvPr/>
        </p:nvGrpSpPr>
        <p:grpSpPr>
          <a:xfrm>
            <a:off x="6071872" y="5310298"/>
            <a:ext cx="684096" cy="191686"/>
            <a:chOff x="4367808" y="4343962"/>
            <a:chExt cx="684096" cy="191686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21D3C3C7-CF45-477E-BF61-380B7CAAE784}"/>
                </a:ext>
              </a:extLst>
            </p:cNvPr>
            <p:cNvSpPr/>
            <p:nvPr/>
          </p:nvSpPr>
          <p:spPr>
            <a:xfrm>
              <a:off x="4367808" y="4343962"/>
              <a:ext cx="684096" cy="191686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kern="0"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BG</a:t>
              </a:r>
              <a:endParaRPr kumimoji="0" lang="ko-KR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40DE135-188A-49AB-AEFC-471953BEEE81}"/>
                </a:ext>
              </a:extLst>
            </p:cNvPr>
            <p:cNvSpPr txBox="1"/>
            <p:nvPr/>
          </p:nvSpPr>
          <p:spPr>
            <a:xfrm flipH="1">
              <a:off x="4858128" y="4351059"/>
              <a:ext cx="175363" cy="16186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X</a:t>
              </a: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0FD3CBC-783D-490A-AEE6-1220E105C80C}"/>
              </a:ext>
            </a:extLst>
          </p:cNvPr>
          <p:cNvGrpSpPr/>
          <p:nvPr/>
        </p:nvGrpSpPr>
        <p:grpSpPr>
          <a:xfrm>
            <a:off x="6857952" y="5318719"/>
            <a:ext cx="684096" cy="191686"/>
            <a:chOff x="4367808" y="4343962"/>
            <a:chExt cx="684096" cy="191686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1C927EB-6E51-47DE-9454-AB7F22A60274}"/>
                </a:ext>
              </a:extLst>
            </p:cNvPr>
            <p:cNvSpPr/>
            <p:nvPr/>
          </p:nvSpPr>
          <p:spPr>
            <a:xfrm>
              <a:off x="4367808" y="4343962"/>
              <a:ext cx="684096" cy="191686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GR</a:t>
              </a:r>
              <a:endParaRPr kumimoji="0" lang="ko-KR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0A5BCBB-0CB3-45D9-8DA3-693793ECD14F}"/>
                </a:ext>
              </a:extLst>
            </p:cNvPr>
            <p:cNvSpPr txBox="1"/>
            <p:nvPr/>
          </p:nvSpPr>
          <p:spPr>
            <a:xfrm flipH="1">
              <a:off x="4858128" y="4351059"/>
              <a:ext cx="175363" cy="16186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X</a:t>
              </a: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1B2D557-0154-448D-AEA8-8B77BD0833D6}"/>
              </a:ext>
            </a:extLst>
          </p:cNvPr>
          <p:cNvGrpSpPr/>
          <p:nvPr/>
        </p:nvGrpSpPr>
        <p:grpSpPr>
          <a:xfrm>
            <a:off x="7584040" y="5317395"/>
            <a:ext cx="684096" cy="191686"/>
            <a:chOff x="4367808" y="4343962"/>
            <a:chExt cx="684096" cy="191686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4C5915B9-9480-4376-B586-7C09BE6DDBA4}"/>
                </a:ext>
              </a:extLst>
            </p:cNvPr>
            <p:cNvSpPr/>
            <p:nvPr/>
          </p:nvSpPr>
          <p:spPr>
            <a:xfrm>
              <a:off x="4367808" y="4343962"/>
              <a:ext cx="684096" cy="191686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BL</a:t>
              </a:r>
              <a:endParaRPr kumimoji="0" lang="ko-KR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7D3A0FA-9355-4CC2-8AB7-D829EC99882D}"/>
                </a:ext>
              </a:extLst>
            </p:cNvPr>
            <p:cNvSpPr txBox="1"/>
            <p:nvPr/>
          </p:nvSpPr>
          <p:spPr>
            <a:xfrm flipH="1">
              <a:off x="4858128" y="4351059"/>
              <a:ext cx="175363" cy="161861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X</a:t>
              </a: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1" name="화살표: 굽음 40">
            <a:extLst>
              <a:ext uri="{FF2B5EF4-FFF2-40B4-BE49-F238E27FC236}">
                <a16:creationId xmlns:a16="http://schemas.microsoft.com/office/drawing/2014/main" id="{AAF71626-C1D9-4F96-BB95-9F9E49C1E833}"/>
              </a:ext>
            </a:extLst>
          </p:cNvPr>
          <p:cNvSpPr/>
          <p:nvPr/>
        </p:nvSpPr>
        <p:spPr>
          <a:xfrm rot="12227238" flipH="1">
            <a:off x="3150519" y="2515039"/>
            <a:ext cx="415700" cy="596542"/>
          </a:xfrm>
          <a:prstGeom prst="bentArrow">
            <a:avLst>
              <a:gd name="adj1" fmla="val 12218"/>
              <a:gd name="adj2" fmla="val 14832"/>
              <a:gd name="adj3" fmla="val 25000"/>
              <a:gd name="adj4" fmla="val 43750"/>
            </a:avLst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AF88A90-60A9-40F2-B1E3-B7223EF0C059}"/>
              </a:ext>
            </a:extLst>
          </p:cNvPr>
          <p:cNvSpPr/>
          <p:nvPr/>
        </p:nvSpPr>
        <p:spPr>
          <a:xfrm>
            <a:off x="6719944" y="3458058"/>
            <a:ext cx="1132200" cy="19168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ko-KR" altLang="en-US" sz="700" kern="0">
                <a:solidFill>
                  <a:prstClr val="black"/>
                </a:solidFill>
                <a:latin typeface="맑은 고딕"/>
              </a:rPr>
              <a:t>원자재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E45C20A-9D93-47D7-B6E8-E3013B5D569D}"/>
              </a:ext>
            </a:extLst>
          </p:cNvPr>
          <p:cNvSpPr/>
          <p:nvPr/>
        </p:nvSpPr>
        <p:spPr>
          <a:xfrm>
            <a:off x="7852144" y="3458058"/>
            <a:ext cx="144016" cy="191685"/>
          </a:xfrm>
          <a:prstGeom prst="rect">
            <a:avLst/>
          </a:prstGeom>
          <a:gradFill rotWithShape="1">
            <a:gsLst>
              <a:gs pos="0">
                <a:sysClr val="windowText" lastClr="000000">
                  <a:lumMod val="110000"/>
                  <a:satMod val="105000"/>
                  <a:tint val="67000"/>
                </a:sysClr>
              </a:gs>
              <a:gs pos="50000">
                <a:sysClr val="windowText" lastClr="000000">
                  <a:lumMod val="105000"/>
                  <a:satMod val="103000"/>
                  <a:tint val="73000"/>
                </a:sysClr>
              </a:gs>
              <a:gs pos="100000">
                <a:sysClr val="windowText" lastClr="000000">
                  <a:lumMod val="105000"/>
                  <a:satMod val="109000"/>
                  <a:tint val="81000"/>
                </a:sysClr>
              </a:gs>
            </a:gsLst>
            <a:lin ang="5400000" scaled="0"/>
          </a:gra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10C1F9F-CF50-40A6-9F64-ACB034DD8DBF}"/>
              </a:ext>
            </a:extLst>
          </p:cNvPr>
          <p:cNvSpPr/>
          <p:nvPr/>
        </p:nvSpPr>
        <p:spPr>
          <a:xfrm>
            <a:off x="7468530" y="5783423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수정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4CCB4DF-8AD1-4B39-A0EC-AF32344CB79B}"/>
              </a:ext>
            </a:extLst>
          </p:cNvPr>
          <p:cNvSpPr/>
          <p:nvPr/>
        </p:nvSpPr>
        <p:spPr>
          <a:xfrm>
            <a:off x="8922239" y="5775387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취소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D791B2F-2F6D-43AE-B35C-9D391FED9D67}"/>
              </a:ext>
            </a:extLst>
          </p:cNvPr>
          <p:cNvSpPr/>
          <p:nvPr/>
        </p:nvSpPr>
        <p:spPr>
          <a:xfrm>
            <a:off x="8212970" y="5783215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삭제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59551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3221909" cy="377796"/>
              <a:chOff x="791279" y="377417"/>
              <a:chExt cx="3221909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984488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05. PC Control System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4080300" y="583043"/>
              <a:ext cx="5863043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05</a:t>
            </a:r>
          </a:p>
        </p:txBody>
      </p:sp>
      <p:sp>
        <p:nvSpPr>
          <p:cNvPr id="74" name="텍스트 개체 틀 1">
            <a:extLst>
              <a:ext uri="{FF2B5EF4-FFF2-40B4-BE49-F238E27FC236}">
                <a16:creationId xmlns:a16="http://schemas.microsoft.com/office/drawing/2014/main" id="{2C69F5B8-A444-4478-AA12-5CFE565414CE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>
                <a:solidFill>
                  <a:schemeClr val="tx1"/>
                </a:solidFill>
              </a:rPr>
              <a:t>로봇제어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1CEDB5-2227-49C7-8EB7-8BDD6C274E9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34A96C5-FB4F-462F-9B7A-5EF50C8EB9C0}"/>
              </a:ext>
            </a:extLst>
          </p:cNvPr>
          <p:cNvGrpSpPr/>
          <p:nvPr/>
        </p:nvGrpSpPr>
        <p:grpSpPr>
          <a:xfrm>
            <a:off x="776289" y="1089025"/>
            <a:ext cx="8345836" cy="261610"/>
            <a:chOff x="548752" y="1182419"/>
            <a:chExt cx="8821893" cy="2616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DB937CC-235F-406F-9ECF-E0F36B687208}"/>
                </a:ext>
              </a:extLst>
            </p:cNvPr>
            <p:cNvSpPr/>
            <p:nvPr/>
          </p:nvSpPr>
          <p:spPr>
            <a:xfrm>
              <a:off x="548752" y="1198304"/>
              <a:ext cx="8821893" cy="230018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0A8087E-BB27-4E8B-B55E-E443409A3D4B}"/>
                </a:ext>
              </a:extLst>
            </p:cNvPr>
            <p:cNvSpPr txBox="1"/>
            <p:nvPr/>
          </p:nvSpPr>
          <p:spPr>
            <a:xfrm>
              <a:off x="548752" y="1182419"/>
              <a:ext cx="21006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로봇 제어</a:t>
              </a: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ACA6321-A4D1-4743-A6BD-80922EDB8EF7}"/>
              </a:ext>
            </a:extLst>
          </p:cNvPr>
          <p:cNvSpPr/>
          <p:nvPr/>
        </p:nvSpPr>
        <p:spPr>
          <a:xfrm>
            <a:off x="783874" y="1435742"/>
            <a:ext cx="848652" cy="26991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1</a:t>
            </a:r>
            <a:r>
              <a:rPr lang="ko-KR" altLang="en-US" sz="1200">
                <a:solidFill>
                  <a:schemeClr val="tx1"/>
                </a:solidFill>
              </a:rPr>
              <a:t>부스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37A350C-0C3C-4248-903D-B270563695A5}"/>
              </a:ext>
            </a:extLst>
          </p:cNvPr>
          <p:cNvSpPr/>
          <p:nvPr/>
        </p:nvSpPr>
        <p:spPr>
          <a:xfrm>
            <a:off x="1740174" y="1435742"/>
            <a:ext cx="848652" cy="269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r>
              <a:rPr lang="ko-KR" altLang="en-US" sz="1200"/>
              <a:t>부스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CCF83D4-5A2E-44E8-B1DD-69CD9FC1F15E}"/>
              </a:ext>
            </a:extLst>
          </p:cNvPr>
          <p:cNvSpPr/>
          <p:nvPr/>
        </p:nvSpPr>
        <p:spPr>
          <a:xfrm>
            <a:off x="2696474" y="1435742"/>
            <a:ext cx="848652" cy="26991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3</a:t>
            </a:r>
            <a:r>
              <a:rPr lang="ko-KR" altLang="en-US" sz="1200">
                <a:solidFill>
                  <a:schemeClr val="tx1"/>
                </a:solidFill>
              </a:rPr>
              <a:t>부스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2DB22C8-BDDB-4B8D-9ECD-A909FFE06E13}"/>
              </a:ext>
            </a:extLst>
          </p:cNvPr>
          <p:cNvSpPr/>
          <p:nvPr/>
        </p:nvSpPr>
        <p:spPr>
          <a:xfrm>
            <a:off x="3652774" y="1435742"/>
            <a:ext cx="848652" cy="26991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4</a:t>
            </a:r>
            <a:r>
              <a:rPr lang="ko-KR" altLang="en-US" sz="1200">
                <a:solidFill>
                  <a:schemeClr val="tx1"/>
                </a:solidFill>
              </a:rPr>
              <a:t>부스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8D8BF07F-97CF-488A-9CF2-F3CC3E6AD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74" y="1790766"/>
            <a:ext cx="8338249" cy="4014722"/>
          </a:xfrm>
          <a:prstGeom prst="rect">
            <a:avLst/>
          </a:prstGeom>
        </p:spPr>
      </p:pic>
      <p:sp>
        <p:nvSpPr>
          <p:cNvPr id="3" name="말풍선: 사각형 2">
            <a:extLst>
              <a:ext uri="{FF2B5EF4-FFF2-40B4-BE49-F238E27FC236}">
                <a16:creationId xmlns:a16="http://schemas.microsoft.com/office/drawing/2014/main" id="{F1772A83-7442-42AF-A441-7D7B2B7ECC10}"/>
              </a:ext>
            </a:extLst>
          </p:cNvPr>
          <p:cNvSpPr/>
          <p:nvPr/>
        </p:nvSpPr>
        <p:spPr>
          <a:xfrm>
            <a:off x="4739780" y="1435742"/>
            <a:ext cx="1954635" cy="269916"/>
          </a:xfrm>
          <a:prstGeom prst="wedgeRectCallout">
            <a:avLst>
              <a:gd name="adj1" fmla="val -66751"/>
              <a:gd name="adj2" fmla="val 344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각 부스별 </a:t>
            </a:r>
            <a:r>
              <a:rPr lang="en-US" altLang="ko-KR" sz="1100">
                <a:solidFill>
                  <a:schemeClr val="tx1"/>
                </a:solidFill>
              </a:rPr>
              <a:t>PLC  </a:t>
            </a:r>
            <a:r>
              <a:rPr lang="ko-KR" altLang="en-US" sz="1100">
                <a:solidFill>
                  <a:schemeClr val="tx1"/>
                </a:solidFill>
              </a:rPr>
              <a:t>작화화면</a:t>
            </a:r>
          </a:p>
        </p:txBody>
      </p:sp>
    </p:spTree>
    <p:extLst>
      <p:ext uri="{BB962C8B-B14F-4D97-AF65-F5344CB8AC3E}">
        <p14:creationId xmlns:p14="http://schemas.microsoft.com/office/powerpoint/2010/main" val="654853997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3221909" cy="377796"/>
              <a:chOff x="791279" y="377417"/>
              <a:chExt cx="3221909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984488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05. PC Control System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4080300" y="583043"/>
              <a:ext cx="5863043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05</a:t>
            </a:r>
          </a:p>
        </p:txBody>
      </p:sp>
      <p:sp>
        <p:nvSpPr>
          <p:cNvPr id="74" name="텍스트 개체 틀 1">
            <a:extLst>
              <a:ext uri="{FF2B5EF4-FFF2-40B4-BE49-F238E27FC236}">
                <a16:creationId xmlns:a16="http://schemas.microsoft.com/office/drawing/2014/main" id="{2C69F5B8-A444-4478-AA12-5CFE565414CE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>
                <a:solidFill>
                  <a:schemeClr val="tx1"/>
                </a:solidFill>
              </a:rPr>
              <a:t>작업일지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1CEDB5-2227-49C7-8EB7-8BDD6C274E9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34A96C5-FB4F-462F-9B7A-5EF50C8EB9C0}"/>
              </a:ext>
            </a:extLst>
          </p:cNvPr>
          <p:cNvGrpSpPr/>
          <p:nvPr/>
        </p:nvGrpSpPr>
        <p:grpSpPr>
          <a:xfrm>
            <a:off x="776289" y="1089025"/>
            <a:ext cx="8345836" cy="261610"/>
            <a:chOff x="548752" y="1182419"/>
            <a:chExt cx="8821893" cy="2616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DB937CC-235F-406F-9ECF-E0F36B687208}"/>
                </a:ext>
              </a:extLst>
            </p:cNvPr>
            <p:cNvSpPr/>
            <p:nvPr/>
          </p:nvSpPr>
          <p:spPr>
            <a:xfrm>
              <a:off x="548752" y="1198304"/>
              <a:ext cx="8821893" cy="230018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0A8087E-BB27-4E8B-B55E-E443409A3D4B}"/>
                </a:ext>
              </a:extLst>
            </p:cNvPr>
            <p:cNvSpPr txBox="1"/>
            <p:nvPr/>
          </p:nvSpPr>
          <p:spPr>
            <a:xfrm>
              <a:off x="548752" y="1182419"/>
              <a:ext cx="21006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작업일지 조회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D0931D6-D739-4589-BF92-8361B363A5A7}"/>
              </a:ext>
            </a:extLst>
          </p:cNvPr>
          <p:cNvSpPr/>
          <p:nvPr/>
        </p:nvSpPr>
        <p:spPr>
          <a:xfrm>
            <a:off x="778014" y="1678161"/>
            <a:ext cx="8353420" cy="21602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작업일지 조회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1" name="표 2">
            <a:extLst>
              <a:ext uri="{FF2B5EF4-FFF2-40B4-BE49-F238E27FC236}">
                <a16:creationId xmlns:a16="http://schemas.microsoft.com/office/drawing/2014/main" id="{B37556E4-6929-4F8B-A9FB-D8AF0C1D9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188752"/>
              </p:ext>
            </p:extLst>
          </p:nvPr>
        </p:nvGraphicFramePr>
        <p:xfrm>
          <a:off x="776290" y="1894183"/>
          <a:ext cx="8353424" cy="806519"/>
        </p:xfrm>
        <a:graphic>
          <a:graphicData uri="http://schemas.openxmlformats.org/drawingml/2006/table">
            <a:tbl>
              <a:tblPr firstRow="1" bandRow="1"/>
              <a:tblGrid>
                <a:gridCol w="348060">
                  <a:extLst>
                    <a:ext uri="{9D8B030D-6E8A-4147-A177-3AD203B41FA5}">
                      <a16:colId xmlns:a16="http://schemas.microsoft.com/office/drawing/2014/main" val="63559188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798575667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38587912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403394091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27366685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35694760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3689728034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5492845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81245608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89562170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078275475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239702571"/>
                    </a:ext>
                  </a:extLst>
                </a:gridCol>
              </a:tblGrid>
              <a:tr h="18990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긴급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작업순서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프로그램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물품코드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칼라정보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작업지시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수량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(EA)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작업현황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251893"/>
                  </a:ext>
                </a:extLst>
              </a:tr>
              <a:tr h="189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439142"/>
                  </a:ext>
                </a:extLst>
              </a:tr>
              <a:tr h="37979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812840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ACB8B211-22A2-4252-B85A-AC7A0FC32717}"/>
              </a:ext>
            </a:extLst>
          </p:cNvPr>
          <p:cNvSpPr/>
          <p:nvPr/>
        </p:nvSpPr>
        <p:spPr>
          <a:xfrm>
            <a:off x="8549052" y="2470510"/>
            <a:ext cx="479487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등록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A5F9EAA-18E5-4592-9208-1FD4BAB7C30E}"/>
              </a:ext>
            </a:extLst>
          </p:cNvPr>
          <p:cNvSpPr/>
          <p:nvPr/>
        </p:nvSpPr>
        <p:spPr>
          <a:xfrm>
            <a:off x="8455468" y="1385839"/>
            <a:ext cx="666656" cy="195227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긴급작업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75C5E5B-B249-43F7-87BD-710AB05BBCDD}"/>
              </a:ext>
            </a:extLst>
          </p:cNvPr>
          <p:cNvSpPr/>
          <p:nvPr/>
        </p:nvSpPr>
        <p:spPr>
          <a:xfrm>
            <a:off x="8464778" y="5674546"/>
            <a:ext cx="666656" cy="195227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작업진행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424487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3221909" cy="377796"/>
              <a:chOff x="791279" y="377417"/>
              <a:chExt cx="3221909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984488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05. PC Control System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4080300" y="583043"/>
              <a:ext cx="5863043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05</a:t>
            </a:r>
          </a:p>
        </p:txBody>
      </p:sp>
      <p:sp>
        <p:nvSpPr>
          <p:cNvPr id="74" name="텍스트 개체 틀 1">
            <a:extLst>
              <a:ext uri="{FF2B5EF4-FFF2-40B4-BE49-F238E27FC236}">
                <a16:creationId xmlns:a16="http://schemas.microsoft.com/office/drawing/2014/main" id="{2C69F5B8-A444-4478-AA12-5CFE565414CE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>
                <a:solidFill>
                  <a:schemeClr val="tx1"/>
                </a:solidFill>
              </a:rPr>
              <a:t>작업일지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1CEDB5-2227-49C7-8EB7-8BDD6C274E9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34A96C5-FB4F-462F-9B7A-5EF50C8EB9C0}"/>
              </a:ext>
            </a:extLst>
          </p:cNvPr>
          <p:cNvGrpSpPr/>
          <p:nvPr/>
        </p:nvGrpSpPr>
        <p:grpSpPr>
          <a:xfrm>
            <a:off x="776289" y="1089025"/>
            <a:ext cx="8345836" cy="261610"/>
            <a:chOff x="548752" y="1182419"/>
            <a:chExt cx="8821893" cy="2616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DB937CC-235F-406F-9ECF-E0F36B687208}"/>
                </a:ext>
              </a:extLst>
            </p:cNvPr>
            <p:cNvSpPr/>
            <p:nvPr/>
          </p:nvSpPr>
          <p:spPr>
            <a:xfrm>
              <a:off x="548752" y="1198304"/>
              <a:ext cx="8821893" cy="230018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0A8087E-BB27-4E8B-B55E-E443409A3D4B}"/>
                </a:ext>
              </a:extLst>
            </p:cNvPr>
            <p:cNvSpPr txBox="1"/>
            <p:nvPr/>
          </p:nvSpPr>
          <p:spPr>
            <a:xfrm>
              <a:off x="548752" y="1182419"/>
              <a:ext cx="21006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작업일지 조회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D0931D6-D739-4589-BF92-8361B363A5A7}"/>
              </a:ext>
            </a:extLst>
          </p:cNvPr>
          <p:cNvSpPr/>
          <p:nvPr/>
        </p:nvSpPr>
        <p:spPr>
          <a:xfrm>
            <a:off x="778014" y="1678161"/>
            <a:ext cx="8353420" cy="21602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작업일지 조회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1" name="표 2">
            <a:extLst>
              <a:ext uri="{FF2B5EF4-FFF2-40B4-BE49-F238E27FC236}">
                <a16:creationId xmlns:a16="http://schemas.microsoft.com/office/drawing/2014/main" id="{B37556E4-6929-4F8B-A9FB-D8AF0C1D91B4}"/>
              </a:ext>
            </a:extLst>
          </p:cNvPr>
          <p:cNvGraphicFramePr>
            <a:graphicFrameLocks noGrp="1"/>
          </p:cNvGraphicFramePr>
          <p:nvPr/>
        </p:nvGraphicFramePr>
        <p:xfrm>
          <a:off x="776290" y="1894183"/>
          <a:ext cx="8353424" cy="806519"/>
        </p:xfrm>
        <a:graphic>
          <a:graphicData uri="http://schemas.openxmlformats.org/drawingml/2006/table">
            <a:tbl>
              <a:tblPr firstRow="1" bandRow="1"/>
              <a:tblGrid>
                <a:gridCol w="348060">
                  <a:extLst>
                    <a:ext uri="{9D8B030D-6E8A-4147-A177-3AD203B41FA5}">
                      <a16:colId xmlns:a16="http://schemas.microsoft.com/office/drawing/2014/main" val="63559188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798575667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38587912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403394091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27366685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35694760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3689728034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5492845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81245608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89562170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078275475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239702571"/>
                    </a:ext>
                  </a:extLst>
                </a:gridCol>
              </a:tblGrid>
              <a:tr h="18990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긴급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작업순서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프로그램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칼라정보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칼라정보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작업지시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수량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(EA)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작업현황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251893"/>
                  </a:ext>
                </a:extLst>
              </a:tr>
              <a:tr h="189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439142"/>
                  </a:ext>
                </a:extLst>
              </a:tr>
              <a:tr h="37979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812840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ACB8B211-22A2-4252-B85A-AC7A0FC32717}"/>
              </a:ext>
            </a:extLst>
          </p:cNvPr>
          <p:cNvSpPr/>
          <p:nvPr/>
        </p:nvSpPr>
        <p:spPr>
          <a:xfrm>
            <a:off x="8549052" y="2470510"/>
            <a:ext cx="479487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등록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A5F9EAA-18E5-4592-9208-1FD4BAB7C30E}"/>
              </a:ext>
            </a:extLst>
          </p:cNvPr>
          <p:cNvSpPr/>
          <p:nvPr/>
        </p:nvSpPr>
        <p:spPr>
          <a:xfrm>
            <a:off x="8455468" y="1385839"/>
            <a:ext cx="666656" cy="195227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긴급작업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491A4FA-817D-4189-A473-71143BB813B9}"/>
              </a:ext>
            </a:extLst>
          </p:cNvPr>
          <p:cNvSpPr/>
          <p:nvPr/>
        </p:nvSpPr>
        <p:spPr>
          <a:xfrm>
            <a:off x="2444769" y="2085598"/>
            <a:ext cx="5340214" cy="376599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B226CCB-A2F1-4BD9-AA7D-4533C3499747}"/>
              </a:ext>
            </a:extLst>
          </p:cNvPr>
          <p:cNvSpPr/>
          <p:nvPr/>
        </p:nvSpPr>
        <p:spPr>
          <a:xfrm>
            <a:off x="2444769" y="2085598"/>
            <a:ext cx="5340212" cy="260059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F107116-CC8C-42A8-A213-5BF7054588AE}"/>
              </a:ext>
            </a:extLst>
          </p:cNvPr>
          <p:cNvSpPr/>
          <p:nvPr/>
        </p:nvSpPr>
        <p:spPr>
          <a:xfrm>
            <a:off x="5523247" y="5485851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ko-KR" altLang="en-US" sz="700" kern="0">
                <a:solidFill>
                  <a:prstClr val="black"/>
                </a:solidFill>
                <a:latin typeface="맑은 고딕"/>
              </a:rPr>
              <a:t>저장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6DB70AE-31B7-4C23-9C05-08E03AC9A978}"/>
              </a:ext>
            </a:extLst>
          </p:cNvPr>
          <p:cNvSpPr/>
          <p:nvPr/>
        </p:nvSpPr>
        <p:spPr>
          <a:xfrm>
            <a:off x="6249364" y="5485851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ko-KR" altLang="en-US" sz="700" kern="0" dirty="0">
                <a:solidFill>
                  <a:prstClr val="black"/>
                </a:solidFill>
                <a:latin typeface="맑은 고딕"/>
              </a:rPr>
              <a:t>취소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612A35B-FA6B-4E07-A493-07F903807A8B}"/>
              </a:ext>
            </a:extLst>
          </p:cNvPr>
          <p:cNvSpPr/>
          <p:nvPr/>
        </p:nvSpPr>
        <p:spPr>
          <a:xfrm>
            <a:off x="7497147" y="2143924"/>
            <a:ext cx="191890" cy="182298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9DD347-5258-45C1-9537-1DAD04B8D91C}"/>
              </a:ext>
            </a:extLst>
          </p:cNvPr>
          <p:cNvSpPr txBox="1"/>
          <p:nvPr/>
        </p:nvSpPr>
        <p:spPr>
          <a:xfrm>
            <a:off x="2444769" y="2094079"/>
            <a:ext cx="17896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>
                <a:solidFill>
                  <a:prstClr val="black"/>
                </a:solidFill>
                <a:latin typeface="맑은 고딕" panose="020F0502020204030204"/>
              </a:rPr>
              <a:t>▶ 작업일지 등록</a:t>
            </a:r>
          </a:p>
        </p:txBody>
      </p:sp>
      <p:graphicFrame>
        <p:nvGraphicFramePr>
          <p:cNvPr id="58" name="표 22">
            <a:extLst>
              <a:ext uri="{FF2B5EF4-FFF2-40B4-BE49-F238E27FC236}">
                <a16:creationId xmlns:a16="http://schemas.microsoft.com/office/drawing/2014/main" id="{FF8D6B84-B27B-40DB-B37D-2D9281961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010636"/>
              </p:ext>
            </p:extLst>
          </p:nvPr>
        </p:nvGraphicFramePr>
        <p:xfrm>
          <a:off x="3037199" y="2756036"/>
          <a:ext cx="4049556" cy="741680"/>
        </p:xfrm>
        <a:graphic>
          <a:graphicData uri="http://schemas.openxmlformats.org/drawingml/2006/table">
            <a:tbl>
              <a:tblPr firstRow="1" bandRow="1"/>
              <a:tblGrid>
                <a:gridCol w="1012389">
                  <a:extLst>
                    <a:ext uri="{9D8B030D-6E8A-4147-A177-3AD203B41FA5}">
                      <a16:colId xmlns:a16="http://schemas.microsoft.com/office/drawing/2014/main" val="3073840259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627695551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491746552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142903902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/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/>
                        <a:t>제품코드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/>
                        <a:t>프로그램번호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/>
                        <a:t>작업수량</a:t>
                      </a:r>
                      <a:r>
                        <a:rPr lang="en-US" altLang="ko-KR" sz="1000" b="1"/>
                        <a:t>(EA)</a:t>
                      </a:r>
                      <a:endParaRPr lang="ko-KR" altLang="en-US" sz="1000" b="1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0718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/>
                        <a:t>A-100</a:t>
                      </a:r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/>
                        <a:t>10</a:t>
                      </a:r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633529"/>
                  </a:ext>
                </a:extLst>
              </a:tr>
            </a:tbl>
          </a:graphicData>
        </a:graphic>
      </p:graphicFrame>
      <p:sp>
        <p:nvSpPr>
          <p:cNvPr id="61" name="직사각형 60">
            <a:extLst>
              <a:ext uri="{FF2B5EF4-FFF2-40B4-BE49-F238E27FC236}">
                <a16:creationId xmlns:a16="http://schemas.microsoft.com/office/drawing/2014/main" id="{173B736A-8673-41B5-B61C-DFF44F2DA957}"/>
              </a:ext>
            </a:extLst>
          </p:cNvPr>
          <p:cNvSpPr/>
          <p:nvPr/>
        </p:nvSpPr>
        <p:spPr>
          <a:xfrm>
            <a:off x="6255144" y="3196114"/>
            <a:ext cx="747231" cy="18140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100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48DF4935-17EA-4C3B-A789-8234D408804D}"/>
              </a:ext>
            </a:extLst>
          </p:cNvPr>
          <p:cNvGrpSpPr/>
          <p:nvPr/>
        </p:nvGrpSpPr>
        <p:grpSpPr>
          <a:xfrm>
            <a:off x="3072225" y="3208956"/>
            <a:ext cx="904149" cy="181403"/>
            <a:chOff x="2131697" y="2987997"/>
            <a:chExt cx="904149" cy="181403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E5A72E4-8CF5-45D9-B3CC-CDBBD5906464}"/>
                </a:ext>
              </a:extLst>
            </p:cNvPr>
            <p:cNvSpPr/>
            <p:nvPr/>
          </p:nvSpPr>
          <p:spPr>
            <a:xfrm>
              <a:off x="2131697" y="2987997"/>
              <a:ext cx="904149" cy="18140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AAA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순서도: 병합 63">
              <a:extLst>
                <a:ext uri="{FF2B5EF4-FFF2-40B4-BE49-F238E27FC236}">
                  <a16:creationId xmlns:a16="http://schemas.microsoft.com/office/drawing/2014/main" id="{490DE9B2-ACF3-4B49-9DF0-8A4A6F6F743D}"/>
                </a:ext>
              </a:extLst>
            </p:cNvPr>
            <p:cNvSpPr/>
            <p:nvPr/>
          </p:nvSpPr>
          <p:spPr>
            <a:xfrm>
              <a:off x="2897488" y="3057558"/>
              <a:ext cx="132036" cy="68787"/>
            </a:xfrm>
            <a:prstGeom prst="flowChartMerge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EF08DC3C-AA93-4BE4-8E4A-6D1A06C4C9FF}"/>
              </a:ext>
            </a:extLst>
          </p:cNvPr>
          <p:cNvSpPr txBox="1"/>
          <p:nvPr/>
        </p:nvSpPr>
        <p:spPr>
          <a:xfrm>
            <a:off x="2877695" y="2485547"/>
            <a:ext cx="17896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>
                <a:solidFill>
                  <a:prstClr val="black"/>
                </a:solidFill>
                <a:latin typeface="맑은 고딕" panose="020F0502020204030204"/>
              </a:rPr>
              <a:t>▶ 작업정보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61622BA-3A86-477C-A343-9EBFF8F48E17}"/>
              </a:ext>
            </a:extLst>
          </p:cNvPr>
          <p:cNvSpPr txBox="1"/>
          <p:nvPr/>
        </p:nvSpPr>
        <p:spPr>
          <a:xfrm>
            <a:off x="2904156" y="3668806"/>
            <a:ext cx="17896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>
                <a:solidFill>
                  <a:prstClr val="black"/>
                </a:solidFill>
                <a:latin typeface="맑은 고딕" panose="020F0502020204030204"/>
              </a:rPr>
              <a:t>▶ 부스별 칼라정보</a:t>
            </a:r>
          </a:p>
        </p:txBody>
      </p:sp>
      <p:graphicFrame>
        <p:nvGraphicFramePr>
          <p:cNvPr id="86" name="표 22">
            <a:extLst>
              <a:ext uri="{FF2B5EF4-FFF2-40B4-BE49-F238E27FC236}">
                <a16:creationId xmlns:a16="http://schemas.microsoft.com/office/drawing/2014/main" id="{20C7DBB2-7D61-4C7C-BC85-E9DFBFD98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996600"/>
              </p:ext>
            </p:extLst>
          </p:nvPr>
        </p:nvGraphicFramePr>
        <p:xfrm>
          <a:off x="3026216" y="3989963"/>
          <a:ext cx="4049556" cy="741680"/>
        </p:xfrm>
        <a:graphic>
          <a:graphicData uri="http://schemas.openxmlformats.org/drawingml/2006/table">
            <a:tbl>
              <a:tblPr firstRow="1" bandRow="1"/>
              <a:tblGrid>
                <a:gridCol w="1012389">
                  <a:extLst>
                    <a:ext uri="{9D8B030D-6E8A-4147-A177-3AD203B41FA5}">
                      <a16:colId xmlns:a16="http://schemas.microsoft.com/office/drawing/2014/main" val="3073840259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627695551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491746552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334337784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/>
                        <a:t>1</a:t>
                      </a:r>
                      <a:r>
                        <a:rPr lang="ko-KR" altLang="en-US" sz="1000" b="1"/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/>
                        <a:t>2</a:t>
                      </a:r>
                      <a:r>
                        <a:rPr lang="ko-KR" altLang="en-US" sz="1000" b="1"/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/>
                        <a:t>3</a:t>
                      </a:r>
                      <a:r>
                        <a:rPr lang="ko-KR" altLang="en-US" sz="1000" b="1"/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/>
                        <a:t>4</a:t>
                      </a:r>
                      <a:r>
                        <a:rPr lang="ko-KR" altLang="en-US" sz="1000" b="1"/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0718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633529"/>
                  </a:ext>
                </a:extLst>
              </a:tr>
            </a:tbl>
          </a:graphicData>
        </a:graphic>
      </p:graphicFrame>
      <p:grpSp>
        <p:nvGrpSpPr>
          <p:cNvPr id="65" name="그룹 64">
            <a:extLst>
              <a:ext uri="{FF2B5EF4-FFF2-40B4-BE49-F238E27FC236}">
                <a16:creationId xmlns:a16="http://schemas.microsoft.com/office/drawing/2014/main" id="{C9E85B45-10E2-4C1A-A029-1916712902B2}"/>
              </a:ext>
            </a:extLst>
          </p:cNvPr>
          <p:cNvGrpSpPr/>
          <p:nvPr/>
        </p:nvGrpSpPr>
        <p:grpSpPr>
          <a:xfrm>
            <a:off x="3073725" y="4458136"/>
            <a:ext cx="904149" cy="181403"/>
            <a:chOff x="3941390" y="3123636"/>
            <a:chExt cx="904149" cy="181403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573C950-AB66-4BC4-9606-729CB3401234}"/>
                </a:ext>
              </a:extLst>
            </p:cNvPr>
            <p:cNvSpPr/>
            <p:nvPr/>
          </p:nvSpPr>
          <p:spPr>
            <a:xfrm>
              <a:off x="3941390" y="3123636"/>
              <a:ext cx="904149" cy="18140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BG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순서도: 병합 66">
              <a:extLst>
                <a:ext uri="{FF2B5EF4-FFF2-40B4-BE49-F238E27FC236}">
                  <a16:creationId xmlns:a16="http://schemas.microsoft.com/office/drawing/2014/main" id="{908090EF-C292-48FD-8C8C-F8BA523C3F7A}"/>
                </a:ext>
              </a:extLst>
            </p:cNvPr>
            <p:cNvSpPr/>
            <p:nvPr/>
          </p:nvSpPr>
          <p:spPr>
            <a:xfrm>
              <a:off x="4629238" y="3193196"/>
              <a:ext cx="132036" cy="68787"/>
            </a:xfrm>
            <a:prstGeom prst="flowChartMerge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9BDFB12A-0284-4C7A-BAE2-CF29D3D444BE}"/>
              </a:ext>
            </a:extLst>
          </p:cNvPr>
          <p:cNvGrpSpPr/>
          <p:nvPr/>
        </p:nvGrpSpPr>
        <p:grpSpPr>
          <a:xfrm>
            <a:off x="4095169" y="4474791"/>
            <a:ext cx="904149" cy="181403"/>
            <a:chOff x="3941390" y="3123636"/>
            <a:chExt cx="904149" cy="181403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6066EA6E-F4C7-464E-8288-6558D2C57B96}"/>
                </a:ext>
              </a:extLst>
            </p:cNvPr>
            <p:cNvSpPr/>
            <p:nvPr/>
          </p:nvSpPr>
          <p:spPr>
            <a:xfrm>
              <a:off x="3941390" y="3123636"/>
              <a:ext cx="904149" cy="18140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BG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9" name="순서도: 병합 88">
              <a:extLst>
                <a:ext uri="{FF2B5EF4-FFF2-40B4-BE49-F238E27FC236}">
                  <a16:creationId xmlns:a16="http://schemas.microsoft.com/office/drawing/2014/main" id="{1B71A73B-B195-4394-824D-C3174FCB73EB}"/>
                </a:ext>
              </a:extLst>
            </p:cNvPr>
            <p:cNvSpPr/>
            <p:nvPr/>
          </p:nvSpPr>
          <p:spPr>
            <a:xfrm>
              <a:off x="4629238" y="3193196"/>
              <a:ext cx="132036" cy="68787"/>
            </a:xfrm>
            <a:prstGeom prst="flowChartMerge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EA6A7794-39EE-4F54-A660-86A4FBF93518}"/>
              </a:ext>
            </a:extLst>
          </p:cNvPr>
          <p:cNvGrpSpPr/>
          <p:nvPr/>
        </p:nvGrpSpPr>
        <p:grpSpPr>
          <a:xfrm>
            <a:off x="5125341" y="4474791"/>
            <a:ext cx="904149" cy="181403"/>
            <a:chOff x="3941390" y="3123636"/>
            <a:chExt cx="904149" cy="181403"/>
          </a:xfrm>
        </p:grpSpPr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858944B3-8C51-46AF-93C1-1373F3B115DA}"/>
                </a:ext>
              </a:extLst>
            </p:cNvPr>
            <p:cNvSpPr/>
            <p:nvPr/>
          </p:nvSpPr>
          <p:spPr>
            <a:xfrm>
              <a:off x="3941390" y="3123636"/>
              <a:ext cx="904149" cy="18140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BG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" name="순서도: 병합 91">
              <a:extLst>
                <a:ext uri="{FF2B5EF4-FFF2-40B4-BE49-F238E27FC236}">
                  <a16:creationId xmlns:a16="http://schemas.microsoft.com/office/drawing/2014/main" id="{CA0E2E48-6353-4501-ABF0-C0F4F54F9BAF}"/>
                </a:ext>
              </a:extLst>
            </p:cNvPr>
            <p:cNvSpPr/>
            <p:nvPr/>
          </p:nvSpPr>
          <p:spPr>
            <a:xfrm>
              <a:off x="4629238" y="3193196"/>
              <a:ext cx="132036" cy="68787"/>
            </a:xfrm>
            <a:prstGeom prst="flowChartMerge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428C4D7E-FF15-41E8-9420-5D01F3CC83DD}"/>
              </a:ext>
            </a:extLst>
          </p:cNvPr>
          <p:cNvGrpSpPr/>
          <p:nvPr/>
        </p:nvGrpSpPr>
        <p:grpSpPr>
          <a:xfrm>
            <a:off x="6098226" y="4478814"/>
            <a:ext cx="904149" cy="181403"/>
            <a:chOff x="3941390" y="3123636"/>
            <a:chExt cx="904149" cy="181403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B7A8E37A-8AF0-4E91-9B19-501491E8BA69}"/>
                </a:ext>
              </a:extLst>
            </p:cNvPr>
            <p:cNvSpPr/>
            <p:nvPr/>
          </p:nvSpPr>
          <p:spPr>
            <a:xfrm>
              <a:off x="3941390" y="3123636"/>
              <a:ext cx="904149" cy="18140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BG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5" name="순서도: 병합 94">
              <a:extLst>
                <a:ext uri="{FF2B5EF4-FFF2-40B4-BE49-F238E27FC236}">
                  <a16:creationId xmlns:a16="http://schemas.microsoft.com/office/drawing/2014/main" id="{51C2FBA6-7DCC-4241-AAF7-87188D8FD087}"/>
                </a:ext>
              </a:extLst>
            </p:cNvPr>
            <p:cNvSpPr/>
            <p:nvPr/>
          </p:nvSpPr>
          <p:spPr>
            <a:xfrm>
              <a:off x="4629238" y="3193196"/>
              <a:ext cx="132036" cy="68787"/>
            </a:xfrm>
            <a:prstGeom prst="flowChartMerge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6" name="화살표: 굽음 95">
            <a:extLst>
              <a:ext uri="{FF2B5EF4-FFF2-40B4-BE49-F238E27FC236}">
                <a16:creationId xmlns:a16="http://schemas.microsoft.com/office/drawing/2014/main" id="{35F8080A-D8F9-448B-BA69-2056A22D535C}"/>
              </a:ext>
            </a:extLst>
          </p:cNvPr>
          <p:cNvSpPr/>
          <p:nvPr/>
        </p:nvSpPr>
        <p:spPr>
          <a:xfrm rot="12227238">
            <a:off x="7863657" y="2484243"/>
            <a:ext cx="527878" cy="596542"/>
          </a:xfrm>
          <a:prstGeom prst="bentArrow">
            <a:avLst>
              <a:gd name="adj1" fmla="val 12218"/>
              <a:gd name="adj2" fmla="val 14832"/>
              <a:gd name="adj3" fmla="val 25000"/>
              <a:gd name="adj4" fmla="val 43750"/>
            </a:avLst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881962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3221909" cy="377796"/>
              <a:chOff x="791279" y="377417"/>
              <a:chExt cx="3221909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984488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05. PC Control System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4080300" y="583043"/>
              <a:ext cx="5863043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05</a:t>
            </a:r>
          </a:p>
        </p:txBody>
      </p:sp>
      <p:sp>
        <p:nvSpPr>
          <p:cNvPr id="74" name="텍스트 개체 틀 1">
            <a:extLst>
              <a:ext uri="{FF2B5EF4-FFF2-40B4-BE49-F238E27FC236}">
                <a16:creationId xmlns:a16="http://schemas.microsoft.com/office/drawing/2014/main" id="{2C69F5B8-A444-4478-AA12-5CFE565414CE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>
                <a:solidFill>
                  <a:schemeClr val="tx1"/>
                </a:solidFill>
              </a:rPr>
              <a:t>작업일지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1CEDB5-2227-49C7-8EB7-8BDD6C274E9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34A96C5-FB4F-462F-9B7A-5EF50C8EB9C0}"/>
              </a:ext>
            </a:extLst>
          </p:cNvPr>
          <p:cNvGrpSpPr/>
          <p:nvPr/>
        </p:nvGrpSpPr>
        <p:grpSpPr>
          <a:xfrm>
            <a:off x="776289" y="1089025"/>
            <a:ext cx="8345836" cy="261610"/>
            <a:chOff x="548752" y="1182419"/>
            <a:chExt cx="8821893" cy="2616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DB937CC-235F-406F-9ECF-E0F36B687208}"/>
                </a:ext>
              </a:extLst>
            </p:cNvPr>
            <p:cNvSpPr/>
            <p:nvPr/>
          </p:nvSpPr>
          <p:spPr>
            <a:xfrm>
              <a:off x="548752" y="1198304"/>
              <a:ext cx="8821893" cy="230018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0A8087E-BB27-4E8B-B55E-E443409A3D4B}"/>
                </a:ext>
              </a:extLst>
            </p:cNvPr>
            <p:cNvSpPr txBox="1"/>
            <p:nvPr/>
          </p:nvSpPr>
          <p:spPr>
            <a:xfrm>
              <a:off x="548752" y="1182419"/>
              <a:ext cx="21006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작업일지 조회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D0931D6-D739-4589-BF92-8361B363A5A7}"/>
              </a:ext>
            </a:extLst>
          </p:cNvPr>
          <p:cNvSpPr/>
          <p:nvPr/>
        </p:nvSpPr>
        <p:spPr>
          <a:xfrm>
            <a:off x="778014" y="1678161"/>
            <a:ext cx="8353420" cy="21602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작업일지 조회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1" name="표 2">
            <a:extLst>
              <a:ext uri="{FF2B5EF4-FFF2-40B4-BE49-F238E27FC236}">
                <a16:creationId xmlns:a16="http://schemas.microsoft.com/office/drawing/2014/main" id="{B37556E4-6929-4F8B-A9FB-D8AF0C1D9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0369"/>
              </p:ext>
            </p:extLst>
          </p:nvPr>
        </p:nvGraphicFramePr>
        <p:xfrm>
          <a:off x="776290" y="1894183"/>
          <a:ext cx="8353424" cy="1186318"/>
        </p:xfrm>
        <a:graphic>
          <a:graphicData uri="http://schemas.openxmlformats.org/drawingml/2006/table">
            <a:tbl>
              <a:tblPr firstRow="1" bandRow="1"/>
              <a:tblGrid>
                <a:gridCol w="348060">
                  <a:extLst>
                    <a:ext uri="{9D8B030D-6E8A-4147-A177-3AD203B41FA5}">
                      <a16:colId xmlns:a16="http://schemas.microsoft.com/office/drawing/2014/main" val="63559188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798575667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38587912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403394091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27366685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35694760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3689728034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5492845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81245608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89562170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078275475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239702571"/>
                    </a:ext>
                  </a:extLst>
                </a:gridCol>
              </a:tblGrid>
              <a:tr h="18990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긴급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작업순서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프로그램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물품코드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칼라정보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작업지시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수량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(EA)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작업현황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251893"/>
                  </a:ext>
                </a:extLst>
              </a:tr>
              <a:tr h="189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439142"/>
                  </a:ext>
                </a:extLst>
              </a:tr>
              <a:tr h="37979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AAA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A-100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812840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772879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ACB8B211-22A2-4252-B85A-AC7A0FC32717}"/>
              </a:ext>
            </a:extLst>
          </p:cNvPr>
          <p:cNvSpPr/>
          <p:nvPr/>
        </p:nvSpPr>
        <p:spPr>
          <a:xfrm>
            <a:off x="8549052" y="2841027"/>
            <a:ext cx="479487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등록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A5F9EAA-18E5-4592-9208-1FD4BAB7C30E}"/>
              </a:ext>
            </a:extLst>
          </p:cNvPr>
          <p:cNvSpPr/>
          <p:nvPr/>
        </p:nvSpPr>
        <p:spPr>
          <a:xfrm>
            <a:off x="8455468" y="1385839"/>
            <a:ext cx="666656" cy="195227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긴급작업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6D02ADC-CC92-49D0-8543-F13E89425412}"/>
              </a:ext>
            </a:extLst>
          </p:cNvPr>
          <p:cNvSpPr/>
          <p:nvPr/>
        </p:nvSpPr>
        <p:spPr>
          <a:xfrm>
            <a:off x="7791201" y="2423338"/>
            <a:ext cx="577268" cy="16588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</a:t>
            </a:r>
            <a:r>
              <a:rPr lang="ko-KR" altLang="en-US" sz="700" b="1" kern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대기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158E22-D698-4B14-9F49-89B6050F96C7}"/>
              </a:ext>
            </a:extLst>
          </p:cNvPr>
          <p:cNvSpPr/>
          <p:nvPr/>
        </p:nvSpPr>
        <p:spPr>
          <a:xfrm>
            <a:off x="8464778" y="5674546"/>
            <a:ext cx="666656" cy="195227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작업진행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044BBE-4D6C-42F3-ADE7-D6C25A6F2CB8}"/>
              </a:ext>
            </a:extLst>
          </p:cNvPr>
          <p:cNvSpPr/>
          <p:nvPr/>
        </p:nvSpPr>
        <p:spPr>
          <a:xfrm>
            <a:off x="8464778" y="2449961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수정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4CE45F-3260-4809-A628-0A62CA91219F}"/>
              </a:ext>
            </a:extLst>
          </p:cNvPr>
          <p:cNvSpPr/>
          <p:nvPr/>
        </p:nvSpPr>
        <p:spPr>
          <a:xfrm>
            <a:off x="9032230" y="2449961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삭제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5" name="설명선: 선 34">
            <a:extLst>
              <a:ext uri="{FF2B5EF4-FFF2-40B4-BE49-F238E27FC236}">
                <a16:creationId xmlns:a16="http://schemas.microsoft.com/office/drawing/2014/main" id="{FCCE334D-B59C-4722-8BBD-2D20483EE47F}"/>
              </a:ext>
            </a:extLst>
          </p:cNvPr>
          <p:cNvSpPr/>
          <p:nvPr/>
        </p:nvSpPr>
        <p:spPr>
          <a:xfrm>
            <a:off x="6119969" y="1337804"/>
            <a:ext cx="1959866" cy="507832"/>
          </a:xfrm>
          <a:prstGeom prst="borderCallout1">
            <a:avLst>
              <a:gd name="adj1" fmla="val 107954"/>
              <a:gd name="adj2" fmla="val 75135"/>
              <a:gd name="adj3" fmla="val 140022"/>
              <a:gd name="adj4" fmla="val 87991"/>
            </a:avLst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작업현황 상태값이</a:t>
            </a:r>
            <a:endParaRPr kumimoji="0" lang="en-US" altLang="ko-KR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“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작업중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”, “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작업완료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＂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 경우 수정 및 삭제 불가</a:t>
            </a:r>
          </a:p>
        </p:txBody>
      </p:sp>
    </p:spTree>
    <p:extLst>
      <p:ext uri="{BB962C8B-B14F-4D97-AF65-F5344CB8AC3E}">
        <p14:creationId xmlns:p14="http://schemas.microsoft.com/office/powerpoint/2010/main" val="166660163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3221909" cy="377796"/>
              <a:chOff x="791279" y="377417"/>
              <a:chExt cx="3221909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984488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05. PC Control System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4080300" y="583043"/>
              <a:ext cx="5863043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05</a:t>
            </a:r>
          </a:p>
        </p:txBody>
      </p:sp>
      <p:sp>
        <p:nvSpPr>
          <p:cNvPr id="74" name="텍스트 개체 틀 1">
            <a:extLst>
              <a:ext uri="{FF2B5EF4-FFF2-40B4-BE49-F238E27FC236}">
                <a16:creationId xmlns:a16="http://schemas.microsoft.com/office/drawing/2014/main" id="{2C69F5B8-A444-4478-AA12-5CFE565414CE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>
                <a:solidFill>
                  <a:schemeClr val="tx1"/>
                </a:solidFill>
              </a:rPr>
              <a:t>작업일지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1CEDB5-2227-49C7-8EB7-8BDD6C274E9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34A96C5-FB4F-462F-9B7A-5EF50C8EB9C0}"/>
              </a:ext>
            </a:extLst>
          </p:cNvPr>
          <p:cNvGrpSpPr/>
          <p:nvPr/>
        </p:nvGrpSpPr>
        <p:grpSpPr>
          <a:xfrm>
            <a:off x="776289" y="1089025"/>
            <a:ext cx="8345836" cy="261610"/>
            <a:chOff x="548752" y="1182419"/>
            <a:chExt cx="8821893" cy="2616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DB937CC-235F-406F-9ECF-E0F36B687208}"/>
                </a:ext>
              </a:extLst>
            </p:cNvPr>
            <p:cNvSpPr/>
            <p:nvPr/>
          </p:nvSpPr>
          <p:spPr>
            <a:xfrm>
              <a:off x="548752" y="1198304"/>
              <a:ext cx="8821893" cy="230018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0A8087E-BB27-4E8B-B55E-E443409A3D4B}"/>
                </a:ext>
              </a:extLst>
            </p:cNvPr>
            <p:cNvSpPr txBox="1"/>
            <p:nvPr/>
          </p:nvSpPr>
          <p:spPr>
            <a:xfrm>
              <a:off x="548752" y="1182419"/>
              <a:ext cx="21006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작업일지 조회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D0931D6-D739-4589-BF92-8361B363A5A7}"/>
              </a:ext>
            </a:extLst>
          </p:cNvPr>
          <p:cNvSpPr/>
          <p:nvPr/>
        </p:nvSpPr>
        <p:spPr>
          <a:xfrm>
            <a:off x="778014" y="1678161"/>
            <a:ext cx="8353420" cy="21602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작업일지 조회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1" name="표 2">
            <a:extLst>
              <a:ext uri="{FF2B5EF4-FFF2-40B4-BE49-F238E27FC236}">
                <a16:creationId xmlns:a16="http://schemas.microsoft.com/office/drawing/2014/main" id="{B37556E4-6929-4F8B-A9FB-D8AF0C1D91B4}"/>
              </a:ext>
            </a:extLst>
          </p:cNvPr>
          <p:cNvGraphicFramePr>
            <a:graphicFrameLocks noGrp="1"/>
          </p:cNvGraphicFramePr>
          <p:nvPr/>
        </p:nvGraphicFramePr>
        <p:xfrm>
          <a:off x="776290" y="1894183"/>
          <a:ext cx="8353424" cy="1186318"/>
        </p:xfrm>
        <a:graphic>
          <a:graphicData uri="http://schemas.openxmlformats.org/drawingml/2006/table">
            <a:tbl>
              <a:tblPr firstRow="1" bandRow="1"/>
              <a:tblGrid>
                <a:gridCol w="348060">
                  <a:extLst>
                    <a:ext uri="{9D8B030D-6E8A-4147-A177-3AD203B41FA5}">
                      <a16:colId xmlns:a16="http://schemas.microsoft.com/office/drawing/2014/main" val="63559188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798575667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38587912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403394091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27366685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35694760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3689728034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5492845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81245608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89562170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078275475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239702571"/>
                    </a:ext>
                  </a:extLst>
                </a:gridCol>
              </a:tblGrid>
              <a:tr h="18990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긴급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작업순서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프로그램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물품코드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칼라정보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작업지시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수량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(EA)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작업현황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251893"/>
                  </a:ext>
                </a:extLst>
              </a:tr>
              <a:tr h="189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439142"/>
                  </a:ext>
                </a:extLst>
              </a:tr>
              <a:tr h="37979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AAA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A-100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812840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772879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ACB8B211-22A2-4252-B85A-AC7A0FC32717}"/>
              </a:ext>
            </a:extLst>
          </p:cNvPr>
          <p:cNvSpPr/>
          <p:nvPr/>
        </p:nvSpPr>
        <p:spPr>
          <a:xfrm>
            <a:off x="8549052" y="2841027"/>
            <a:ext cx="479487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등록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A5F9EAA-18E5-4592-9208-1FD4BAB7C30E}"/>
              </a:ext>
            </a:extLst>
          </p:cNvPr>
          <p:cNvSpPr/>
          <p:nvPr/>
        </p:nvSpPr>
        <p:spPr>
          <a:xfrm>
            <a:off x="8455468" y="1385839"/>
            <a:ext cx="666656" cy="195227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긴급작업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6D02ADC-CC92-49D0-8543-F13E89425412}"/>
              </a:ext>
            </a:extLst>
          </p:cNvPr>
          <p:cNvSpPr/>
          <p:nvPr/>
        </p:nvSpPr>
        <p:spPr>
          <a:xfrm>
            <a:off x="7791201" y="2423338"/>
            <a:ext cx="577268" cy="16588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</a:t>
            </a:r>
            <a:r>
              <a:rPr lang="ko-KR" altLang="en-US" sz="700" b="1" kern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대기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158E22-D698-4B14-9F49-89B6050F96C7}"/>
              </a:ext>
            </a:extLst>
          </p:cNvPr>
          <p:cNvSpPr/>
          <p:nvPr/>
        </p:nvSpPr>
        <p:spPr>
          <a:xfrm>
            <a:off x="8464778" y="5674546"/>
            <a:ext cx="666656" cy="195227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작업진행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044BBE-4D6C-42F3-ADE7-D6C25A6F2CB8}"/>
              </a:ext>
            </a:extLst>
          </p:cNvPr>
          <p:cNvSpPr/>
          <p:nvPr/>
        </p:nvSpPr>
        <p:spPr>
          <a:xfrm>
            <a:off x="8464778" y="2449961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수정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4CE45F-3260-4809-A628-0A62CA91219F}"/>
              </a:ext>
            </a:extLst>
          </p:cNvPr>
          <p:cNvSpPr/>
          <p:nvPr/>
        </p:nvSpPr>
        <p:spPr>
          <a:xfrm>
            <a:off x="9032230" y="2449961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삭제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5" name="설명선: 선 34">
            <a:extLst>
              <a:ext uri="{FF2B5EF4-FFF2-40B4-BE49-F238E27FC236}">
                <a16:creationId xmlns:a16="http://schemas.microsoft.com/office/drawing/2014/main" id="{FCCE334D-B59C-4722-8BBD-2D20483EE47F}"/>
              </a:ext>
            </a:extLst>
          </p:cNvPr>
          <p:cNvSpPr/>
          <p:nvPr/>
        </p:nvSpPr>
        <p:spPr>
          <a:xfrm>
            <a:off x="6119969" y="1337804"/>
            <a:ext cx="1959866" cy="507832"/>
          </a:xfrm>
          <a:prstGeom prst="borderCallout1">
            <a:avLst>
              <a:gd name="adj1" fmla="val 107954"/>
              <a:gd name="adj2" fmla="val 75135"/>
              <a:gd name="adj3" fmla="val 140022"/>
              <a:gd name="adj4" fmla="val 87991"/>
            </a:avLst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작업현황 상태값이</a:t>
            </a:r>
            <a:endParaRPr kumimoji="0" lang="en-US" altLang="ko-KR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“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작업중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”, “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작업완료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＂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 경우 수정 및 삭제 불가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A023491-F894-49AB-9BBB-5C7F74F26F1D}"/>
              </a:ext>
            </a:extLst>
          </p:cNvPr>
          <p:cNvSpPr/>
          <p:nvPr/>
        </p:nvSpPr>
        <p:spPr>
          <a:xfrm>
            <a:off x="2444769" y="2085598"/>
            <a:ext cx="5340214" cy="376599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5A9AE20-246D-415F-AE96-9D225B052057}"/>
              </a:ext>
            </a:extLst>
          </p:cNvPr>
          <p:cNvSpPr/>
          <p:nvPr/>
        </p:nvSpPr>
        <p:spPr>
          <a:xfrm>
            <a:off x="2444769" y="2085598"/>
            <a:ext cx="5340212" cy="260059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AB21605-26FE-48BB-996E-56E98DC31481}"/>
              </a:ext>
            </a:extLst>
          </p:cNvPr>
          <p:cNvSpPr/>
          <p:nvPr/>
        </p:nvSpPr>
        <p:spPr>
          <a:xfrm>
            <a:off x="7050073" y="5530530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ko-KR" altLang="en-US" sz="700" kern="0" dirty="0">
                <a:solidFill>
                  <a:prstClr val="black"/>
                </a:solidFill>
                <a:latin typeface="맑은 고딕"/>
              </a:rPr>
              <a:t>취소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520D2A1-1187-4EEB-9E3B-A1A6507A6402}"/>
              </a:ext>
            </a:extLst>
          </p:cNvPr>
          <p:cNvSpPr/>
          <p:nvPr/>
        </p:nvSpPr>
        <p:spPr>
          <a:xfrm>
            <a:off x="7497147" y="2143924"/>
            <a:ext cx="191890" cy="182298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35E756-43C5-4DF1-82C1-F8F80F0FD309}"/>
              </a:ext>
            </a:extLst>
          </p:cNvPr>
          <p:cNvSpPr txBox="1"/>
          <p:nvPr/>
        </p:nvSpPr>
        <p:spPr>
          <a:xfrm>
            <a:off x="2444769" y="2094079"/>
            <a:ext cx="17896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>
                <a:solidFill>
                  <a:prstClr val="black"/>
                </a:solidFill>
                <a:latin typeface="맑은 고딕" panose="020F0502020204030204"/>
              </a:rPr>
              <a:t>▶ 작업일지 등록</a:t>
            </a:r>
          </a:p>
        </p:txBody>
      </p:sp>
      <p:graphicFrame>
        <p:nvGraphicFramePr>
          <p:cNvPr id="37" name="표 22">
            <a:extLst>
              <a:ext uri="{FF2B5EF4-FFF2-40B4-BE49-F238E27FC236}">
                <a16:creationId xmlns:a16="http://schemas.microsoft.com/office/drawing/2014/main" id="{84D70682-22ED-4F72-8277-8EF90B301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801990"/>
              </p:ext>
            </p:extLst>
          </p:nvPr>
        </p:nvGraphicFramePr>
        <p:xfrm>
          <a:off x="3037199" y="2756036"/>
          <a:ext cx="4049556" cy="741680"/>
        </p:xfrm>
        <a:graphic>
          <a:graphicData uri="http://schemas.openxmlformats.org/drawingml/2006/table">
            <a:tbl>
              <a:tblPr firstRow="1" bandRow="1"/>
              <a:tblGrid>
                <a:gridCol w="1012389">
                  <a:extLst>
                    <a:ext uri="{9D8B030D-6E8A-4147-A177-3AD203B41FA5}">
                      <a16:colId xmlns:a16="http://schemas.microsoft.com/office/drawing/2014/main" val="3073840259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627695551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491746552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142903902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/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/>
                        <a:t>제품코드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/>
                        <a:t>프로그램번호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/>
                        <a:t>작업수량</a:t>
                      </a:r>
                      <a:r>
                        <a:rPr lang="en-US" altLang="ko-KR" sz="1000" b="1"/>
                        <a:t>(EA)</a:t>
                      </a:r>
                      <a:endParaRPr lang="ko-KR" altLang="en-US" sz="1000" b="1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0718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/>
                        <a:t>A-100</a:t>
                      </a:r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/>
                        <a:t>10</a:t>
                      </a:r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633529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474B541C-1DBD-43F8-8010-F81C5FA9A1C7}"/>
              </a:ext>
            </a:extLst>
          </p:cNvPr>
          <p:cNvSpPr/>
          <p:nvPr/>
        </p:nvSpPr>
        <p:spPr>
          <a:xfrm>
            <a:off x="6255144" y="3196114"/>
            <a:ext cx="747231" cy="18140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100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10DD51D-BA9A-48A6-BD33-3D2D6645BBFC}"/>
              </a:ext>
            </a:extLst>
          </p:cNvPr>
          <p:cNvGrpSpPr/>
          <p:nvPr/>
        </p:nvGrpSpPr>
        <p:grpSpPr>
          <a:xfrm>
            <a:off x="3072225" y="3208956"/>
            <a:ext cx="904149" cy="181403"/>
            <a:chOff x="2131697" y="2987997"/>
            <a:chExt cx="904149" cy="181403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6954B7F-733C-43CC-9BBE-44F7AD8C9EDC}"/>
                </a:ext>
              </a:extLst>
            </p:cNvPr>
            <p:cNvSpPr/>
            <p:nvPr/>
          </p:nvSpPr>
          <p:spPr>
            <a:xfrm>
              <a:off x="2131697" y="2987997"/>
              <a:ext cx="904149" cy="18140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AAA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순서도: 병합 40">
              <a:extLst>
                <a:ext uri="{FF2B5EF4-FFF2-40B4-BE49-F238E27FC236}">
                  <a16:creationId xmlns:a16="http://schemas.microsoft.com/office/drawing/2014/main" id="{BDCE5EE8-2F73-4392-9F28-BFAF7E18A9F4}"/>
                </a:ext>
              </a:extLst>
            </p:cNvPr>
            <p:cNvSpPr/>
            <p:nvPr/>
          </p:nvSpPr>
          <p:spPr>
            <a:xfrm>
              <a:off x="2897488" y="3057558"/>
              <a:ext cx="132036" cy="68787"/>
            </a:xfrm>
            <a:prstGeom prst="flowChartMerge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704D016C-BA7C-4203-9E86-593326C1EE7C}"/>
              </a:ext>
            </a:extLst>
          </p:cNvPr>
          <p:cNvSpPr txBox="1"/>
          <p:nvPr/>
        </p:nvSpPr>
        <p:spPr>
          <a:xfrm>
            <a:off x="2877695" y="2485547"/>
            <a:ext cx="17896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>
                <a:solidFill>
                  <a:prstClr val="black"/>
                </a:solidFill>
                <a:latin typeface="맑은 고딕" panose="020F0502020204030204"/>
              </a:rPr>
              <a:t>▶ 작업정보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B88629-97F8-42A7-AD07-5A18B495F5CA}"/>
              </a:ext>
            </a:extLst>
          </p:cNvPr>
          <p:cNvSpPr txBox="1"/>
          <p:nvPr/>
        </p:nvSpPr>
        <p:spPr>
          <a:xfrm>
            <a:off x="2904156" y="3668806"/>
            <a:ext cx="17896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>
                <a:solidFill>
                  <a:prstClr val="black"/>
                </a:solidFill>
                <a:latin typeface="맑은 고딕" panose="020F0502020204030204"/>
              </a:rPr>
              <a:t>▶ 부스별 칼라정보</a:t>
            </a:r>
          </a:p>
        </p:txBody>
      </p:sp>
      <p:graphicFrame>
        <p:nvGraphicFramePr>
          <p:cNvPr id="44" name="표 22">
            <a:extLst>
              <a:ext uri="{FF2B5EF4-FFF2-40B4-BE49-F238E27FC236}">
                <a16:creationId xmlns:a16="http://schemas.microsoft.com/office/drawing/2014/main" id="{9F6B76D1-7A04-430B-BBD4-B104E2003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514370"/>
              </p:ext>
            </p:extLst>
          </p:nvPr>
        </p:nvGraphicFramePr>
        <p:xfrm>
          <a:off x="3026216" y="3989963"/>
          <a:ext cx="4049556" cy="741680"/>
        </p:xfrm>
        <a:graphic>
          <a:graphicData uri="http://schemas.openxmlformats.org/drawingml/2006/table">
            <a:tbl>
              <a:tblPr firstRow="1" bandRow="1"/>
              <a:tblGrid>
                <a:gridCol w="1012389">
                  <a:extLst>
                    <a:ext uri="{9D8B030D-6E8A-4147-A177-3AD203B41FA5}">
                      <a16:colId xmlns:a16="http://schemas.microsoft.com/office/drawing/2014/main" val="3073840259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627695551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491746552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334337784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/>
                        <a:t>1</a:t>
                      </a:r>
                      <a:r>
                        <a:rPr lang="ko-KR" altLang="en-US" sz="1000" b="1"/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/>
                        <a:t>2</a:t>
                      </a:r>
                      <a:r>
                        <a:rPr lang="ko-KR" altLang="en-US" sz="1000" b="1"/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/>
                        <a:t>3</a:t>
                      </a:r>
                      <a:r>
                        <a:rPr lang="ko-KR" altLang="en-US" sz="1000" b="1"/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/>
                        <a:t>4</a:t>
                      </a:r>
                      <a:r>
                        <a:rPr lang="ko-KR" altLang="en-US" sz="1000" b="1"/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0718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633529"/>
                  </a:ext>
                </a:extLst>
              </a:tr>
            </a:tbl>
          </a:graphicData>
        </a:graphic>
      </p:graphicFrame>
      <p:grpSp>
        <p:nvGrpSpPr>
          <p:cNvPr id="45" name="그룹 44">
            <a:extLst>
              <a:ext uri="{FF2B5EF4-FFF2-40B4-BE49-F238E27FC236}">
                <a16:creationId xmlns:a16="http://schemas.microsoft.com/office/drawing/2014/main" id="{C5A08BDE-07C3-4596-AC5F-1AD0AAF7EBDE}"/>
              </a:ext>
            </a:extLst>
          </p:cNvPr>
          <p:cNvGrpSpPr/>
          <p:nvPr/>
        </p:nvGrpSpPr>
        <p:grpSpPr>
          <a:xfrm>
            <a:off x="3073725" y="4458136"/>
            <a:ext cx="904149" cy="181403"/>
            <a:chOff x="3941390" y="3123636"/>
            <a:chExt cx="904149" cy="181403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8471963B-AB5C-4037-A423-757A2753DDE1}"/>
                </a:ext>
              </a:extLst>
            </p:cNvPr>
            <p:cNvSpPr/>
            <p:nvPr/>
          </p:nvSpPr>
          <p:spPr>
            <a:xfrm>
              <a:off x="3941390" y="3123636"/>
              <a:ext cx="904149" cy="18140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BG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" name="순서도: 병합 46">
              <a:extLst>
                <a:ext uri="{FF2B5EF4-FFF2-40B4-BE49-F238E27FC236}">
                  <a16:creationId xmlns:a16="http://schemas.microsoft.com/office/drawing/2014/main" id="{A92B0FA6-17FB-45AA-9D79-9F87E614FD13}"/>
                </a:ext>
              </a:extLst>
            </p:cNvPr>
            <p:cNvSpPr/>
            <p:nvPr/>
          </p:nvSpPr>
          <p:spPr>
            <a:xfrm>
              <a:off x="4629238" y="3193196"/>
              <a:ext cx="132036" cy="68787"/>
            </a:xfrm>
            <a:prstGeom prst="flowChartMerge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64694B4-A2F8-4582-AFFD-FF0B496B7FA2}"/>
              </a:ext>
            </a:extLst>
          </p:cNvPr>
          <p:cNvGrpSpPr/>
          <p:nvPr/>
        </p:nvGrpSpPr>
        <p:grpSpPr>
          <a:xfrm>
            <a:off x="4095169" y="4474791"/>
            <a:ext cx="904149" cy="181403"/>
            <a:chOff x="3941390" y="3123636"/>
            <a:chExt cx="904149" cy="181403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CAED4F61-8E3A-4013-9C7A-108444E0BD5A}"/>
                </a:ext>
              </a:extLst>
            </p:cNvPr>
            <p:cNvSpPr/>
            <p:nvPr/>
          </p:nvSpPr>
          <p:spPr>
            <a:xfrm>
              <a:off x="3941390" y="3123636"/>
              <a:ext cx="904149" cy="18140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BG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0" name="순서도: 병합 49">
              <a:extLst>
                <a:ext uri="{FF2B5EF4-FFF2-40B4-BE49-F238E27FC236}">
                  <a16:creationId xmlns:a16="http://schemas.microsoft.com/office/drawing/2014/main" id="{A956A709-9836-48C1-9B70-CEE559137307}"/>
                </a:ext>
              </a:extLst>
            </p:cNvPr>
            <p:cNvSpPr/>
            <p:nvPr/>
          </p:nvSpPr>
          <p:spPr>
            <a:xfrm>
              <a:off x="4629238" y="3193196"/>
              <a:ext cx="132036" cy="68787"/>
            </a:xfrm>
            <a:prstGeom prst="flowChartMerge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770D03C-8382-4847-8A53-4FB154ED6BD7}"/>
              </a:ext>
            </a:extLst>
          </p:cNvPr>
          <p:cNvGrpSpPr/>
          <p:nvPr/>
        </p:nvGrpSpPr>
        <p:grpSpPr>
          <a:xfrm>
            <a:off x="5125341" y="4474791"/>
            <a:ext cx="904149" cy="181403"/>
            <a:chOff x="3941390" y="3123636"/>
            <a:chExt cx="904149" cy="181403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AEDB312-D208-446E-B519-7CA1B39F374C}"/>
                </a:ext>
              </a:extLst>
            </p:cNvPr>
            <p:cNvSpPr/>
            <p:nvPr/>
          </p:nvSpPr>
          <p:spPr>
            <a:xfrm>
              <a:off x="3941390" y="3123636"/>
              <a:ext cx="904149" cy="18140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BG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순서도: 병합 52">
              <a:extLst>
                <a:ext uri="{FF2B5EF4-FFF2-40B4-BE49-F238E27FC236}">
                  <a16:creationId xmlns:a16="http://schemas.microsoft.com/office/drawing/2014/main" id="{C3275384-9676-4E6D-B3A7-CADA9CD3C1CB}"/>
                </a:ext>
              </a:extLst>
            </p:cNvPr>
            <p:cNvSpPr/>
            <p:nvPr/>
          </p:nvSpPr>
          <p:spPr>
            <a:xfrm>
              <a:off x="4629238" y="3193196"/>
              <a:ext cx="132036" cy="68787"/>
            </a:xfrm>
            <a:prstGeom prst="flowChartMerge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788D4886-1D7E-49CC-8FEC-CD2F938F6267}"/>
              </a:ext>
            </a:extLst>
          </p:cNvPr>
          <p:cNvGrpSpPr/>
          <p:nvPr/>
        </p:nvGrpSpPr>
        <p:grpSpPr>
          <a:xfrm>
            <a:off x="6098226" y="4478814"/>
            <a:ext cx="904149" cy="181403"/>
            <a:chOff x="3941390" y="3123636"/>
            <a:chExt cx="904149" cy="181403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E0D9D6E-1E03-4572-9FB2-5D010ACF256D}"/>
                </a:ext>
              </a:extLst>
            </p:cNvPr>
            <p:cNvSpPr/>
            <p:nvPr/>
          </p:nvSpPr>
          <p:spPr>
            <a:xfrm>
              <a:off x="3941390" y="3123636"/>
              <a:ext cx="904149" cy="18140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BG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" name="순서도: 병합 55">
              <a:extLst>
                <a:ext uri="{FF2B5EF4-FFF2-40B4-BE49-F238E27FC236}">
                  <a16:creationId xmlns:a16="http://schemas.microsoft.com/office/drawing/2014/main" id="{8140D330-BE7F-4C89-9348-967A215592C4}"/>
                </a:ext>
              </a:extLst>
            </p:cNvPr>
            <p:cNvSpPr/>
            <p:nvPr/>
          </p:nvSpPr>
          <p:spPr>
            <a:xfrm>
              <a:off x="4629238" y="3193196"/>
              <a:ext cx="132036" cy="68787"/>
            </a:xfrm>
            <a:prstGeom prst="flowChartMerge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29F1EA0-84A5-48CE-B789-077CF1887F12}"/>
              </a:ext>
            </a:extLst>
          </p:cNvPr>
          <p:cNvSpPr/>
          <p:nvPr/>
        </p:nvSpPr>
        <p:spPr>
          <a:xfrm>
            <a:off x="6331321" y="5528535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삭제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BF56BDF-D133-4CEC-A789-925FAE768D55}"/>
              </a:ext>
            </a:extLst>
          </p:cNvPr>
          <p:cNvSpPr/>
          <p:nvPr/>
        </p:nvSpPr>
        <p:spPr>
          <a:xfrm>
            <a:off x="5645418" y="5528535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수정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화살표: 굽음 58">
            <a:extLst>
              <a:ext uri="{FF2B5EF4-FFF2-40B4-BE49-F238E27FC236}">
                <a16:creationId xmlns:a16="http://schemas.microsoft.com/office/drawing/2014/main" id="{A2BC3663-456C-447B-886C-AF6FAC73ED45}"/>
              </a:ext>
            </a:extLst>
          </p:cNvPr>
          <p:cNvSpPr/>
          <p:nvPr/>
        </p:nvSpPr>
        <p:spPr>
          <a:xfrm rot="12227238">
            <a:off x="7979175" y="2471541"/>
            <a:ext cx="527878" cy="596542"/>
          </a:xfrm>
          <a:prstGeom prst="bentArrow">
            <a:avLst>
              <a:gd name="adj1" fmla="val 12218"/>
              <a:gd name="adj2" fmla="val 14832"/>
              <a:gd name="adj3" fmla="val 25000"/>
              <a:gd name="adj4" fmla="val 43750"/>
            </a:avLst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762944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3221909" cy="377796"/>
              <a:chOff x="791279" y="377417"/>
              <a:chExt cx="3221909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984488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05. PC Control System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4080300" y="583043"/>
              <a:ext cx="5863043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05</a:t>
            </a:r>
          </a:p>
        </p:txBody>
      </p:sp>
      <p:sp>
        <p:nvSpPr>
          <p:cNvPr id="74" name="텍스트 개체 틀 1">
            <a:extLst>
              <a:ext uri="{FF2B5EF4-FFF2-40B4-BE49-F238E27FC236}">
                <a16:creationId xmlns:a16="http://schemas.microsoft.com/office/drawing/2014/main" id="{2C69F5B8-A444-4478-AA12-5CFE565414CE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>
                <a:solidFill>
                  <a:schemeClr val="tx1"/>
                </a:solidFill>
              </a:rPr>
              <a:t>작업일지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1CEDB5-2227-49C7-8EB7-8BDD6C274E9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34A96C5-FB4F-462F-9B7A-5EF50C8EB9C0}"/>
              </a:ext>
            </a:extLst>
          </p:cNvPr>
          <p:cNvGrpSpPr/>
          <p:nvPr/>
        </p:nvGrpSpPr>
        <p:grpSpPr>
          <a:xfrm>
            <a:off x="776289" y="1089025"/>
            <a:ext cx="8345836" cy="261610"/>
            <a:chOff x="548752" y="1182419"/>
            <a:chExt cx="8821893" cy="2616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DB937CC-235F-406F-9ECF-E0F36B687208}"/>
                </a:ext>
              </a:extLst>
            </p:cNvPr>
            <p:cNvSpPr/>
            <p:nvPr/>
          </p:nvSpPr>
          <p:spPr>
            <a:xfrm>
              <a:off x="548752" y="1198304"/>
              <a:ext cx="8821893" cy="230018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0A8087E-BB27-4E8B-B55E-E443409A3D4B}"/>
                </a:ext>
              </a:extLst>
            </p:cNvPr>
            <p:cNvSpPr txBox="1"/>
            <p:nvPr/>
          </p:nvSpPr>
          <p:spPr>
            <a:xfrm>
              <a:off x="548752" y="1182419"/>
              <a:ext cx="21006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작업일지 조회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D0931D6-D739-4589-BF92-8361B363A5A7}"/>
              </a:ext>
            </a:extLst>
          </p:cNvPr>
          <p:cNvSpPr/>
          <p:nvPr/>
        </p:nvSpPr>
        <p:spPr>
          <a:xfrm>
            <a:off x="778014" y="1678161"/>
            <a:ext cx="8353420" cy="21602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작업일지 조회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1" name="표 2">
            <a:extLst>
              <a:ext uri="{FF2B5EF4-FFF2-40B4-BE49-F238E27FC236}">
                <a16:creationId xmlns:a16="http://schemas.microsoft.com/office/drawing/2014/main" id="{B37556E4-6929-4F8B-A9FB-D8AF0C1D9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294183"/>
              </p:ext>
            </p:extLst>
          </p:nvPr>
        </p:nvGraphicFramePr>
        <p:xfrm>
          <a:off x="776290" y="1894183"/>
          <a:ext cx="8353424" cy="1945916"/>
        </p:xfrm>
        <a:graphic>
          <a:graphicData uri="http://schemas.openxmlformats.org/drawingml/2006/table">
            <a:tbl>
              <a:tblPr firstRow="1" bandRow="1"/>
              <a:tblGrid>
                <a:gridCol w="348060">
                  <a:extLst>
                    <a:ext uri="{9D8B030D-6E8A-4147-A177-3AD203B41FA5}">
                      <a16:colId xmlns:a16="http://schemas.microsoft.com/office/drawing/2014/main" val="63559188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798575667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38587912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403394091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27366685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35694760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3689728034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5492845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81245608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89562170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078275475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239702571"/>
                    </a:ext>
                  </a:extLst>
                </a:gridCol>
              </a:tblGrid>
              <a:tr h="18990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긴급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작업순서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프로그램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물품코드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칼라정보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작업지시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수량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(EA)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작업현황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251893"/>
                  </a:ext>
                </a:extLst>
              </a:tr>
              <a:tr h="189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439142"/>
                  </a:ext>
                </a:extLst>
              </a:tr>
              <a:tr h="37979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AAA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A-100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812840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BBB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772879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30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CCC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C-100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652720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367869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ACB8B211-22A2-4252-B85A-AC7A0FC32717}"/>
              </a:ext>
            </a:extLst>
          </p:cNvPr>
          <p:cNvSpPr/>
          <p:nvPr/>
        </p:nvSpPr>
        <p:spPr>
          <a:xfrm>
            <a:off x="8558362" y="3546147"/>
            <a:ext cx="479487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등록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A5F9EAA-18E5-4592-9208-1FD4BAB7C30E}"/>
              </a:ext>
            </a:extLst>
          </p:cNvPr>
          <p:cNvSpPr/>
          <p:nvPr/>
        </p:nvSpPr>
        <p:spPr>
          <a:xfrm>
            <a:off x="8455468" y="1385839"/>
            <a:ext cx="666656" cy="195227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긴급작업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6D02ADC-CC92-49D0-8543-F13E89425412}"/>
              </a:ext>
            </a:extLst>
          </p:cNvPr>
          <p:cNvSpPr/>
          <p:nvPr/>
        </p:nvSpPr>
        <p:spPr>
          <a:xfrm>
            <a:off x="7791201" y="3180179"/>
            <a:ext cx="577268" cy="16588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</a:t>
            </a:r>
            <a:r>
              <a:rPr lang="ko-KR" altLang="en-US" sz="700" b="1" kern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대기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158E22-D698-4B14-9F49-89B6050F96C7}"/>
              </a:ext>
            </a:extLst>
          </p:cNvPr>
          <p:cNvSpPr/>
          <p:nvPr/>
        </p:nvSpPr>
        <p:spPr>
          <a:xfrm>
            <a:off x="8464778" y="5674546"/>
            <a:ext cx="666656" cy="195227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작업진행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044BBE-4D6C-42F3-ADE7-D6C25A6F2CB8}"/>
              </a:ext>
            </a:extLst>
          </p:cNvPr>
          <p:cNvSpPr/>
          <p:nvPr/>
        </p:nvSpPr>
        <p:spPr>
          <a:xfrm>
            <a:off x="8495173" y="3200319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수정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4CE45F-3260-4809-A628-0A62CA91219F}"/>
              </a:ext>
            </a:extLst>
          </p:cNvPr>
          <p:cNvSpPr/>
          <p:nvPr/>
        </p:nvSpPr>
        <p:spPr>
          <a:xfrm>
            <a:off x="9062625" y="3200319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삭제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5" name="설명선: 선 34">
            <a:extLst>
              <a:ext uri="{FF2B5EF4-FFF2-40B4-BE49-F238E27FC236}">
                <a16:creationId xmlns:a16="http://schemas.microsoft.com/office/drawing/2014/main" id="{FCCE334D-B59C-4722-8BBD-2D20483EE47F}"/>
              </a:ext>
            </a:extLst>
          </p:cNvPr>
          <p:cNvSpPr/>
          <p:nvPr/>
        </p:nvSpPr>
        <p:spPr>
          <a:xfrm>
            <a:off x="7171568" y="4206316"/>
            <a:ext cx="1959866" cy="507832"/>
          </a:xfrm>
          <a:prstGeom prst="borderCallout1">
            <a:avLst>
              <a:gd name="adj1" fmla="val -20896"/>
              <a:gd name="adj2" fmla="val 51593"/>
              <a:gd name="adj3" fmla="val -149064"/>
              <a:gd name="adj4" fmla="val 52892"/>
            </a:avLst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작업현황 상태값이</a:t>
            </a:r>
            <a:endParaRPr kumimoji="0" lang="en-US" altLang="ko-KR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“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작업중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”, “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작업완료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＂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 경우 수정 및 삭제 불가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D9A803-209F-4916-9B16-2B4D492F5EBB}"/>
              </a:ext>
            </a:extLst>
          </p:cNvPr>
          <p:cNvSpPr/>
          <p:nvPr/>
        </p:nvSpPr>
        <p:spPr>
          <a:xfrm>
            <a:off x="7791201" y="2792660"/>
            <a:ext cx="577268" cy="165882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작업중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F57E7E-64DA-447E-8D8E-7FDF38B32DBF}"/>
              </a:ext>
            </a:extLst>
          </p:cNvPr>
          <p:cNvSpPr/>
          <p:nvPr/>
        </p:nvSpPr>
        <p:spPr>
          <a:xfrm>
            <a:off x="7791201" y="2439946"/>
            <a:ext cx="577268" cy="16588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작업완료</a:t>
            </a:r>
          </a:p>
        </p:txBody>
      </p:sp>
    </p:spTree>
    <p:extLst>
      <p:ext uri="{BB962C8B-B14F-4D97-AF65-F5344CB8AC3E}">
        <p14:creationId xmlns:p14="http://schemas.microsoft.com/office/powerpoint/2010/main" val="3134431005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3221909" cy="377796"/>
              <a:chOff x="791279" y="377417"/>
              <a:chExt cx="3221909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984488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05. PC Control System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4080300" y="583043"/>
              <a:ext cx="5863043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05</a:t>
            </a:r>
          </a:p>
        </p:txBody>
      </p:sp>
      <p:sp>
        <p:nvSpPr>
          <p:cNvPr id="74" name="텍스트 개체 틀 1">
            <a:extLst>
              <a:ext uri="{FF2B5EF4-FFF2-40B4-BE49-F238E27FC236}">
                <a16:creationId xmlns:a16="http://schemas.microsoft.com/office/drawing/2014/main" id="{2C69F5B8-A444-4478-AA12-5CFE565414CE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>
                <a:solidFill>
                  <a:schemeClr val="tx1"/>
                </a:solidFill>
              </a:rPr>
              <a:t>작업일지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1CEDB5-2227-49C7-8EB7-8BDD6C274E9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34A96C5-FB4F-462F-9B7A-5EF50C8EB9C0}"/>
              </a:ext>
            </a:extLst>
          </p:cNvPr>
          <p:cNvGrpSpPr/>
          <p:nvPr/>
        </p:nvGrpSpPr>
        <p:grpSpPr>
          <a:xfrm>
            <a:off x="776289" y="1089025"/>
            <a:ext cx="8345836" cy="261610"/>
            <a:chOff x="548752" y="1182419"/>
            <a:chExt cx="8821893" cy="2616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DB937CC-235F-406F-9ECF-E0F36B687208}"/>
                </a:ext>
              </a:extLst>
            </p:cNvPr>
            <p:cNvSpPr/>
            <p:nvPr/>
          </p:nvSpPr>
          <p:spPr>
            <a:xfrm>
              <a:off x="548752" y="1198304"/>
              <a:ext cx="8821893" cy="230018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0A8087E-BB27-4E8B-B55E-E443409A3D4B}"/>
                </a:ext>
              </a:extLst>
            </p:cNvPr>
            <p:cNvSpPr txBox="1"/>
            <p:nvPr/>
          </p:nvSpPr>
          <p:spPr>
            <a:xfrm>
              <a:off x="548752" y="1182419"/>
              <a:ext cx="21006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작업일지 조회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D0931D6-D739-4589-BF92-8361B363A5A7}"/>
              </a:ext>
            </a:extLst>
          </p:cNvPr>
          <p:cNvSpPr/>
          <p:nvPr/>
        </p:nvSpPr>
        <p:spPr>
          <a:xfrm>
            <a:off x="778014" y="1678161"/>
            <a:ext cx="8353420" cy="21602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작업일지 조회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1" name="표 2">
            <a:extLst>
              <a:ext uri="{FF2B5EF4-FFF2-40B4-BE49-F238E27FC236}">
                <a16:creationId xmlns:a16="http://schemas.microsoft.com/office/drawing/2014/main" id="{B37556E4-6929-4F8B-A9FB-D8AF0C1D91B4}"/>
              </a:ext>
            </a:extLst>
          </p:cNvPr>
          <p:cNvGraphicFramePr>
            <a:graphicFrameLocks noGrp="1"/>
          </p:cNvGraphicFramePr>
          <p:nvPr/>
        </p:nvGraphicFramePr>
        <p:xfrm>
          <a:off x="776290" y="1894183"/>
          <a:ext cx="8353424" cy="1945916"/>
        </p:xfrm>
        <a:graphic>
          <a:graphicData uri="http://schemas.openxmlformats.org/drawingml/2006/table">
            <a:tbl>
              <a:tblPr firstRow="1" bandRow="1"/>
              <a:tblGrid>
                <a:gridCol w="348060">
                  <a:extLst>
                    <a:ext uri="{9D8B030D-6E8A-4147-A177-3AD203B41FA5}">
                      <a16:colId xmlns:a16="http://schemas.microsoft.com/office/drawing/2014/main" val="63559188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798575667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38587912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403394091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27366685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35694760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3689728034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5492845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81245608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89562170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078275475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239702571"/>
                    </a:ext>
                  </a:extLst>
                </a:gridCol>
              </a:tblGrid>
              <a:tr h="18990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긴급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작업순서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프로그램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물품코드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칼라정보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작업지시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수량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(EA)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작업현황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251893"/>
                  </a:ext>
                </a:extLst>
              </a:tr>
              <a:tr h="189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439142"/>
                  </a:ext>
                </a:extLst>
              </a:tr>
              <a:tr h="37979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AAA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A-100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812840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BBB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772879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30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CCC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C-100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652720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367869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ACB8B211-22A2-4252-B85A-AC7A0FC32717}"/>
              </a:ext>
            </a:extLst>
          </p:cNvPr>
          <p:cNvSpPr/>
          <p:nvPr/>
        </p:nvSpPr>
        <p:spPr>
          <a:xfrm>
            <a:off x="8558362" y="3546147"/>
            <a:ext cx="479487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등록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A5F9EAA-18E5-4592-9208-1FD4BAB7C30E}"/>
              </a:ext>
            </a:extLst>
          </p:cNvPr>
          <p:cNvSpPr/>
          <p:nvPr/>
        </p:nvSpPr>
        <p:spPr>
          <a:xfrm>
            <a:off x="8455468" y="1385839"/>
            <a:ext cx="666656" cy="195227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긴급작업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6D02ADC-CC92-49D0-8543-F13E89425412}"/>
              </a:ext>
            </a:extLst>
          </p:cNvPr>
          <p:cNvSpPr/>
          <p:nvPr/>
        </p:nvSpPr>
        <p:spPr>
          <a:xfrm>
            <a:off x="7791201" y="3180179"/>
            <a:ext cx="577268" cy="16588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</a:t>
            </a:r>
            <a:r>
              <a:rPr lang="ko-KR" altLang="en-US" sz="700" b="1" kern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대기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158E22-D698-4B14-9F49-89B6050F96C7}"/>
              </a:ext>
            </a:extLst>
          </p:cNvPr>
          <p:cNvSpPr/>
          <p:nvPr/>
        </p:nvSpPr>
        <p:spPr>
          <a:xfrm>
            <a:off x="8464778" y="5674546"/>
            <a:ext cx="666656" cy="195227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작업진행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044BBE-4D6C-42F3-ADE7-D6C25A6F2CB8}"/>
              </a:ext>
            </a:extLst>
          </p:cNvPr>
          <p:cNvSpPr/>
          <p:nvPr/>
        </p:nvSpPr>
        <p:spPr>
          <a:xfrm>
            <a:off x="8495173" y="3200319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수정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4CE45F-3260-4809-A628-0A62CA91219F}"/>
              </a:ext>
            </a:extLst>
          </p:cNvPr>
          <p:cNvSpPr/>
          <p:nvPr/>
        </p:nvSpPr>
        <p:spPr>
          <a:xfrm>
            <a:off x="9062625" y="3200319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삭제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D9A803-209F-4916-9B16-2B4D492F5EBB}"/>
              </a:ext>
            </a:extLst>
          </p:cNvPr>
          <p:cNvSpPr/>
          <p:nvPr/>
        </p:nvSpPr>
        <p:spPr>
          <a:xfrm>
            <a:off x="7791201" y="2792660"/>
            <a:ext cx="577268" cy="165882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작업중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F57E7E-64DA-447E-8D8E-7FDF38B32DBF}"/>
              </a:ext>
            </a:extLst>
          </p:cNvPr>
          <p:cNvSpPr/>
          <p:nvPr/>
        </p:nvSpPr>
        <p:spPr>
          <a:xfrm>
            <a:off x="7791201" y="2439946"/>
            <a:ext cx="577268" cy="16588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작업완료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615E609-EC12-4A33-B11F-7388DD93BC6C}"/>
              </a:ext>
            </a:extLst>
          </p:cNvPr>
          <p:cNvSpPr/>
          <p:nvPr/>
        </p:nvSpPr>
        <p:spPr>
          <a:xfrm>
            <a:off x="8160587" y="2084484"/>
            <a:ext cx="524789" cy="150802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작업완료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9ABFE8E-8D11-4714-A930-673462694EC0}"/>
              </a:ext>
            </a:extLst>
          </p:cNvPr>
          <p:cNvSpPr/>
          <p:nvPr/>
        </p:nvSpPr>
        <p:spPr>
          <a:xfrm>
            <a:off x="7576501" y="2146009"/>
            <a:ext cx="524789" cy="150802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작업완료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D1870EF-710B-484F-A50F-20CD5F81ABB6}"/>
              </a:ext>
            </a:extLst>
          </p:cNvPr>
          <p:cNvSpPr/>
          <p:nvPr/>
        </p:nvSpPr>
        <p:spPr>
          <a:xfrm>
            <a:off x="599040" y="1887523"/>
            <a:ext cx="8523084" cy="378702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626AFC4-CAEF-40F2-BB44-08CFB05EF006}"/>
              </a:ext>
            </a:extLst>
          </p:cNvPr>
          <p:cNvSpPr/>
          <p:nvPr/>
        </p:nvSpPr>
        <p:spPr>
          <a:xfrm>
            <a:off x="599032" y="1887523"/>
            <a:ext cx="8523084" cy="260059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AF3E3C8-C6FB-4072-BA55-96175BDA9367}"/>
              </a:ext>
            </a:extLst>
          </p:cNvPr>
          <p:cNvSpPr/>
          <p:nvPr/>
        </p:nvSpPr>
        <p:spPr>
          <a:xfrm>
            <a:off x="5552980" y="5377872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ko-KR" altLang="en-US" sz="700" kern="0" dirty="0">
                <a:solidFill>
                  <a:prstClr val="black"/>
                </a:solidFill>
                <a:latin typeface="맑은 고딕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C8FD32B-C254-4DCC-A9B6-48F2C7C32482}"/>
              </a:ext>
            </a:extLst>
          </p:cNvPr>
          <p:cNvSpPr/>
          <p:nvPr/>
        </p:nvSpPr>
        <p:spPr>
          <a:xfrm>
            <a:off x="8862626" y="1941274"/>
            <a:ext cx="191890" cy="182298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E4BF59-11A5-4A33-AD5D-BFA5A813F4AF}"/>
              </a:ext>
            </a:extLst>
          </p:cNvPr>
          <p:cNvSpPr txBox="1"/>
          <p:nvPr/>
        </p:nvSpPr>
        <p:spPr>
          <a:xfrm>
            <a:off x="1093599" y="1922114"/>
            <a:ext cx="17896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>
                <a:solidFill>
                  <a:prstClr val="black"/>
                </a:solidFill>
                <a:latin typeface="맑은 고딕" panose="020F0502020204030204"/>
              </a:rPr>
              <a:t> 긴급작업 등록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3C119C7-7B54-4BD0-BD8C-95EDF8456E75}"/>
              </a:ext>
            </a:extLst>
          </p:cNvPr>
          <p:cNvSpPr/>
          <p:nvPr/>
        </p:nvSpPr>
        <p:spPr>
          <a:xfrm>
            <a:off x="3808101" y="5376238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ko-KR" altLang="en-US" sz="700" kern="0">
                <a:solidFill>
                  <a:prstClr val="black"/>
                </a:solidFill>
                <a:latin typeface="맑은 고딕"/>
              </a:rPr>
              <a:t>등록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74DB4EEE-44F6-4D22-97D6-47F3A01D1353}"/>
              </a:ext>
            </a:extLst>
          </p:cNvPr>
          <p:cNvCxnSpPr/>
          <p:nvPr/>
        </p:nvCxnSpPr>
        <p:spPr>
          <a:xfrm>
            <a:off x="873521" y="4110667"/>
            <a:ext cx="6090048" cy="0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5A6954F-918E-49AA-A991-8E29FD1C63D9}"/>
              </a:ext>
            </a:extLst>
          </p:cNvPr>
          <p:cNvSpPr txBox="1"/>
          <p:nvPr/>
        </p:nvSpPr>
        <p:spPr>
          <a:xfrm>
            <a:off x="745255" y="2172616"/>
            <a:ext cx="3555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solidFill>
                  <a:prstClr val="black"/>
                </a:solidFill>
                <a:latin typeface="맑은 고딕" panose="020F0502020204030204"/>
              </a:rPr>
              <a:t>※ </a:t>
            </a:r>
            <a:r>
              <a:rPr lang="ko-KR" altLang="en-US" sz="1050">
                <a:solidFill>
                  <a:prstClr val="black"/>
                </a:solidFill>
                <a:latin typeface="맑은 고딕" panose="020F0502020204030204"/>
              </a:rPr>
              <a:t>현재 작업 현황 </a:t>
            </a:r>
            <a:r>
              <a:rPr lang="en-US" altLang="ko-KR" sz="1050">
                <a:solidFill>
                  <a:prstClr val="black"/>
                </a:solidFill>
                <a:latin typeface="맑은 고딕" panose="020F0502020204030204"/>
              </a:rPr>
              <a:t>: </a:t>
            </a:r>
            <a:r>
              <a:rPr lang="ko-KR" altLang="en-US" sz="1050">
                <a:solidFill>
                  <a:prstClr val="black"/>
                </a:solidFill>
                <a:latin typeface="맑은 고딕" panose="020F0502020204030204"/>
              </a:rPr>
              <a:t>작업진행순서 </a:t>
            </a:r>
            <a:r>
              <a:rPr lang="en-US" altLang="ko-KR" sz="1050">
                <a:solidFill>
                  <a:prstClr val="black"/>
                </a:solidFill>
                <a:latin typeface="맑은 고딕" panose="020F0502020204030204"/>
              </a:rPr>
              <a:t>2</a:t>
            </a:r>
            <a:r>
              <a:rPr lang="ko-KR" altLang="en-US" sz="1050">
                <a:solidFill>
                  <a:prstClr val="black"/>
                </a:solidFill>
                <a:latin typeface="맑은 고딕" panose="020F0502020204030204"/>
              </a:rPr>
              <a:t>번 작업 중입니다</a:t>
            </a:r>
            <a:r>
              <a:rPr lang="en-US" altLang="ko-KR" sz="1050">
                <a:solidFill>
                  <a:prstClr val="black"/>
                </a:solidFill>
                <a:latin typeface="맑은 고딕" panose="020F0502020204030204"/>
              </a:rPr>
              <a:t>.</a:t>
            </a:r>
            <a:r>
              <a:rPr lang="ko-KR" altLang="en-US" sz="1050">
                <a:solidFill>
                  <a:prstClr val="black"/>
                </a:solidFill>
                <a:latin typeface="맑은 고딕" panose="020F0502020204030204"/>
              </a:rPr>
              <a:t> 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F13BEBC3-4928-45A4-BB76-289335F643C0}"/>
              </a:ext>
            </a:extLst>
          </p:cNvPr>
          <p:cNvGrpSpPr/>
          <p:nvPr/>
        </p:nvGrpSpPr>
        <p:grpSpPr>
          <a:xfrm>
            <a:off x="698244" y="1823570"/>
            <a:ext cx="336058" cy="369332"/>
            <a:chOff x="2704123" y="4389243"/>
            <a:chExt cx="336058" cy="369332"/>
          </a:xfrm>
        </p:grpSpPr>
        <p:sp>
          <p:nvSpPr>
            <p:cNvPr id="65" name="이등변 삼각형 64">
              <a:extLst>
                <a:ext uri="{FF2B5EF4-FFF2-40B4-BE49-F238E27FC236}">
                  <a16:creationId xmlns:a16="http://schemas.microsoft.com/office/drawing/2014/main" id="{75501D5E-D1E5-485E-B321-3EFB7135A949}"/>
                </a:ext>
              </a:extLst>
            </p:cNvPr>
            <p:cNvSpPr/>
            <p:nvPr/>
          </p:nvSpPr>
          <p:spPr>
            <a:xfrm>
              <a:off x="2704123" y="4423508"/>
              <a:ext cx="336058" cy="254118"/>
            </a:xfrm>
            <a:prstGeom prst="triangle">
              <a:avLst/>
            </a:prstGeom>
            <a:solidFill>
              <a:srgbClr val="FFC000"/>
            </a:solidFill>
            <a:ln w="12700" cap="flat" cmpd="sng" algn="ctr">
              <a:solidFill>
                <a:srgbClr val="FFC000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1850B2C-CA68-44D8-A7D7-EED9B00DC604}"/>
                </a:ext>
              </a:extLst>
            </p:cNvPr>
            <p:cNvSpPr txBox="1"/>
            <p:nvPr/>
          </p:nvSpPr>
          <p:spPr>
            <a:xfrm>
              <a:off x="2733659" y="4389243"/>
              <a:ext cx="2600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F0502020204030204"/>
                </a:rPr>
                <a:t>!</a:t>
              </a:r>
              <a:endParaRPr kumimoji="0" lang="ko-KR" altLang="en-US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7DB0A7CD-CFB1-40ED-99CE-B16D99F8D99B}"/>
              </a:ext>
            </a:extLst>
          </p:cNvPr>
          <p:cNvSpPr txBox="1"/>
          <p:nvPr/>
        </p:nvSpPr>
        <p:spPr>
          <a:xfrm>
            <a:off x="2976549" y="3381378"/>
            <a:ext cx="3738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>
                <a:solidFill>
                  <a:prstClr val="black"/>
                </a:solidFill>
                <a:latin typeface="맑은 고딕" panose="020F0502020204030204"/>
              </a:rPr>
              <a:t>작업진행순서 </a:t>
            </a:r>
            <a:r>
              <a:rPr lang="en-US" altLang="ko-KR" sz="1200" b="1">
                <a:solidFill>
                  <a:prstClr val="black"/>
                </a:solidFill>
                <a:latin typeface="맑은 고딕" panose="020F0502020204030204"/>
              </a:rPr>
              <a:t>3</a:t>
            </a:r>
            <a:r>
              <a:rPr lang="ko-KR" altLang="en-US" sz="1200" b="1">
                <a:solidFill>
                  <a:prstClr val="black"/>
                </a:solidFill>
                <a:latin typeface="맑은 고딕" panose="020F0502020204030204"/>
              </a:rPr>
              <a:t>번으로 긴급작업 진행하시겠습니까</a:t>
            </a:r>
            <a:r>
              <a:rPr lang="en-US" altLang="ko-KR" sz="1200" b="1">
                <a:solidFill>
                  <a:prstClr val="black"/>
                </a:solidFill>
                <a:latin typeface="맑은 고딕" panose="020F0502020204030204"/>
              </a:rPr>
              <a:t>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BCD10E3-CB76-46EC-9A10-D01167D7D0DE}"/>
              </a:ext>
            </a:extLst>
          </p:cNvPr>
          <p:cNvSpPr txBox="1"/>
          <p:nvPr/>
        </p:nvSpPr>
        <p:spPr>
          <a:xfrm>
            <a:off x="2976549" y="3661400"/>
            <a:ext cx="354937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  <a:latin typeface="맑은 고딕" panose="020F0502020204030204"/>
              </a:rPr>
              <a:t>[</a:t>
            </a:r>
            <a:r>
              <a:rPr lang="ko-KR" altLang="en-US" sz="1000" b="1">
                <a:solidFill>
                  <a:srgbClr val="FF0000"/>
                </a:solidFill>
                <a:latin typeface="맑은 고딕" panose="020F0502020204030204"/>
              </a:rPr>
              <a:t>주요알림</a:t>
            </a:r>
            <a:r>
              <a:rPr lang="en-US" altLang="ko-KR" sz="1000" b="1">
                <a:solidFill>
                  <a:srgbClr val="FF0000"/>
                </a:solidFill>
                <a:latin typeface="맑은 고딕" panose="020F0502020204030204"/>
              </a:rPr>
              <a:t>]</a:t>
            </a:r>
          </a:p>
          <a:p>
            <a:pPr marL="171450" indent="-171450">
              <a:buFontTx/>
              <a:buChar char="-"/>
            </a:pPr>
            <a:r>
              <a:rPr lang="ko-KR" altLang="en-US" sz="900">
                <a:solidFill>
                  <a:srgbClr val="FF0000"/>
                </a:solidFill>
                <a:latin typeface="맑은 고딕" panose="020F0502020204030204"/>
              </a:rPr>
              <a:t>긴급작업은 현재 작업진행이 완료 된 다음 순서로 들어갑니다</a:t>
            </a:r>
            <a:r>
              <a:rPr lang="en-US" altLang="ko-KR" sz="900">
                <a:solidFill>
                  <a:srgbClr val="FF0000"/>
                </a:solidFill>
                <a:latin typeface="맑은 고딕" panose="020F0502020204030204"/>
              </a:rPr>
              <a:t>.</a:t>
            </a:r>
          </a:p>
        </p:txBody>
      </p:sp>
      <p:graphicFrame>
        <p:nvGraphicFramePr>
          <p:cNvPr id="69" name="표 22">
            <a:extLst>
              <a:ext uri="{FF2B5EF4-FFF2-40B4-BE49-F238E27FC236}">
                <a16:creationId xmlns:a16="http://schemas.microsoft.com/office/drawing/2014/main" id="{98752C1E-9DF6-406A-AAA5-BEFA12022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28029"/>
              </p:ext>
            </p:extLst>
          </p:nvPr>
        </p:nvGraphicFramePr>
        <p:xfrm>
          <a:off x="746255" y="2574268"/>
          <a:ext cx="7454864" cy="777426"/>
        </p:xfrm>
        <a:graphic>
          <a:graphicData uri="http://schemas.openxmlformats.org/drawingml/2006/table">
            <a:tbl>
              <a:tblPr firstRow="1" bandRow="1"/>
              <a:tblGrid>
                <a:gridCol w="901242">
                  <a:extLst>
                    <a:ext uri="{9D8B030D-6E8A-4147-A177-3AD203B41FA5}">
                      <a16:colId xmlns:a16="http://schemas.microsoft.com/office/drawing/2014/main" val="4064834830"/>
                    </a:ext>
                  </a:extLst>
                </a:gridCol>
                <a:gridCol w="755394">
                  <a:extLst>
                    <a:ext uri="{9D8B030D-6E8A-4147-A177-3AD203B41FA5}">
                      <a16:colId xmlns:a16="http://schemas.microsoft.com/office/drawing/2014/main" val="3073840259"/>
                    </a:ext>
                  </a:extLst>
                </a:gridCol>
                <a:gridCol w="828318">
                  <a:extLst>
                    <a:ext uri="{9D8B030D-6E8A-4147-A177-3AD203B41FA5}">
                      <a16:colId xmlns:a16="http://schemas.microsoft.com/office/drawing/2014/main" val="627695551"/>
                    </a:ext>
                  </a:extLst>
                </a:gridCol>
                <a:gridCol w="828318">
                  <a:extLst>
                    <a:ext uri="{9D8B030D-6E8A-4147-A177-3AD203B41FA5}">
                      <a16:colId xmlns:a16="http://schemas.microsoft.com/office/drawing/2014/main" val="491746552"/>
                    </a:ext>
                  </a:extLst>
                </a:gridCol>
                <a:gridCol w="621239">
                  <a:extLst>
                    <a:ext uri="{9D8B030D-6E8A-4147-A177-3AD203B41FA5}">
                      <a16:colId xmlns:a16="http://schemas.microsoft.com/office/drawing/2014/main" val="764316041"/>
                    </a:ext>
                  </a:extLst>
                </a:gridCol>
                <a:gridCol w="621239">
                  <a:extLst>
                    <a:ext uri="{9D8B030D-6E8A-4147-A177-3AD203B41FA5}">
                      <a16:colId xmlns:a16="http://schemas.microsoft.com/office/drawing/2014/main" val="317644532"/>
                    </a:ext>
                  </a:extLst>
                </a:gridCol>
                <a:gridCol w="621239">
                  <a:extLst>
                    <a:ext uri="{9D8B030D-6E8A-4147-A177-3AD203B41FA5}">
                      <a16:colId xmlns:a16="http://schemas.microsoft.com/office/drawing/2014/main" val="2981965752"/>
                    </a:ext>
                  </a:extLst>
                </a:gridCol>
                <a:gridCol w="621239">
                  <a:extLst>
                    <a:ext uri="{9D8B030D-6E8A-4147-A177-3AD203B41FA5}">
                      <a16:colId xmlns:a16="http://schemas.microsoft.com/office/drawing/2014/main" val="2308451889"/>
                    </a:ext>
                  </a:extLst>
                </a:gridCol>
                <a:gridCol w="828318">
                  <a:extLst>
                    <a:ext uri="{9D8B030D-6E8A-4147-A177-3AD203B41FA5}">
                      <a16:colId xmlns:a16="http://schemas.microsoft.com/office/drawing/2014/main" val="3343377841"/>
                    </a:ext>
                  </a:extLst>
                </a:gridCol>
                <a:gridCol w="828318">
                  <a:extLst>
                    <a:ext uri="{9D8B030D-6E8A-4147-A177-3AD203B41FA5}">
                      <a16:colId xmlns:a16="http://schemas.microsoft.com/office/drawing/2014/main" val="314308000"/>
                    </a:ext>
                  </a:extLst>
                </a:gridCol>
              </a:tblGrid>
              <a:tr h="18424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/>
                        <a:t>작업순서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프로그램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물품코드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/>
                        <a:t>칼라정보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/>
                        <a:t>작업지시수량</a:t>
                      </a:r>
                      <a:r>
                        <a:rPr lang="en-US" altLang="ko-KR" sz="800" b="1"/>
                        <a:t>(EA)</a:t>
                      </a:r>
                      <a:endParaRPr lang="ko-KR" altLang="en-US" sz="800" b="1"/>
                    </a:p>
                  </a:txBody>
                  <a:tcPr anchor="ctr"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/>
                        <a:t>작업현황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07188"/>
                  </a:ext>
                </a:extLst>
              </a:tr>
              <a:tr h="210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/>
                        <a:t>1</a:t>
                      </a:r>
                      <a:r>
                        <a:rPr lang="ko-KR" altLang="en-US" sz="1000" b="1"/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/>
                        <a:t>2</a:t>
                      </a:r>
                      <a:r>
                        <a:rPr lang="ko-KR" altLang="en-US" sz="1000" b="1"/>
                        <a:t>부스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/>
                        <a:t>3</a:t>
                      </a:r>
                      <a:r>
                        <a:rPr lang="ko-KR" altLang="en-US" sz="1000" b="1"/>
                        <a:t>부스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/>
                        <a:t>4</a:t>
                      </a:r>
                      <a:r>
                        <a:rPr lang="ko-KR" altLang="en-US" sz="1000" b="1"/>
                        <a:t>부스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448553"/>
                  </a:ext>
                </a:extLst>
              </a:tr>
              <a:tr h="32022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/>
                        <a:t>2</a:t>
                      </a:r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BBB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633529"/>
                  </a:ext>
                </a:extLst>
              </a:tr>
            </a:tbl>
          </a:graphicData>
        </a:graphic>
      </p:graphicFrame>
      <p:sp>
        <p:nvSpPr>
          <p:cNvPr id="70" name="직사각형 69">
            <a:extLst>
              <a:ext uri="{FF2B5EF4-FFF2-40B4-BE49-F238E27FC236}">
                <a16:creationId xmlns:a16="http://schemas.microsoft.com/office/drawing/2014/main" id="{07B6E48A-651F-4D03-BC6D-9948E7CCBD40}"/>
              </a:ext>
            </a:extLst>
          </p:cNvPr>
          <p:cNvSpPr/>
          <p:nvPr/>
        </p:nvSpPr>
        <p:spPr>
          <a:xfrm>
            <a:off x="7534023" y="3152201"/>
            <a:ext cx="477081" cy="137093"/>
          </a:xfrm>
          <a:prstGeom prst="rect">
            <a:avLst/>
          </a:prstGeom>
          <a:solidFill>
            <a:srgbClr val="70AD47"/>
          </a:solidFill>
          <a:ln w="12700" cap="flat" cmpd="sng" algn="ctr">
            <a:solidFill>
              <a:srgbClr val="70AD4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작업중</a:t>
            </a:r>
          </a:p>
        </p:txBody>
      </p:sp>
      <p:graphicFrame>
        <p:nvGraphicFramePr>
          <p:cNvPr id="71" name="표 22">
            <a:extLst>
              <a:ext uri="{FF2B5EF4-FFF2-40B4-BE49-F238E27FC236}">
                <a16:creationId xmlns:a16="http://schemas.microsoft.com/office/drawing/2014/main" id="{E3BB2AA4-95B3-48DA-8056-FB51A53CB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75422"/>
              </p:ext>
            </p:extLst>
          </p:nvPr>
        </p:nvGraphicFramePr>
        <p:xfrm>
          <a:off x="698244" y="4413965"/>
          <a:ext cx="4049556" cy="741680"/>
        </p:xfrm>
        <a:graphic>
          <a:graphicData uri="http://schemas.openxmlformats.org/drawingml/2006/table">
            <a:tbl>
              <a:tblPr firstRow="1" bandRow="1"/>
              <a:tblGrid>
                <a:gridCol w="1012389">
                  <a:extLst>
                    <a:ext uri="{9D8B030D-6E8A-4147-A177-3AD203B41FA5}">
                      <a16:colId xmlns:a16="http://schemas.microsoft.com/office/drawing/2014/main" val="3073840259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627695551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491746552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142903902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/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/>
                        <a:t>제품코드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/>
                        <a:t>프로그램번호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/>
                        <a:t>작업수량</a:t>
                      </a:r>
                      <a:r>
                        <a:rPr lang="en-US" altLang="ko-KR" sz="1000" b="1"/>
                        <a:t>(EA)</a:t>
                      </a:r>
                      <a:endParaRPr lang="ko-KR" altLang="en-US" sz="1000" b="1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0718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/>
                        <a:t>E-100</a:t>
                      </a:r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/>
                        <a:t>10</a:t>
                      </a:r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633529"/>
                  </a:ext>
                </a:extLst>
              </a:tr>
            </a:tbl>
          </a:graphicData>
        </a:graphic>
      </p:graphicFrame>
      <p:sp>
        <p:nvSpPr>
          <p:cNvPr id="72" name="직사각형 71">
            <a:extLst>
              <a:ext uri="{FF2B5EF4-FFF2-40B4-BE49-F238E27FC236}">
                <a16:creationId xmlns:a16="http://schemas.microsoft.com/office/drawing/2014/main" id="{CE5C957F-F1B6-41B5-855D-F3CD7A126D84}"/>
              </a:ext>
            </a:extLst>
          </p:cNvPr>
          <p:cNvSpPr/>
          <p:nvPr/>
        </p:nvSpPr>
        <p:spPr>
          <a:xfrm>
            <a:off x="3916189" y="4854043"/>
            <a:ext cx="747231" cy="18140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F778542E-BDA2-4908-8037-DA8A7DF3FF59}"/>
              </a:ext>
            </a:extLst>
          </p:cNvPr>
          <p:cNvGrpSpPr/>
          <p:nvPr/>
        </p:nvGrpSpPr>
        <p:grpSpPr>
          <a:xfrm>
            <a:off x="733270" y="4866885"/>
            <a:ext cx="904149" cy="181403"/>
            <a:chOff x="2131697" y="2987997"/>
            <a:chExt cx="904149" cy="181403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2BC0E470-28B2-410E-9DC0-3F0DC1300796}"/>
                </a:ext>
              </a:extLst>
            </p:cNvPr>
            <p:cNvSpPr/>
            <p:nvPr/>
          </p:nvSpPr>
          <p:spPr>
            <a:xfrm>
              <a:off x="2131697" y="2987997"/>
              <a:ext cx="904149" cy="18140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EEE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" name="순서도: 병합 76">
              <a:extLst>
                <a:ext uri="{FF2B5EF4-FFF2-40B4-BE49-F238E27FC236}">
                  <a16:creationId xmlns:a16="http://schemas.microsoft.com/office/drawing/2014/main" id="{43609B05-3B31-4A61-87A5-CA9C2F610026}"/>
                </a:ext>
              </a:extLst>
            </p:cNvPr>
            <p:cNvSpPr/>
            <p:nvPr/>
          </p:nvSpPr>
          <p:spPr>
            <a:xfrm>
              <a:off x="2897488" y="3057558"/>
              <a:ext cx="132036" cy="68787"/>
            </a:xfrm>
            <a:prstGeom prst="flowChartMerge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C25A7735-6D08-4ECE-8C9B-BA2527DC1B08}"/>
              </a:ext>
            </a:extLst>
          </p:cNvPr>
          <p:cNvSpPr txBox="1"/>
          <p:nvPr/>
        </p:nvSpPr>
        <p:spPr>
          <a:xfrm>
            <a:off x="538740" y="4143476"/>
            <a:ext cx="17896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>
                <a:solidFill>
                  <a:prstClr val="black"/>
                </a:solidFill>
                <a:latin typeface="맑은 고딕" panose="020F0502020204030204"/>
              </a:rPr>
              <a:t>▶ 작업정보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1848BC0-729E-4F80-9C8B-09197327D6D1}"/>
              </a:ext>
            </a:extLst>
          </p:cNvPr>
          <p:cNvSpPr txBox="1"/>
          <p:nvPr/>
        </p:nvSpPr>
        <p:spPr>
          <a:xfrm>
            <a:off x="4747800" y="4110667"/>
            <a:ext cx="17896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>
                <a:solidFill>
                  <a:prstClr val="black"/>
                </a:solidFill>
                <a:latin typeface="맑은 고딕" panose="020F0502020204030204"/>
              </a:rPr>
              <a:t>▶ 부스별 칼라정보</a:t>
            </a:r>
          </a:p>
        </p:txBody>
      </p:sp>
      <p:graphicFrame>
        <p:nvGraphicFramePr>
          <p:cNvPr id="80" name="표 22">
            <a:extLst>
              <a:ext uri="{FF2B5EF4-FFF2-40B4-BE49-F238E27FC236}">
                <a16:creationId xmlns:a16="http://schemas.microsoft.com/office/drawing/2014/main" id="{21890B99-6328-441B-BBEF-31E733B1E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625999"/>
              </p:ext>
            </p:extLst>
          </p:nvPr>
        </p:nvGraphicFramePr>
        <p:xfrm>
          <a:off x="4869860" y="4431824"/>
          <a:ext cx="4049556" cy="741680"/>
        </p:xfrm>
        <a:graphic>
          <a:graphicData uri="http://schemas.openxmlformats.org/drawingml/2006/table">
            <a:tbl>
              <a:tblPr firstRow="1" bandRow="1"/>
              <a:tblGrid>
                <a:gridCol w="1012389">
                  <a:extLst>
                    <a:ext uri="{9D8B030D-6E8A-4147-A177-3AD203B41FA5}">
                      <a16:colId xmlns:a16="http://schemas.microsoft.com/office/drawing/2014/main" val="3073840259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627695551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491746552"/>
                    </a:ext>
                  </a:extLst>
                </a:gridCol>
                <a:gridCol w="1012389">
                  <a:extLst>
                    <a:ext uri="{9D8B030D-6E8A-4147-A177-3AD203B41FA5}">
                      <a16:colId xmlns:a16="http://schemas.microsoft.com/office/drawing/2014/main" val="334337784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/>
                        <a:t>1</a:t>
                      </a:r>
                      <a:r>
                        <a:rPr lang="ko-KR" altLang="en-US" sz="1000" b="1"/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/>
                        <a:t>2</a:t>
                      </a:r>
                      <a:r>
                        <a:rPr lang="ko-KR" altLang="en-US" sz="1000" b="1"/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/>
                        <a:t>3</a:t>
                      </a:r>
                      <a:r>
                        <a:rPr lang="ko-KR" altLang="en-US" sz="1000" b="1"/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/>
                        <a:t>4</a:t>
                      </a:r>
                      <a:r>
                        <a:rPr lang="ko-KR" altLang="en-US" sz="1000" b="1"/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0718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633529"/>
                  </a:ext>
                </a:extLst>
              </a:tr>
            </a:tbl>
          </a:graphicData>
        </a:graphic>
      </p:graphicFrame>
      <p:grpSp>
        <p:nvGrpSpPr>
          <p:cNvPr id="81" name="그룹 80">
            <a:extLst>
              <a:ext uri="{FF2B5EF4-FFF2-40B4-BE49-F238E27FC236}">
                <a16:creationId xmlns:a16="http://schemas.microsoft.com/office/drawing/2014/main" id="{7D1238D3-A607-4C20-B78E-8D748BFA86E7}"/>
              </a:ext>
            </a:extLst>
          </p:cNvPr>
          <p:cNvGrpSpPr/>
          <p:nvPr/>
        </p:nvGrpSpPr>
        <p:grpSpPr>
          <a:xfrm>
            <a:off x="4917369" y="4899997"/>
            <a:ext cx="904149" cy="181403"/>
            <a:chOff x="3941390" y="3123636"/>
            <a:chExt cx="904149" cy="181403"/>
          </a:xfrm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776755BD-88EE-4C19-B08D-8F23F6EE501C}"/>
                </a:ext>
              </a:extLst>
            </p:cNvPr>
            <p:cNvSpPr/>
            <p:nvPr/>
          </p:nvSpPr>
          <p:spPr>
            <a:xfrm>
              <a:off x="3941390" y="3123636"/>
              <a:ext cx="904149" cy="18140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BG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" name="순서도: 병합 82">
              <a:extLst>
                <a:ext uri="{FF2B5EF4-FFF2-40B4-BE49-F238E27FC236}">
                  <a16:creationId xmlns:a16="http://schemas.microsoft.com/office/drawing/2014/main" id="{598977BE-E8AA-48E4-9B5E-D2FDB1F72F9A}"/>
                </a:ext>
              </a:extLst>
            </p:cNvPr>
            <p:cNvSpPr/>
            <p:nvPr/>
          </p:nvSpPr>
          <p:spPr>
            <a:xfrm>
              <a:off x="4629238" y="3193196"/>
              <a:ext cx="132036" cy="68787"/>
            </a:xfrm>
            <a:prstGeom prst="flowChartMerge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BAD8BC6A-AEBA-46B4-81A8-806DEA092652}"/>
              </a:ext>
            </a:extLst>
          </p:cNvPr>
          <p:cNvGrpSpPr/>
          <p:nvPr/>
        </p:nvGrpSpPr>
        <p:grpSpPr>
          <a:xfrm>
            <a:off x="5938813" y="4916652"/>
            <a:ext cx="904149" cy="181403"/>
            <a:chOff x="3941390" y="3123636"/>
            <a:chExt cx="904149" cy="181403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7D547FEE-8733-42EC-AA44-9256AEF923A6}"/>
                </a:ext>
              </a:extLst>
            </p:cNvPr>
            <p:cNvSpPr/>
            <p:nvPr/>
          </p:nvSpPr>
          <p:spPr>
            <a:xfrm>
              <a:off x="3941390" y="3123636"/>
              <a:ext cx="904149" cy="18140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BG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6" name="순서도: 병합 85">
              <a:extLst>
                <a:ext uri="{FF2B5EF4-FFF2-40B4-BE49-F238E27FC236}">
                  <a16:creationId xmlns:a16="http://schemas.microsoft.com/office/drawing/2014/main" id="{03D4C487-E9DD-4125-B9A8-2263010D5640}"/>
                </a:ext>
              </a:extLst>
            </p:cNvPr>
            <p:cNvSpPr/>
            <p:nvPr/>
          </p:nvSpPr>
          <p:spPr>
            <a:xfrm>
              <a:off x="4629238" y="3193196"/>
              <a:ext cx="132036" cy="68787"/>
            </a:xfrm>
            <a:prstGeom prst="flowChartMerge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1F825856-A135-4C13-9805-560B889D7BEF}"/>
              </a:ext>
            </a:extLst>
          </p:cNvPr>
          <p:cNvGrpSpPr/>
          <p:nvPr/>
        </p:nvGrpSpPr>
        <p:grpSpPr>
          <a:xfrm>
            <a:off x="6968985" y="4916652"/>
            <a:ext cx="904149" cy="181403"/>
            <a:chOff x="3941390" y="3123636"/>
            <a:chExt cx="904149" cy="181403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30600E51-299F-4D62-8770-9F7DEC76D2E6}"/>
                </a:ext>
              </a:extLst>
            </p:cNvPr>
            <p:cNvSpPr/>
            <p:nvPr/>
          </p:nvSpPr>
          <p:spPr>
            <a:xfrm>
              <a:off x="3941390" y="3123636"/>
              <a:ext cx="904149" cy="18140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BG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9" name="순서도: 병합 88">
              <a:extLst>
                <a:ext uri="{FF2B5EF4-FFF2-40B4-BE49-F238E27FC236}">
                  <a16:creationId xmlns:a16="http://schemas.microsoft.com/office/drawing/2014/main" id="{1289A88E-725A-4C8E-97A4-FCDF7CD784DF}"/>
                </a:ext>
              </a:extLst>
            </p:cNvPr>
            <p:cNvSpPr/>
            <p:nvPr/>
          </p:nvSpPr>
          <p:spPr>
            <a:xfrm>
              <a:off x="4629238" y="3193196"/>
              <a:ext cx="132036" cy="68787"/>
            </a:xfrm>
            <a:prstGeom prst="flowChartMerge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3689C54A-F50C-4C90-8DFF-A058FC561133}"/>
              </a:ext>
            </a:extLst>
          </p:cNvPr>
          <p:cNvGrpSpPr/>
          <p:nvPr/>
        </p:nvGrpSpPr>
        <p:grpSpPr>
          <a:xfrm>
            <a:off x="7941870" y="4920675"/>
            <a:ext cx="904149" cy="181403"/>
            <a:chOff x="3941390" y="3123636"/>
            <a:chExt cx="904149" cy="181403"/>
          </a:xfrm>
        </p:grpSpPr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85330601-9F99-4408-B2FB-2AC9A1D04182}"/>
                </a:ext>
              </a:extLst>
            </p:cNvPr>
            <p:cNvSpPr/>
            <p:nvPr/>
          </p:nvSpPr>
          <p:spPr>
            <a:xfrm>
              <a:off x="3941390" y="3123636"/>
              <a:ext cx="904149" cy="181403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BG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" name="순서도: 병합 91">
              <a:extLst>
                <a:ext uri="{FF2B5EF4-FFF2-40B4-BE49-F238E27FC236}">
                  <a16:creationId xmlns:a16="http://schemas.microsoft.com/office/drawing/2014/main" id="{31DF8FC1-3C75-43A0-9BD3-43E262AF552B}"/>
                </a:ext>
              </a:extLst>
            </p:cNvPr>
            <p:cNvSpPr/>
            <p:nvPr/>
          </p:nvSpPr>
          <p:spPr>
            <a:xfrm>
              <a:off x="4629238" y="3193196"/>
              <a:ext cx="132036" cy="68787"/>
            </a:xfrm>
            <a:prstGeom prst="flowChartMerge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0640989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3221909" cy="377796"/>
              <a:chOff x="791279" y="377417"/>
              <a:chExt cx="3221909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984488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05. PC Control System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4080300" y="583043"/>
              <a:ext cx="5863043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05</a:t>
            </a:r>
          </a:p>
        </p:txBody>
      </p:sp>
      <p:sp>
        <p:nvSpPr>
          <p:cNvPr id="74" name="텍스트 개체 틀 1">
            <a:extLst>
              <a:ext uri="{FF2B5EF4-FFF2-40B4-BE49-F238E27FC236}">
                <a16:creationId xmlns:a16="http://schemas.microsoft.com/office/drawing/2014/main" id="{2C69F5B8-A444-4478-AA12-5CFE565414CE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>
                <a:solidFill>
                  <a:schemeClr val="tx1"/>
                </a:solidFill>
              </a:rPr>
              <a:t>작업일지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1CEDB5-2227-49C7-8EB7-8BDD6C274E9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34A96C5-FB4F-462F-9B7A-5EF50C8EB9C0}"/>
              </a:ext>
            </a:extLst>
          </p:cNvPr>
          <p:cNvGrpSpPr/>
          <p:nvPr/>
        </p:nvGrpSpPr>
        <p:grpSpPr>
          <a:xfrm>
            <a:off x="776289" y="1089025"/>
            <a:ext cx="8345836" cy="261610"/>
            <a:chOff x="548752" y="1182419"/>
            <a:chExt cx="8821893" cy="2616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DB937CC-235F-406F-9ECF-E0F36B687208}"/>
                </a:ext>
              </a:extLst>
            </p:cNvPr>
            <p:cNvSpPr/>
            <p:nvPr/>
          </p:nvSpPr>
          <p:spPr>
            <a:xfrm>
              <a:off x="548752" y="1198304"/>
              <a:ext cx="8821893" cy="230018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0A8087E-BB27-4E8B-B55E-E443409A3D4B}"/>
                </a:ext>
              </a:extLst>
            </p:cNvPr>
            <p:cNvSpPr txBox="1"/>
            <p:nvPr/>
          </p:nvSpPr>
          <p:spPr>
            <a:xfrm>
              <a:off x="548752" y="1182419"/>
              <a:ext cx="21006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작업일지 조회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D0931D6-D739-4589-BF92-8361B363A5A7}"/>
              </a:ext>
            </a:extLst>
          </p:cNvPr>
          <p:cNvSpPr/>
          <p:nvPr/>
        </p:nvSpPr>
        <p:spPr>
          <a:xfrm>
            <a:off x="778014" y="1678161"/>
            <a:ext cx="8353420" cy="21602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작업일지 조회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1" name="표 2">
            <a:extLst>
              <a:ext uri="{FF2B5EF4-FFF2-40B4-BE49-F238E27FC236}">
                <a16:creationId xmlns:a16="http://schemas.microsoft.com/office/drawing/2014/main" id="{B37556E4-6929-4F8B-A9FB-D8AF0C1D9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724986"/>
              </p:ext>
            </p:extLst>
          </p:nvPr>
        </p:nvGraphicFramePr>
        <p:xfrm>
          <a:off x="776290" y="1894183"/>
          <a:ext cx="8353424" cy="2325715"/>
        </p:xfrm>
        <a:graphic>
          <a:graphicData uri="http://schemas.openxmlformats.org/drawingml/2006/table">
            <a:tbl>
              <a:tblPr firstRow="1" bandRow="1"/>
              <a:tblGrid>
                <a:gridCol w="348060">
                  <a:extLst>
                    <a:ext uri="{9D8B030D-6E8A-4147-A177-3AD203B41FA5}">
                      <a16:colId xmlns:a16="http://schemas.microsoft.com/office/drawing/2014/main" val="63559188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798575667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38587912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403394091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27366685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35694760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3689728034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5492845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81245608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89562170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078275475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239702571"/>
                    </a:ext>
                  </a:extLst>
                </a:gridCol>
              </a:tblGrid>
              <a:tr h="18990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긴급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작업순서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프로그램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물품코드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칼라정보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작업지시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수량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(EA)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작업현황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251893"/>
                  </a:ext>
                </a:extLst>
              </a:tr>
              <a:tr h="189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439142"/>
                  </a:ext>
                </a:extLst>
              </a:tr>
              <a:tr h="37979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AAA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A-100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812840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BBB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772879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EEE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E-100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652720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30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CCC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C-100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367869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342111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ACB8B211-22A2-4252-B85A-AC7A0FC32717}"/>
              </a:ext>
            </a:extLst>
          </p:cNvPr>
          <p:cNvSpPr/>
          <p:nvPr/>
        </p:nvSpPr>
        <p:spPr>
          <a:xfrm>
            <a:off x="8558362" y="3980951"/>
            <a:ext cx="479487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등록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A5F9EAA-18E5-4592-9208-1FD4BAB7C30E}"/>
              </a:ext>
            </a:extLst>
          </p:cNvPr>
          <p:cNvSpPr/>
          <p:nvPr/>
        </p:nvSpPr>
        <p:spPr>
          <a:xfrm>
            <a:off x="8455468" y="1385839"/>
            <a:ext cx="666656" cy="195227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긴급작업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6D02ADC-CC92-49D0-8543-F13E89425412}"/>
              </a:ext>
            </a:extLst>
          </p:cNvPr>
          <p:cNvSpPr/>
          <p:nvPr/>
        </p:nvSpPr>
        <p:spPr>
          <a:xfrm>
            <a:off x="7791201" y="3180179"/>
            <a:ext cx="577268" cy="16588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</a:t>
            </a:r>
            <a:r>
              <a:rPr lang="ko-KR" altLang="en-US" sz="700" b="1" kern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대기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158E22-D698-4B14-9F49-89B6050F96C7}"/>
              </a:ext>
            </a:extLst>
          </p:cNvPr>
          <p:cNvSpPr/>
          <p:nvPr/>
        </p:nvSpPr>
        <p:spPr>
          <a:xfrm>
            <a:off x="8464778" y="5674546"/>
            <a:ext cx="666656" cy="195227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작업진행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044BBE-4D6C-42F3-ADE7-D6C25A6F2CB8}"/>
              </a:ext>
            </a:extLst>
          </p:cNvPr>
          <p:cNvSpPr/>
          <p:nvPr/>
        </p:nvSpPr>
        <p:spPr>
          <a:xfrm>
            <a:off x="8533324" y="3595824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수정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4CE45F-3260-4809-A628-0A62CA91219F}"/>
              </a:ext>
            </a:extLst>
          </p:cNvPr>
          <p:cNvSpPr/>
          <p:nvPr/>
        </p:nvSpPr>
        <p:spPr>
          <a:xfrm>
            <a:off x="9100776" y="3595824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삭제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D9A803-209F-4916-9B16-2B4D492F5EBB}"/>
              </a:ext>
            </a:extLst>
          </p:cNvPr>
          <p:cNvSpPr/>
          <p:nvPr/>
        </p:nvSpPr>
        <p:spPr>
          <a:xfrm>
            <a:off x="7791201" y="2792660"/>
            <a:ext cx="577268" cy="165882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작업중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F57E7E-64DA-447E-8D8E-7FDF38B32DBF}"/>
              </a:ext>
            </a:extLst>
          </p:cNvPr>
          <p:cNvSpPr/>
          <p:nvPr/>
        </p:nvSpPr>
        <p:spPr>
          <a:xfrm>
            <a:off x="7791201" y="2439946"/>
            <a:ext cx="577268" cy="16588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작업완료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6D99918-A236-4215-9330-C02396A3EC98}"/>
              </a:ext>
            </a:extLst>
          </p:cNvPr>
          <p:cNvSpPr/>
          <p:nvPr/>
        </p:nvSpPr>
        <p:spPr>
          <a:xfrm>
            <a:off x="8526795" y="3175922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수정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9B745F7-84D5-4931-B067-E8CB1362439D}"/>
              </a:ext>
            </a:extLst>
          </p:cNvPr>
          <p:cNvSpPr/>
          <p:nvPr/>
        </p:nvSpPr>
        <p:spPr>
          <a:xfrm>
            <a:off x="9094247" y="3175922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삭제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B71C07A-62A1-424F-8D35-34817FB9CE87}"/>
              </a:ext>
            </a:extLst>
          </p:cNvPr>
          <p:cNvSpPr/>
          <p:nvPr/>
        </p:nvSpPr>
        <p:spPr>
          <a:xfrm>
            <a:off x="7791201" y="3560937"/>
            <a:ext cx="577268" cy="16588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</a:t>
            </a:r>
            <a:r>
              <a:rPr lang="ko-KR" altLang="en-US" sz="700" b="1" kern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대기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73BB19-0D05-4EAB-B3AD-9BF3EA0B0146}"/>
              </a:ext>
            </a:extLst>
          </p:cNvPr>
          <p:cNvSpPr txBox="1"/>
          <p:nvPr/>
        </p:nvSpPr>
        <p:spPr>
          <a:xfrm>
            <a:off x="819408" y="3095608"/>
            <a:ext cx="226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!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005391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3221909" cy="377796"/>
              <a:chOff x="791279" y="377417"/>
              <a:chExt cx="3221909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984488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05. PC Control System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4080300" y="583043"/>
              <a:ext cx="5863043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05</a:t>
            </a:r>
          </a:p>
        </p:txBody>
      </p:sp>
      <p:sp>
        <p:nvSpPr>
          <p:cNvPr id="74" name="텍스트 개체 틀 1">
            <a:extLst>
              <a:ext uri="{FF2B5EF4-FFF2-40B4-BE49-F238E27FC236}">
                <a16:creationId xmlns:a16="http://schemas.microsoft.com/office/drawing/2014/main" id="{2C69F5B8-A444-4478-AA12-5CFE565414CE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>
                <a:solidFill>
                  <a:schemeClr val="tx1"/>
                </a:solidFill>
              </a:rPr>
              <a:t>작업일지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1CEDB5-2227-49C7-8EB7-8BDD6C274E9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34A96C5-FB4F-462F-9B7A-5EF50C8EB9C0}"/>
              </a:ext>
            </a:extLst>
          </p:cNvPr>
          <p:cNvGrpSpPr/>
          <p:nvPr/>
        </p:nvGrpSpPr>
        <p:grpSpPr>
          <a:xfrm>
            <a:off x="776289" y="1089025"/>
            <a:ext cx="8345836" cy="261610"/>
            <a:chOff x="548752" y="1182419"/>
            <a:chExt cx="8821893" cy="2616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DB937CC-235F-406F-9ECF-E0F36B687208}"/>
                </a:ext>
              </a:extLst>
            </p:cNvPr>
            <p:cNvSpPr/>
            <p:nvPr/>
          </p:nvSpPr>
          <p:spPr>
            <a:xfrm>
              <a:off x="548752" y="1198304"/>
              <a:ext cx="8821893" cy="230018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0A8087E-BB27-4E8B-B55E-E443409A3D4B}"/>
                </a:ext>
              </a:extLst>
            </p:cNvPr>
            <p:cNvSpPr txBox="1"/>
            <p:nvPr/>
          </p:nvSpPr>
          <p:spPr>
            <a:xfrm>
              <a:off x="548752" y="1182419"/>
              <a:ext cx="21006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</a:rPr>
                <a:t>작업일지 조회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D0931D6-D739-4589-BF92-8361B363A5A7}"/>
              </a:ext>
            </a:extLst>
          </p:cNvPr>
          <p:cNvSpPr/>
          <p:nvPr/>
        </p:nvSpPr>
        <p:spPr>
          <a:xfrm>
            <a:off x="778014" y="1678161"/>
            <a:ext cx="8353420" cy="21602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작업일지 조회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1" name="표 2">
            <a:extLst>
              <a:ext uri="{FF2B5EF4-FFF2-40B4-BE49-F238E27FC236}">
                <a16:creationId xmlns:a16="http://schemas.microsoft.com/office/drawing/2014/main" id="{B37556E4-6929-4F8B-A9FB-D8AF0C1D91B4}"/>
              </a:ext>
            </a:extLst>
          </p:cNvPr>
          <p:cNvGraphicFramePr>
            <a:graphicFrameLocks noGrp="1"/>
          </p:cNvGraphicFramePr>
          <p:nvPr/>
        </p:nvGraphicFramePr>
        <p:xfrm>
          <a:off x="776290" y="1894183"/>
          <a:ext cx="8353424" cy="2325715"/>
        </p:xfrm>
        <a:graphic>
          <a:graphicData uri="http://schemas.openxmlformats.org/drawingml/2006/table">
            <a:tbl>
              <a:tblPr firstRow="1" bandRow="1"/>
              <a:tblGrid>
                <a:gridCol w="348060">
                  <a:extLst>
                    <a:ext uri="{9D8B030D-6E8A-4147-A177-3AD203B41FA5}">
                      <a16:colId xmlns:a16="http://schemas.microsoft.com/office/drawing/2014/main" val="63559188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798575667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38587912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403394091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27366685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35694760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3689728034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5492845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81245608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89562170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078275475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239702571"/>
                    </a:ext>
                  </a:extLst>
                </a:gridCol>
              </a:tblGrid>
              <a:tr h="18990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긴급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작업순서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프로그램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물품코드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칼라정보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작업지시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수량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(EA)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작업현황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251893"/>
                  </a:ext>
                </a:extLst>
              </a:tr>
              <a:tr h="189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439142"/>
                  </a:ext>
                </a:extLst>
              </a:tr>
              <a:tr h="37979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AAA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A-100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812840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BBB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772879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EEE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E-100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652720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30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CCC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C-100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367869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342111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ACB8B211-22A2-4252-B85A-AC7A0FC32717}"/>
              </a:ext>
            </a:extLst>
          </p:cNvPr>
          <p:cNvSpPr/>
          <p:nvPr/>
        </p:nvSpPr>
        <p:spPr>
          <a:xfrm>
            <a:off x="8558362" y="3980951"/>
            <a:ext cx="479487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등록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A5F9EAA-18E5-4592-9208-1FD4BAB7C30E}"/>
              </a:ext>
            </a:extLst>
          </p:cNvPr>
          <p:cNvSpPr/>
          <p:nvPr/>
        </p:nvSpPr>
        <p:spPr>
          <a:xfrm>
            <a:off x="8455468" y="1385839"/>
            <a:ext cx="666656" cy="195227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긴급작업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6D02ADC-CC92-49D0-8543-F13E89425412}"/>
              </a:ext>
            </a:extLst>
          </p:cNvPr>
          <p:cNvSpPr/>
          <p:nvPr/>
        </p:nvSpPr>
        <p:spPr>
          <a:xfrm>
            <a:off x="7791201" y="3180179"/>
            <a:ext cx="577268" cy="16588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</a:t>
            </a:r>
            <a:r>
              <a:rPr lang="ko-KR" altLang="en-US" sz="700" b="1" kern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대기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158E22-D698-4B14-9F49-89B6050F96C7}"/>
              </a:ext>
            </a:extLst>
          </p:cNvPr>
          <p:cNvSpPr/>
          <p:nvPr/>
        </p:nvSpPr>
        <p:spPr>
          <a:xfrm>
            <a:off x="8464778" y="5674546"/>
            <a:ext cx="666656" cy="195227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작업진행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044BBE-4D6C-42F3-ADE7-D6C25A6F2CB8}"/>
              </a:ext>
            </a:extLst>
          </p:cNvPr>
          <p:cNvSpPr/>
          <p:nvPr/>
        </p:nvSpPr>
        <p:spPr>
          <a:xfrm>
            <a:off x="8533324" y="3595824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수정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4CE45F-3260-4809-A628-0A62CA91219F}"/>
              </a:ext>
            </a:extLst>
          </p:cNvPr>
          <p:cNvSpPr/>
          <p:nvPr/>
        </p:nvSpPr>
        <p:spPr>
          <a:xfrm>
            <a:off x="9100776" y="3595824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삭제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D9A803-209F-4916-9B16-2B4D492F5EBB}"/>
              </a:ext>
            </a:extLst>
          </p:cNvPr>
          <p:cNvSpPr/>
          <p:nvPr/>
        </p:nvSpPr>
        <p:spPr>
          <a:xfrm>
            <a:off x="7791201" y="2792660"/>
            <a:ext cx="577268" cy="165882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작업중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F57E7E-64DA-447E-8D8E-7FDF38B32DBF}"/>
              </a:ext>
            </a:extLst>
          </p:cNvPr>
          <p:cNvSpPr/>
          <p:nvPr/>
        </p:nvSpPr>
        <p:spPr>
          <a:xfrm>
            <a:off x="7791201" y="2439946"/>
            <a:ext cx="577268" cy="16588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작업완료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6D99918-A236-4215-9330-C02396A3EC98}"/>
              </a:ext>
            </a:extLst>
          </p:cNvPr>
          <p:cNvSpPr/>
          <p:nvPr/>
        </p:nvSpPr>
        <p:spPr>
          <a:xfrm>
            <a:off x="8526795" y="3175922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수정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9B745F7-84D5-4931-B067-E8CB1362439D}"/>
              </a:ext>
            </a:extLst>
          </p:cNvPr>
          <p:cNvSpPr/>
          <p:nvPr/>
        </p:nvSpPr>
        <p:spPr>
          <a:xfrm>
            <a:off x="9094247" y="3175922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삭제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B71C07A-62A1-424F-8D35-34817FB9CE87}"/>
              </a:ext>
            </a:extLst>
          </p:cNvPr>
          <p:cNvSpPr/>
          <p:nvPr/>
        </p:nvSpPr>
        <p:spPr>
          <a:xfrm>
            <a:off x="7791201" y="3560937"/>
            <a:ext cx="577268" cy="16588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</a:t>
            </a:r>
            <a:r>
              <a:rPr lang="ko-KR" altLang="en-US" sz="700" b="1" kern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대기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73BB19-0D05-4EAB-B3AD-9BF3EA0B0146}"/>
              </a:ext>
            </a:extLst>
          </p:cNvPr>
          <p:cNvSpPr txBox="1"/>
          <p:nvPr/>
        </p:nvSpPr>
        <p:spPr>
          <a:xfrm>
            <a:off x="819408" y="3095608"/>
            <a:ext cx="226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!</a:t>
            </a:r>
            <a:endParaRPr lang="ko-KR" altLang="en-US" b="1">
              <a:solidFill>
                <a:srgbClr val="FF0000"/>
              </a:solidFill>
            </a:endParaRPr>
          </a:p>
        </p:txBody>
      </p:sp>
      <p:graphicFrame>
        <p:nvGraphicFramePr>
          <p:cNvPr id="35" name="표 2">
            <a:extLst>
              <a:ext uri="{FF2B5EF4-FFF2-40B4-BE49-F238E27FC236}">
                <a16:creationId xmlns:a16="http://schemas.microsoft.com/office/drawing/2014/main" id="{2C6C9189-8A52-4045-80EA-BC68C9BCB219}"/>
              </a:ext>
            </a:extLst>
          </p:cNvPr>
          <p:cNvGraphicFramePr>
            <a:graphicFrameLocks noGrp="1"/>
          </p:cNvGraphicFramePr>
          <p:nvPr/>
        </p:nvGraphicFramePr>
        <p:xfrm>
          <a:off x="776290" y="1894183"/>
          <a:ext cx="8353424" cy="1945916"/>
        </p:xfrm>
        <a:graphic>
          <a:graphicData uri="http://schemas.openxmlformats.org/drawingml/2006/table">
            <a:tbl>
              <a:tblPr firstRow="1" bandRow="1"/>
              <a:tblGrid>
                <a:gridCol w="348060">
                  <a:extLst>
                    <a:ext uri="{9D8B030D-6E8A-4147-A177-3AD203B41FA5}">
                      <a16:colId xmlns:a16="http://schemas.microsoft.com/office/drawing/2014/main" val="63559188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798575667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38587912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403394091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273666850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135694760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3689728034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5492845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2812456089"/>
                    </a:ext>
                  </a:extLst>
                </a:gridCol>
                <a:gridCol w="734792">
                  <a:extLst>
                    <a:ext uri="{9D8B030D-6E8A-4147-A177-3AD203B41FA5}">
                      <a16:colId xmlns:a16="http://schemas.microsoft.com/office/drawing/2014/main" val="789562170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078275475"/>
                    </a:ext>
                  </a:extLst>
                </a:gridCol>
                <a:gridCol w="696118">
                  <a:extLst>
                    <a:ext uri="{9D8B030D-6E8A-4147-A177-3AD203B41FA5}">
                      <a16:colId xmlns:a16="http://schemas.microsoft.com/office/drawing/2014/main" val="4239702571"/>
                    </a:ext>
                  </a:extLst>
                </a:gridCol>
              </a:tblGrid>
              <a:tr h="18990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긴급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작업순서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프로그램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물품코드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칼라정보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작업지시</a:t>
                      </a:r>
                      <a:endParaRPr lang="en-US" altLang="ko-KR" sz="800" b="1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수량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(EA)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anchor="ctr"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작업현황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251893"/>
                  </a:ext>
                </a:extLst>
              </a:tr>
              <a:tr h="189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부스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439142"/>
                  </a:ext>
                </a:extLst>
              </a:tr>
              <a:tr h="37979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AAA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A-100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812840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BBB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772879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30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CCC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C-100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GR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BG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652720"/>
                  </a:ext>
                </a:extLst>
              </a:tr>
              <a:tr h="379799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367869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2595D49C-17CB-4490-BD64-0DE9028FF847}"/>
              </a:ext>
            </a:extLst>
          </p:cNvPr>
          <p:cNvSpPr/>
          <p:nvPr/>
        </p:nvSpPr>
        <p:spPr>
          <a:xfrm>
            <a:off x="8558362" y="3546147"/>
            <a:ext cx="479487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등록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D3E82F9-C26D-4398-B066-68EF08F6BEEB}"/>
              </a:ext>
            </a:extLst>
          </p:cNvPr>
          <p:cNvSpPr/>
          <p:nvPr/>
        </p:nvSpPr>
        <p:spPr>
          <a:xfrm>
            <a:off x="7791201" y="3180179"/>
            <a:ext cx="577268" cy="16588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</a:t>
            </a:r>
            <a:r>
              <a:rPr lang="ko-KR" altLang="en-US" sz="700" b="1" kern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대기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E0359B7-FF61-4146-9619-5222CE352DC9}"/>
              </a:ext>
            </a:extLst>
          </p:cNvPr>
          <p:cNvSpPr/>
          <p:nvPr/>
        </p:nvSpPr>
        <p:spPr>
          <a:xfrm>
            <a:off x="8495173" y="3200319"/>
            <a:ext cx="543019" cy="14401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700" ker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수정</a:t>
            </a:r>
            <a:endParaRPr lang="ko-KR" altLang="en-US" sz="700" kern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2A3CD43-BA8B-4362-8D3D-05BC5DCD95FB}"/>
              </a:ext>
            </a:extLst>
          </p:cNvPr>
          <p:cNvSpPr/>
          <p:nvPr/>
        </p:nvSpPr>
        <p:spPr>
          <a:xfrm>
            <a:off x="7791201" y="2792660"/>
            <a:ext cx="577268" cy="165882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작업중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5ECAF5C-D038-4FD1-B450-9426C63D7458}"/>
              </a:ext>
            </a:extLst>
          </p:cNvPr>
          <p:cNvSpPr/>
          <p:nvPr/>
        </p:nvSpPr>
        <p:spPr>
          <a:xfrm>
            <a:off x="7791201" y="2439946"/>
            <a:ext cx="577268" cy="16588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작업완료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28DF0FD-436B-439B-A3FC-3B0AF8D5B08B}"/>
              </a:ext>
            </a:extLst>
          </p:cNvPr>
          <p:cNvSpPr/>
          <p:nvPr/>
        </p:nvSpPr>
        <p:spPr>
          <a:xfrm>
            <a:off x="8160587" y="2084484"/>
            <a:ext cx="524789" cy="150802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작업완료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B8F2CE5-A5FF-4950-B554-3D6914E95C03}"/>
              </a:ext>
            </a:extLst>
          </p:cNvPr>
          <p:cNvSpPr/>
          <p:nvPr/>
        </p:nvSpPr>
        <p:spPr>
          <a:xfrm>
            <a:off x="7576501" y="2146009"/>
            <a:ext cx="524789" cy="150802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작업완료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52860CF-8998-4E18-8346-3F29C1046FF3}"/>
              </a:ext>
            </a:extLst>
          </p:cNvPr>
          <p:cNvSpPr/>
          <p:nvPr/>
        </p:nvSpPr>
        <p:spPr>
          <a:xfrm>
            <a:off x="599040" y="1887523"/>
            <a:ext cx="8523084" cy="378702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3A98A12-8144-4F0E-B047-D7D2E8DF7709}"/>
              </a:ext>
            </a:extLst>
          </p:cNvPr>
          <p:cNvSpPr/>
          <p:nvPr/>
        </p:nvSpPr>
        <p:spPr>
          <a:xfrm>
            <a:off x="599032" y="1887523"/>
            <a:ext cx="8523084" cy="260059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2C6714C-0A53-403F-BD76-3DBA58FF8FF6}"/>
              </a:ext>
            </a:extLst>
          </p:cNvPr>
          <p:cNvSpPr/>
          <p:nvPr/>
        </p:nvSpPr>
        <p:spPr>
          <a:xfrm>
            <a:off x="5552980" y="5377872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ko-KR" altLang="en-US" sz="700" kern="0" dirty="0">
                <a:solidFill>
                  <a:prstClr val="black"/>
                </a:solidFill>
                <a:latin typeface="맑은 고딕"/>
              </a:rPr>
              <a:t>취소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F1816EF-7980-4101-8388-932C52B1466E}"/>
              </a:ext>
            </a:extLst>
          </p:cNvPr>
          <p:cNvSpPr/>
          <p:nvPr/>
        </p:nvSpPr>
        <p:spPr>
          <a:xfrm>
            <a:off x="8862626" y="1941274"/>
            <a:ext cx="191890" cy="182298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DB779F-57E4-4D5F-BF83-BF5091140577}"/>
              </a:ext>
            </a:extLst>
          </p:cNvPr>
          <p:cNvSpPr txBox="1"/>
          <p:nvPr/>
        </p:nvSpPr>
        <p:spPr>
          <a:xfrm>
            <a:off x="614389" y="1922114"/>
            <a:ext cx="17896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>
                <a:solidFill>
                  <a:prstClr val="black"/>
                </a:solidFill>
                <a:latin typeface="맑은 고딕" panose="020F0502020204030204"/>
              </a:rPr>
              <a:t>작업진행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15359D5-E7CC-4BF3-B77B-CC3A19BC7D09}"/>
              </a:ext>
            </a:extLst>
          </p:cNvPr>
          <p:cNvSpPr/>
          <p:nvPr/>
        </p:nvSpPr>
        <p:spPr>
          <a:xfrm>
            <a:off x="3808101" y="5376238"/>
            <a:ext cx="543019" cy="144016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ko-KR" altLang="en-US" sz="700" kern="0">
                <a:solidFill>
                  <a:prstClr val="black"/>
                </a:solidFill>
                <a:latin typeface="맑은 고딕"/>
              </a:rPr>
              <a:t>작업진행</a:t>
            </a:r>
            <a:endParaRPr lang="ko-KR" altLang="en-US" sz="700" kern="0" dirty="0">
              <a:solidFill>
                <a:prstClr val="black"/>
              </a:solidFill>
              <a:latin typeface="맑은 고딕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5DFA79-4DDD-4966-BCAD-504FE61658F5}"/>
              </a:ext>
            </a:extLst>
          </p:cNvPr>
          <p:cNvSpPr txBox="1"/>
          <p:nvPr/>
        </p:nvSpPr>
        <p:spPr>
          <a:xfrm>
            <a:off x="745255" y="2172616"/>
            <a:ext cx="3555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solidFill>
                  <a:prstClr val="black"/>
                </a:solidFill>
                <a:latin typeface="맑은 고딕" panose="020F0502020204030204"/>
              </a:rPr>
              <a:t>※ </a:t>
            </a:r>
            <a:r>
              <a:rPr lang="ko-KR" altLang="en-US" sz="1050">
                <a:solidFill>
                  <a:prstClr val="black"/>
                </a:solidFill>
                <a:latin typeface="맑은 고딕" panose="020F0502020204030204"/>
              </a:rPr>
              <a:t>현재 작업 현황 </a:t>
            </a:r>
            <a:r>
              <a:rPr lang="en-US" altLang="ko-KR" sz="1050">
                <a:solidFill>
                  <a:prstClr val="black"/>
                </a:solidFill>
                <a:latin typeface="맑은 고딕" panose="020F0502020204030204"/>
              </a:rPr>
              <a:t>: 3</a:t>
            </a:r>
            <a:r>
              <a:rPr lang="ko-KR" altLang="en-US" sz="1050">
                <a:solidFill>
                  <a:prstClr val="black"/>
                </a:solidFill>
                <a:latin typeface="맑은 고딕" panose="020F0502020204030204"/>
              </a:rPr>
              <a:t>부스가 자동 미완료 상태입니다</a:t>
            </a:r>
            <a:r>
              <a:rPr lang="en-US" altLang="ko-KR" sz="1050">
                <a:solidFill>
                  <a:prstClr val="black"/>
                </a:solidFill>
                <a:latin typeface="맑은 고딕" panose="020F0502020204030204"/>
              </a:rPr>
              <a:t>.</a:t>
            </a:r>
            <a:r>
              <a:rPr lang="ko-KR" altLang="en-US" sz="1050">
                <a:solidFill>
                  <a:prstClr val="black"/>
                </a:solidFill>
                <a:latin typeface="맑은 고딕" panose="020F0502020204030204"/>
              </a:rPr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FB3F019-1198-4A14-9A6A-5AA8C88469AE}"/>
              </a:ext>
            </a:extLst>
          </p:cNvPr>
          <p:cNvSpPr txBox="1"/>
          <p:nvPr/>
        </p:nvSpPr>
        <p:spPr>
          <a:xfrm>
            <a:off x="3649838" y="3809559"/>
            <a:ext cx="18469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>
                <a:solidFill>
                  <a:prstClr val="black"/>
                </a:solidFill>
                <a:latin typeface="맑은 고딕" panose="020F0502020204030204"/>
              </a:rPr>
              <a:t>작업진행하시겠습니까</a:t>
            </a:r>
            <a:r>
              <a:rPr lang="en-US" altLang="ko-KR" sz="1200" b="1">
                <a:solidFill>
                  <a:prstClr val="black"/>
                </a:solidFill>
                <a:latin typeface="맑은 고딕" panose="020F0502020204030204"/>
              </a:rPr>
              <a:t>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CA994C-FC8F-4864-B785-2AC728EFFE42}"/>
              </a:ext>
            </a:extLst>
          </p:cNvPr>
          <p:cNvSpPr txBox="1"/>
          <p:nvPr/>
        </p:nvSpPr>
        <p:spPr>
          <a:xfrm>
            <a:off x="3048140" y="4374488"/>
            <a:ext cx="3316934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>
                <a:solidFill>
                  <a:srgbClr val="FF0000"/>
                </a:solidFill>
                <a:latin typeface="맑은 고딕" panose="020F0502020204030204"/>
              </a:rPr>
              <a:t>[</a:t>
            </a:r>
            <a:r>
              <a:rPr lang="ko-KR" altLang="en-US" sz="1000" b="1">
                <a:solidFill>
                  <a:srgbClr val="FF0000"/>
                </a:solidFill>
                <a:latin typeface="맑은 고딕" panose="020F0502020204030204"/>
              </a:rPr>
              <a:t>주요알림</a:t>
            </a:r>
            <a:r>
              <a:rPr lang="en-US" altLang="ko-KR" sz="1000" b="1">
                <a:solidFill>
                  <a:srgbClr val="FF0000"/>
                </a:solidFill>
                <a:latin typeface="맑은 고딕" panose="020F0502020204030204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000">
                <a:solidFill>
                  <a:srgbClr val="FF0000"/>
                </a:solidFill>
                <a:latin typeface="맑은 고딕" panose="020F0502020204030204"/>
              </a:rPr>
              <a:t>- </a:t>
            </a:r>
            <a:r>
              <a:rPr lang="ko-KR" altLang="en-US" sz="1000">
                <a:solidFill>
                  <a:srgbClr val="FF0000"/>
                </a:solidFill>
                <a:latin typeface="맑은 고딕" panose="020F0502020204030204"/>
              </a:rPr>
              <a:t>모든 부스 안에 작업자가 없어야 합니다</a:t>
            </a:r>
            <a:r>
              <a:rPr lang="en-US" altLang="ko-KR" sz="1000">
                <a:solidFill>
                  <a:srgbClr val="FF0000"/>
                </a:solidFill>
                <a:latin typeface="맑은 고딕" panose="020F0502020204030204"/>
              </a:rPr>
              <a:t>.</a:t>
            </a:r>
            <a:endParaRPr lang="en-US" altLang="ko-KR" sz="1000" b="1">
              <a:solidFill>
                <a:srgbClr val="FF0000"/>
              </a:solidFill>
              <a:latin typeface="맑은 고딕" panose="020F0502020204030204"/>
            </a:endParaRPr>
          </a:p>
          <a:p>
            <a:pPr>
              <a:lnSpc>
                <a:spcPct val="150000"/>
              </a:lnSpc>
            </a:pPr>
            <a:r>
              <a:rPr lang="en-US" altLang="ko-KR" sz="1000">
                <a:solidFill>
                  <a:srgbClr val="FF0000"/>
                </a:solidFill>
                <a:latin typeface="맑은 고딕" panose="020F0502020204030204"/>
              </a:rPr>
              <a:t>- </a:t>
            </a:r>
            <a:r>
              <a:rPr lang="ko-KR" altLang="en-US" sz="1000">
                <a:solidFill>
                  <a:srgbClr val="FF0000"/>
                </a:solidFill>
                <a:latin typeface="맑은 고딕" panose="020F0502020204030204"/>
              </a:rPr>
              <a:t>모든 도장부스 </a:t>
            </a:r>
            <a:r>
              <a:rPr lang="en-US" altLang="ko-KR" sz="1000">
                <a:solidFill>
                  <a:srgbClr val="FF0000"/>
                </a:solidFill>
                <a:latin typeface="맑은 고딕" panose="020F0502020204030204"/>
              </a:rPr>
              <a:t>PLC</a:t>
            </a:r>
            <a:r>
              <a:rPr lang="ko-KR" altLang="en-US" sz="1000">
                <a:solidFill>
                  <a:srgbClr val="FF0000"/>
                </a:solidFill>
                <a:latin typeface="맑은 고딕" panose="020F0502020204030204"/>
              </a:rPr>
              <a:t>에서 자동운전 버튼을 눌러주세요</a:t>
            </a:r>
            <a:r>
              <a:rPr lang="en-US" altLang="ko-KR" sz="1000">
                <a:solidFill>
                  <a:srgbClr val="FF0000"/>
                </a:solidFill>
                <a:latin typeface="맑은 고딕" panose="020F0502020204030204"/>
              </a:rPr>
              <a:t>.</a:t>
            </a:r>
          </a:p>
        </p:txBody>
      </p:sp>
      <p:sp>
        <p:nvSpPr>
          <p:cNvPr id="80" name="화살표: 굽음 79">
            <a:extLst>
              <a:ext uri="{FF2B5EF4-FFF2-40B4-BE49-F238E27FC236}">
                <a16:creationId xmlns:a16="http://schemas.microsoft.com/office/drawing/2014/main" id="{E5999F1F-E9CF-44F4-BD5E-2E08C5272CB5}"/>
              </a:ext>
            </a:extLst>
          </p:cNvPr>
          <p:cNvSpPr/>
          <p:nvPr/>
        </p:nvSpPr>
        <p:spPr>
          <a:xfrm rot="16200000">
            <a:off x="7960809" y="5350999"/>
            <a:ext cx="376074" cy="596542"/>
          </a:xfrm>
          <a:prstGeom prst="bentArrow">
            <a:avLst>
              <a:gd name="adj1" fmla="val 12218"/>
              <a:gd name="adj2" fmla="val 14832"/>
              <a:gd name="adj3" fmla="val 25000"/>
              <a:gd name="adj4" fmla="val 43750"/>
            </a:avLst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8EADB7B-FD07-429A-AC94-B19EA2E6C7A6}"/>
              </a:ext>
            </a:extLst>
          </p:cNvPr>
          <p:cNvSpPr/>
          <p:nvPr/>
        </p:nvSpPr>
        <p:spPr>
          <a:xfrm>
            <a:off x="1311014" y="2684477"/>
            <a:ext cx="1350765" cy="911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r>
              <a:rPr lang="ko-KR" altLang="en-US"/>
              <a:t>부스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D8E3005-DC11-4C66-BCEE-B3D96B29E369}"/>
              </a:ext>
            </a:extLst>
          </p:cNvPr>
          <p:cNvSpPr/>
          <p:nvPr/>
        </p:nvSpPr>
        <p:spPr>
          <a:xfrm>
            <a:off x="3215430" y="2688739"/>
            <a:ext cx="1350765" cy="911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r>
              <a:rPr lang="ko-KR" altLang="en-US"/>
              <a:t>부스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67FE0397-034D-453F-B8B4-942693BA682B}"/>
              </a:ext>
            </a:extLst>
          </p:cNvPr>
          <p:cNvSpPr/>
          <p:nvPr/>
        </p:nvSpPr>
        <p:spPr>
          <a:xfrm>
            <a:off x="5119846" y="2688739"/>
            <a:ext cx="1350765" cy="9113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3</a:t>
            </a:r>
            <a:r>
              <a:rPr lang="ko-KR" altLang="en-US">
                <a:solidFill>
                  <a:schemeClr val="tx1"/>
                </a:solidFill>
              </a:rPr>
              <a:t>부스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3AB61E4-14FB-4F5A-9A0E-59CA96FE1BA6}"/>
              </a:ext>
            </a:extLst>
          </p:cNvPr>
          <p:cNvSpPr/>
          <p:nvPr/>
        </p:nvSpPr>
        <p:spPr>
          <a:xfrm>
            <a:off x="7024261" y="2688739"/>
            <a:ext cx="1350765" cy="911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4</a:t>
            </a:r>
            <a:r>
              <a:rPr lang="ko-KR" altLang="en-US"/>
              <a:t>부스</a:t>
            </a:r>
          </a:p>
        </p:txBody>
      </p:sp>
      <p:sp>
        <p:nvSpPr>
          <p:cNvPr id="84" name="설명선: 선 83">
            <a:extLst>
              <a:ext uri="{FF2B5EF4-FFF2-40B4-BE49-F238E27FC236}">
                <a16:creationId xmlns:a16="http://schemas.microsoft.com/office/drawing/2014/main" id="{92BA8B1B-16BD-40A9-B74B-85200E50C86C}"/>
              </a:ext>
            </a:extLst>
          </p:cNvPr>
          <p:cNvSpPr/>
          <p:nvPr/>
        </p:nvSpPr>
        <p:spPr>
          <a:xfrm>
            <a:off x="7171568" y="4206316"/>
            <a:ext cx="1959866" cy="507832"/>
          </a:xfrm>
          <a:prstGeom prst="borderCallout1">
            <a:avLst>
              <a:gd name="adj1" fmla="val -20896"/>
              <a:gd name="adj2" fmla="val 51593"/>
              <a:gd name="adj3" fmla="val -149064"/>
              <a:gd name="adj4" fmla="val 52892"/>
            </a:avLst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PLC </a:t>
            </a:r>
            <a:r>
              <a:rPr lang="ko-KR" altLang="en-US" sz="1000" kern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에서 자동운전 버튼 클릭시 준비완료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설명선: 선 84">
            <a:extLst>
              <a:ext uri="{FF2B5EF4-FFF2-40B4-BE49-F238E27FC236}">
                <a16:creationId xmlns:a16="http://schemas.microsoft.com/office/drawing/2014/main" id="{DAF4F8FD-7CBD-4304-8714-31120C023E88}"/>
              </a:ext>
            </a:extLst>
          </p:cNvPr>
          <p:cNvSpPr/>
          <p:nvPr/>
        </p:nvSpPr>
        <p:spPr>
          <a:xfrm>
            <a:off x="1681846" y="5433147"/>
            <a:ext cx="1959866" cy="507832"/>
          </a:xfrm>
          <a:prstGeom prst="borderCallout1">
            <a:avLst>
              <a:gd name="adj1" fmla="val 61700"/>
              <a:gd name="adj2" fmla="val 102958"/>
              <a:gd name="adj3" fmla="val 17780"/>
              <a:gd name="adj4" fmla="val 120094"/>
            </a:avLst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각 부스별 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PLC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작업정보 전달</a:t>
            </a:r>
          </a:p>
        </p:txBody>
      </p:sp>
    </p:spTree>
    <p:extLst>
      <p:ext uri="{BB962C8B-B14F-4D97-AF65-F5344CB8AC3E}">
        <p14:creationId xmlns:p14="http://schemas.microsoft.com/office/powerpoint/2010/main" val="426914084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3221909" cy="377796"/>
              <a:chOff x="791279" y="377417"/>
              <a:chExt cx="3221909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984488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06. Integrated Monitoring System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4080300" y="583043"/>
              <a:ext cx="5863043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05</a:t>
            </a:r>
          </a:p>
        </p:txBody>
      </p:sp>
      <p:sp>
        <p:nvSpPr>
          <p:cNvPr id="74" name="텍스트 개체 틀 1">
            <a:extLst>
              <a:ext uri="{FF2B5EF4-FFF2-40B4-BE49-F238E27FC236}">
                <a16:creationId xmlns:a16="http://schemas.microsoft.com/office/drawing/2014/main" id="{2C69F5B8-A444-4478-AA12-5CFE565414CE}"/>
              </a:ext>
            </a:extLst>
          </p:cNvPr>
          <p:cNvSpPr txBox="1">
            <a:spLocks/>
          </p:cNvSpPr>
          <p:nvPr/>
        </p:nvSpPr>
        <p:spPr>
          <a:xfrm>
            <a:off x="614389" y="677035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>
                <a:solidFill>
                  <a:schemeClr val="tx1"/>
                </a:solidFill>
              </a:rPr>
              <a:t>통합모니터링</a:t>
            </a:r>
            <a:endParaRPr lang="en-US" altLang="ko-KR" sz="1600" b="1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1CEDB5-2227-49C7-8EB7-8BDD6C274E9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60" name="그룹 459">
            <a:extLst>
              <a:ext uri="{FF2B5EF4-FFF2-40B4-BE49-F238E27FC236}">
                <a16:creationId xmlns:a16="http://schemas.microsoft.com/office/drawing/2014/main" id="{2F1D6452-10D8-41A3-AE2B-0801FC54DCDA}"/>
              </a:ext>
            </a:extLst>
          </p:cNvPr>
          <p:cNvGrpSpPr/>
          <p:nvPr/>
        </p:nvGrpSpPr>
        <p:grpSpPr>
          <a:xfrm>
            <a:off x="8063064" y="451826"/>
            <a:ext cx="519965" cy="901055"/>
            <a:chOff x="-797860" y="1021976"/>
            <a:chExt cx="519965" cy="901055"/>
          </a:xfrm>
        </p:grpSpPr>
        <p:sp>
          <p:nvSpPr>
            <p:cNvPr id="461" name="직사각형 460">
              <a:extLst>
                <a:ext uri="{FF2B5EF4-FFF2-40B4-BE49-F238E27FC236}">
                  <a16:creationId xmlns:a16="http://schemas.microsoft.com/office/drawing/2014/main" id="{1E79D5A8-705F-4182-A1D7-D5D0BADCABFD}"/>
                </a:ext>
              </a:extLst>
            </p:cNvPr>
            <p:cNvSpPr/>
            <p:nvPr/>
          </p:nvSpPr>
          <p:spPr>
            <a:xfrm>
              <a:off x="-797860" y="1021976"/>
              <a:ext cx="385483" cy="89647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" name="타원 461">
              <a:extLst>
                <a:ext uri="{FF2B5EF4-FFF2-40B4-BE49-F238E27FC236}">
                  <a16:creationId xmlns:a16="http://schemas.microsoft.com/office/drawing/2014/main" id="{CEFD9AE9-F0AB-4B5E-A4AB-311F11FFC49A}"/>
                </a:ext>
              </a:extLst>
            </p:cNvPr>
            <p:cNvSpPr/>
            <p:nvPr/>
          </p:nvSpPr>
          <p:spPr>
            <a:xfrm>
              <a:off x="-725678" y="1081665"/>
              <a:ext cx="232301" cy="18553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id="{BDC0F53C-C646-4483-9CC2-471D7B42BEAF}"/>
                </a:ext>
              </a:extLst>
            </p:cNvPr>
            <p:cNvSpPr txBox="1"/>
            <p:nvPr/>
          </p:nvSpPr>
          <p:spPr>
            <a:xfrm>
              <a:off x="-797844" y="1243803"/>
              <a:ext cx="4661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74</a:t>
              </a:r>
              <a:endParaRPr lang="ko-KR" altLang="en-US" sz="1400" dirty="0"/>
            </a:p>
          </p:txBody>
        </p:sp>
        <p:sp>
          <p:nvSpPr>
            <p:cNvPr id="464" name="TextBox 463">
              <a:extLst>
                <a:ext uri="{FF2B5EF4-FFF2-40B4-BE49-F238E27FC236}">
                  <a16:creationId xmlns:a16="http://schemas.microsoft.com/office/drawing/2014/main" id="{AFD31244-5693-4F8E-B967-5F39EAF592D1}"/>
                </a:ext>
              </a:extLst>
            </p:cNvPr>
            <p:cNvSpPr txBox="1"/>
            <p:nvPr/>
          </p:nvSpPr>
          <p:spPr>
            <a:xfrm>
              <a:off x="-744059" y="1423098"/>
              <a:ext cx="4661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  <p:sp>
          <p:nvSpPr>
            <p:cNvPr id="465" name="TextBox 464">
              <a:extLst>
                <a:ext uri="{FF2B5EF4-FFF2-40B4-BE49-F238E27FC236}">
                  <a16:creationId xmlns:a16="http://schemas.microsoft.com/office/drawing/2014/main" id="{EACF734B-9D8C-4355-96FF-0975BAE7DDB2}"/>
                </a:ext>
              </a:extLst>
            </p:cNvPr>
            <p:cNvSpPr txBox="1"/>
            <p:nvPr/>
          </p:nvSpPr>
          <p:spPr>
            <a:xfrm>
              <a:off x="-750683" y="1615254"/>
              <a:ext cx="4661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</p:grpSp>
      <p:sp>
        <p:nvSpPr>
          <p:cNvPr id="466" name="TextBox 465">
            <a:extLst>
              <a:ext uri="{FF2B5EF4-FFF2-40B4-BE49-F238E27FC236}">
                <a16:creationId xmlns:a16="http://schemas.microsoft.com/office/drawing/2014/main" id="{F3530650-E4C9-4860-95FF-167E2CA4C11C}"/>
              </a:ext>
            </a:extLst>
          </p:cNvPr>
          <p:cNvSpPr txBox="1"/>
          <p:nvPr/>
        </p:nvSpPr>
        <p:spPr>
          <a:xfrm>
            <a:off x="8417380" y="518086"/>
            <a:ext cx="8742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/>
              <a:t>도장기</a:t>
            </a:r>
            <a:r>
              <a:rPr lang="ko-KR" altLang="en-US" sz="900" dirty="0"/>
              <a:t> </a:t>
            </a:r>
            <a:r>
              <a:rPr lang="en-US" altLang="ko-KR" sz="900" dirty="0"/>
              <a:t>on/off</a:t>
            </a:r>
            <a:endParaRPr lang="ko-KR" altLang="en-US" sz="900" dirty="0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E6E752D5-5DCA-4D35-A7B6-48C39007F955}"/>
              </a:ext>
            </a:extLst>
          </p:cNvPr>
          <p:cNvSpPr txBox="1"/>
          <p:nvPr/>
        </p:nvSpPr>
        <p:spPr>
          <a:xfrm>
            <a:off x="8397504" y="716868"/>
            <a:ext cx="8742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도장기 각도</a:t>
            </a:r>
            <a:endParaRPr lang="ko-KR" altLang="en-US" sz="900" dirty="0"/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B76E875E-4AA1-4759-9A4D-51B77864D754}"/>
              </a:ext>
            </a:extLst>
          </p:cNvPr>
          <p:cNvSpPr txBox="1"/>
          <p:nvPr/>
        </p:nvSpPr>
        <p:spPr>
          <a:xfrm>
            <a:off x="8397506" y="909024"/>
            <a:ext cx="8742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도장 패턴</a:t>
            </a: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6F899A9B-4D5F-4CA8-9989-8409FB96733E}"/>
              </a:ext>
            </a:extLst>
          </p:cNvPr>
          <p:cNvSpPr txBox="1"/>
          <p:nvPr/>
        </p:nvSpPr>
        <p:spPr>
          <a:xfrm>
            <a:off x="8404134" y="1107806"/>
            <a:ext cx="8742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분사 에어압</a:t>
            </a:r>
            <a:endParaRPr lang="ko-KR" altLang="en-US" sz="900" dirty="0"/>
          </a:p>
        </p:txBody>
      </p:sp>
      <p:pic>
        <p:nvPicPr>
          <p:cNvPr id="470" name="그림 469">
            <a:extLst>
              <a:ext uri="{FF2B5EF4-FFF2-40B4-BE49-F238E27FC236}">
                <a16:creationId xmlns:a16="http://schemas.microsoft.com/office/drawing/2014/main" id="{C5E52877-0EA6-4ED6-9919-30C787923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84" y="1504654"/>
            <a:ext cx="8793709" cy="451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52429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/>
          <p:cNvGrpSpPr/>
          <p:nvPr/>
        </p:nvGrpSpPr>
        <p:grpSpPr>
          <a:xfrm>
            <a:off x="376968" y="236305"/>
            <a:ext cx="9152064" cy="377796"/>
            <a:chOff x="791279" y="377417"/>
            <a:chExt cx="9152064" cy="377796"/>
          </a:xfrm>
        </p:grpSpPr>
        <p:grpSp>
          <p:nvGrpSpPr>
            <p:cNvPr id="122" name="그룹 121"/>
            <p:cNvGrpSpPr/>
            <p:nvPr/>
          </p:nvGrpSpPr>
          <p:grpSpPr>
            <a:xfrm>
              <a:off x="791279" y="377417"/>
              <a:ext cx="3221909" cy="377796"/>
              <a:chOff x="791279" y="377417"/>
              <a:chExt cx="3221909" cy="377796"/>
            </a:xfrm>
          </p:grpSpPr>
          <p:sp>
            <p:nvSpPr>
              <p:cNvPr id="120" name="TextBox 2"/>
              <p:cNvSpPr txBox="1"/>
              <p:nvPr/>
            </p:nvSpPr>
            <p:spPr>
              <a:xfrm>
                <a:off x="1028700" y="377417"/>
                <a:ext cx="2984488" cy="377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00. PC</a:t>
                </a:r>
                <a:r>
                  <a:rPr lang="ko-KR" altLang="en-US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 </a:t>
                </a: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&amp;</a:t>
                </a:r>
                <a:r>
                  <a:rPr lang="ko-KR" altLang="en-US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 </a:t>
                </a:r>
                <a:r>
                  <a:rPr lang="en-US" altLang="ko-KR" sz="1400" b="1">
                    <a:solidFill>
                      <a:srgbClr val="454545"/>
                    </a:solidFill>
                    <a:latin typeface="나눔고딕"/>
                    <a:ea typeface="나눔고딕"/>
                    <a:cs typeface="Poppins"/>
                  </a:rPr>
                  <a:t>Monitoring </a:t>
                </a:r>
              </a:p>
            </p:txBody>
          </p:sp>
          <p:sp>
            <p:nvSpPr>
              <p:cNvPr id="121" name=" 120"/>
              <p:cNvSpPr/>
              <p:nvPr/>
            </p:nvSpPr>
            <p:spPr>
              <a:xfrm>
                <a:off x="791279" y="534241"/>
                <a:ext cx="135705" cy="135705"/>
              </a:xfrm>
              <a:prstGeom prst="squareTabs">
                <a:avLst/>
              </a:prstGeom>
              <a:solidFill>
                <a:srgbClr val="D70909"/>
              </a:solidFill>
              <a:ln w="19050" cap="flat" cmpd="sng" algn="ctr">
                <a:solidFill>
                  <a:srgbClr val="D70909"/>
                </a:solidFill>
                <a:prstDash val="solid"/>
                <a:round/>
                <a:headEnd w="med" len="med"/>
                <a:tailEnd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3" name="직선 연결선 122"/>
            <p:cNvCxnSpPr>
              <a:cxnSpLocks/>
            </p:cNvCxnSpPr>
            <p:nvPr/>
          </p:nvCxnSpPr>
          <p:spPr>
            <a:xfrm>
              <a:off x="4080300" y="583043"/>
              <a:ext cx="5863043" cy="0"/>
            </a:xfrm>
            <a:prstGeom prst="line">
              <a:avLst/>
            </a:prstGeom>
            <a:ln>
              <a:solidFill>
                <a:srgbClr val="808080">
                  <a:alpha val="1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2"/>
          <p:cNvSpPr txBox="1"/>
          <p:nvPr/>
        </p:nvSpPr>
        <p:spPr>
          <a:xfrm>
            <a:off x="9122124" y="6180997"/>
            <a:ext cx="536659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solidFill>
                  <a:srgbClr val="A6A6A6"/>
                </a:solidFill>
                <a:latin typeface="나눔고딕"/>
                <a:ea typeface="나눔고딕"/>
                <a:cs typeface="Poppins"/>
              </a:rPr>
              <a:t>05</a:t>
            </a:r>
          </a:p>
        </p:txBody>
      </p:sp>
      <p:sp>
        <p:nvSpPr>
          <p:cNvPr id="74" name="텍스트 개체 틀 1">
            <a:extLst>
              <a:ext uri="{FF2B5EF4-FFF2-40B4-BE49-F238E27FC236}">
                <a16:creationId xmlns:a16="http://schemas.microsoft.com/office/drawing/2014/main" id="{2C69F5B8-A444-4478-AA12-5CFE565414CE}"/>
              </a:ext>
            </a:extLst>
          </p:cNvPr>
          <p:cNvSpPr txBox="1">
            <a:spLocks/>
          </p:cNvSpPr>
          <p:nvPr/>
        </p:nvSpPr>
        <p:spPr>
          <a:xfrm>
            <a:off x="308912" y="1736187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>
                <a:solidFill>
                  <a:schemeClr val="tx1"/>
                </a:solidFill>
              </a:rPr>
              <a:t>■도장공정 현장</a:t>
            </a:r>
            <a:r>
              <a:rPr lang="en-US" altLang="ko-KR" sz="1600" b="1">
                <a:solidFill>
                  <a:schemeClr val="tx1"/>
                </a:solidFill>
              </a:rPr>
              <a:t>(</a:t>
            </a:r>
            <a:r>
              <a:rPr lang="ko-KR" altLang="en-US" sz="1600" b="1">
                <a:solidFill>
                  <a:schemeClr val="tx1"/>
                </a:solidFill>
              </a:rPr>
              <a:t>통합모니터링</a:t>
            </a:r>
            <a:r>
              <a:rPr lang="en-US" altLang="ko-KR" sz="1600" b="1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1CEDB5-2227-49C7-8EB7-8BDD6C274E9B}"/>
              </a:ext>
            </a:extLst>
          </p:cNvPr>
          <p:cNvSpPr txBox="1"/>
          <p:nvPr/>
        </p:nvSpPr>
        <p:spPr>
          <a:xfrm>
            <a:off x="5274249" y="6032472"/>
            <a:ext cx="4384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ko-KR" altLang="en-US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컨셉설계 단계이며 설계의도에 따라 형상이나 사양이 변경될수있습니다</a:t>
            </a:r>
            <a:r>
              <a:rPr lang="en-US" altLang="ko-KR" sz="1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0" name="그림 469">
            <a:extLst>
              <a:ext uri="{FF2B5EF4-FFF2-40B4-BE49-F238E27FC236}">
                <a16:creationId xmlns:a16="http://schemas.microsoft.com/office/drawing/2014/main" id="{C5E52877-0EA6-4ED6-9919-30C787923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13" y="2163875"/>
            <a:ext cx="4774816" cy="2919853"/>
          </a:xfrm>
          <a:prstGeom prst="rect">
            <a:avLst/>
          </a:prstGeom>
        </p:spPr>
      </p:pic>
      <p:sp>
        <p:nvSpPr>
          <p:cNvPr id="21" name="텍스트 개체 틀 1">
            <a:extLst>
              <a:ext uri="{FF2B5EF4-FFF2-40B4-BE49-F238E27FC236}">
                <a16:creationId xmlns:a16="http://schemas.microsoft.com/office/drawing/2014/main" id="{C0873E95-CDA8-4AC7-81A0-1D33E4B92160}"/>
              </a:ext>
            </a:extLst>
          </p:cNvPr>
          <p:cNvSpPr txBox="1">
            <a:spLocks/>
          </p:cNvSpPr>
          <p:nvPr/>
        </p:nvSpPr>
        <p:spPr>
          <a:xfrm>
            <a:off x="5274249" y="1736187"/>
            <a:ext cx="5911530" cy="34078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>
                <a:solidFill>
                  <a:schemeClr val="tx1"/>
                </a:solidFill>
              </a:rPr>
              <a:t>■사무실 </a:t>
            </a:r>
            <a:r>
              <a:rPr lang="en-US" altLang="ko-KR" sz="1600" b="1">
                <a:solidFill>
                  <a:schemeClr val="tx1"/>
                </a:solidFill>
              </a:rPr>
              <a:t>&amp; </a:t>
            </a:r>
            <a:r>
              <a:rPr lang="ko-KR" altLang="en-US" sz="1600" b="1">
                <a:solidFill>
                  <a:schemeClr val="tx1"/>
                </a:solidFill>
              </a:rPr>
              <a:t>현장운용</a:t>
            </a:r>
            <a:r>
              <a:rPr lang="en-US" altLang="ko-KR" sz="1600" b="1">
                <a:solidFill>
                  <a:schemeClr val="tx1"/>
                </a:solidFill>
              </a:rPr>
              <a:t>PC (PC</a:t>
            </a:r>
            <a:r>
              <a:rPr lang="ko-KR" altLang="en-US" sz="1600" b="1">
                <a:solidFill>
                  <a:schemeClr val="tx1"/>
                </a:solidFill>
              </a:rPr>
              <a:t>제어</a:t>
            </a:r>
            <a:r>
              <a:rPr lang="en-US" altLang="ko-KR" sz="1600" b="1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99C5B6C-F59C-46D9-BB1D-6C7356914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249" y="2163875"/>
            <a:ext cx="4498925" cy="291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465070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8"/>
          <p:cNvSpPr txBox="1"/>
          <p:nvPr userDrawn="1"/>
        </p:nvSpPr>
        <p:spPr>
          <a:xfrm>
            <a:off x="831532" y="1024422"/>
            <a:ext cx="3983356" cy="954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5700" b="1">
                <a:solidFill>
                  <a:schemeClr val="dk1"/>
                </a:solidFill>
                <a:latin typeface="나눔고딕"/>
                <a:ea typeface="나눔고딕"/>
                <a:cs typeface="Arial"/>
              </a:rPr>
              <a:t>감사합니다</a:t>
            </a:r>
            <a:endParaRPr lang="en-US" altLang="ko-KR" sz="5700" b="1">
              <a:solidFill>
                <a:schemeClr val="dk1"/>
              </a:solidFill>
              <a:latin typeface="나눔고딕"/>
              <a:ea typeface="나눔고딕"/>
              <a:cs typeface="Arial"/>
            </a:endParaRPr>
          </a:p>
        </p:txBody>
      </p:sp>
      <p:sp>
        <p:nvSpPr>
          <p:cNvPr id="7" name="TextBox 9"/>
          <p:cNvSpPr txBox="1"/>
          <p:nvPr userDrawn="1"/>
        </p:nvSpPr>
        <p:spPr>
          <a:xfrm>
            <a:off x="936307" y="2150725"/>
            <a:ext cx="4269105" cy="6715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ko-KR" altLang="en-US" sz="1600" spc="-100">
                <a:solidFill>
                  <a:schemeClr val="dk1"/>
                </a:solidFill>
                <a:latin typeface="나눔고딕"/>
                <a:ea typeface="나눔고딕"/>
                <a:cs typeface="Arial"/>
              </a:rPr>
              <a:t>성공적인 프로젝트 수행과</a:t>
            </a:r>
          </a:p>
          <a:p>
            <a:pPr>
              <a:lnSpc>
                <a:spcPct val="120000"/>
              </a:lnSpc>
              <a:defRPr/>
            </a:pPr>
            <a:r>
              <a:rPr lang="ko-KR" altLang="en-US" sz="1600" spc="-100">
                <a:solidFill>
                  <a:schemeClr val="dk1"/>
                </a:solidFill>
                <a:latin typeface="나눔고딕"/>
                <a:ea typeface="나눔고딕"/>
                <a:cs typeface="Arial"/>
              </a:rPr>
              <a:t>안정적인 시스템 구현을 위해  최선을 다하겠습니다.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177748" y="3670404"/>
            <a:ext cx="3544626" cy="708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ko-KR" sz="1100">
                <a:solidFill>
                  <a:schemeClr val="dk1"/>
                </a:solidFill>
                <a:latin typeface="나눔고딕"/>
                <a:ea typeface="나눔고딕"/>
              </a:rPr>
              <a:t>서울시 금천구 가산디지털2로 101,  B1308~9호</a:t>
            </a:r>
          </a:p>
          <a:p>
            <a:pPr>
              <a:lnSpc>
                <a:spcPct val="125000"/>
              </a:lnSpc>
              <a:defRPr/>
            </a:pPr>
            <a:r>
              <a:rPr lang="en-US" altLang="ko-KR" sz="1100">
                <a:solidFill>
                  <a:schemeClr val="dk1"/>
                </a:solidFill>
                <a:latin typeface="나눔고딕"/>
                <a:ea typeface="나눔고딕"/>
              </a:rPr>
              <a:t>T. 02-2101-0635</a:t>
            </a:r>
          </a:p>
          <a:p>
            <a:pPr>
              <a:lnSpc>
                <a:spcPct val="125000"/>
              </a:lnSpc>
              <a:defRPr/>
            </a:pPr>
            <a:r>
              <a:rPr lang="en-US" altLang="ko-KR" sz="1100">
                <a:solidFill>
                  <a:schemeClr val="dk1"/>
                </a:solidFill>
                <a:latin typeface="나눔고딕"/>
                <a:ea typeface="나눔고딕"/>
              </a:rPr>
              <a:t>F. 02-2101-0637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2177748" y="4738502"/>
            <a:ext cx="3107056" cy="708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ko-KR" sz="1100">
                <a:solidFill>
                  <a:schemeClr val="dk1"/>
                </a:solidFill>
                <a:latin typeface="나눔고딕"/>
                <a:ea typeface="나눔고딕"/>
              </a:rPr>
              <a:t>경기도 시흥시 시화벤처로 305</a:t>
            </a:r>
          </a:p>
          <a:p>
            <a:pPr>
              <a:lnSpc>
                <a:spcPct val="125000"/>
              </a:lnSpc>
              <a:defRPr/>
            </a:pPr>
            <a:r>
              <a:rPr lang="en-US" altLang="ko-KR" sz="1100">
                <a:solidFill>
                  <a:schemeClr val="dk1"/>
                </a:solidFill>
                <a:latin typeface="나눔고딕"/>
                <a:ea typeface="나눔고딕"/>
              </a:rPr>
              <a:t>T. 031-504-7766</a:t>
            </a:r>
          </a:p>
          <a:p>
            <a:pPr>
              <a:lnSpc>
                <a:spcPct val="125000"/>
              </a:lnSpc>
              <a:defRPr/>
            </a:pPr>
            <a:r>
              <a:rPr lang="en-US" altLang="ko-KR" sz="1100">
                <a:solidFill>
                  <a:schemeClr val="dk1"/>
                </a:solidFill>
                <a:latin typeface="나눔고딕"/>
                <a:ea typeface="나눔고딕"/>
              </a:rPr>
              <a:t>F. 031-504-0200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045558" y="3698979"/>
            <a:ext cx="492443" cy="3198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ko-KR" altLang="en-US" sz="1300" b="1">
                <a:solidFill>
                  <a:schemeClr val="dk1"/>
                </a:solidFill>
                <a:latin typeface="나눔고딕"/>
                <a:ea typeface="나눔고딕"/>
              </a:rPr>
              <a:t>본사</a:t>
            </a:r>
            <a:endParaRPr lang="ko-KR" altLang="en-US" sz="1300" b="1">
              <a:solidFill>
                <a:schemeClr val="dk1"/>
              </a:solidFill>
              <a:effectLst/>
              <a:latin typeface="나눔고딕"/>
              <a:ea typeface="나눔고딕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045558" y="4767076"/>
            <a:ext cx="1063611" cy="3198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ko-KR" sz="1300" b="1">
                <a:solidFill>
                  <a:schemeClr val="dk1"/>
                </a:solidFill>
                <a:effectLst/>
                <a:latin typeface="나눔고딕"/>
                <a:ea typeface="나눔고딕"/>
              </a:rPr>
              <a:t>TEST LAB</a:t>
            </a:r>
            <a:endParaRPr lang="ko-KR" altLang="en-US" sz="1300" b="1">
              <a:solidFill>
                <a:schemeClr val="dk1"/>
              </a:solidFill>
              <a:effectLst/>
              <a:latin typeface="나눔고딕"/>
              <a:ea typeface="나눔고딕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1043387" y="3490943"/>
            <a:ext cx="4331917" cy="0"/>
          </a:xfrm>
          <a:prstGeom prst="line">
            <a:avLst/>
          </a:prstGeom>
          <a:ln cmpd="sng">
            <a:solidFill>
              <a:srgbClr val="D9D9D9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043387" y="4558213"/>
            <a:ext cx="4331917" cy="0"/>
          </a:xfrm>
          <a:prstGeom prst="line">
            <a:avLst/>
          </a:prstGeom>
          <a:ln cmpd="sng">
            <a:solidFill>
              <a:srgbClr val="D9D9D9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1043387" y="5625483"/>
            <a:ext cx="4331917" cy="0"/>
          </a:xfrm>
          <a:prstGeom prst="line">
            <a:avLst/>
          </a:prstGeom>
          <a:ln cmpd="sng">
            <a:solidFill>
              <a:srgbClr val="D9D9D9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138759F3-2DD4-4727-8461-DAC411866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493" y="107136"/>
            <a:ext cx="1170420" cy="2787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1653</TotalTime>
  <Words>3588</Words>
  <Application>Microsoft Office PowerPoint</Application>
  <PresentationFormat>A4 용지(210x297mm)</PresentationFormat>
  <Paragraphs>1980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6" baseType="lpstr">
      <vt:lpstr>Adobe 고딕 Std B</vt:lpstr>
      <vt:lpstr>-apple-system</vt:lpstr>
      <vt:lpstr>나눔고딕</vt:lpstr>
      <vt:lpstr>맑은 고딕</vt:lpstr>
      <vt:lpstr>Arial</vt:lpstr>
      <vt:lpstr>Calibri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Design-2</dc:creator>
  <cp:lastModifiedBy>Baick SeungHun</cp:lastModifiedBy>
  <cp:revision>549</cp:revision>
  <dcterms:created xsi:type="dcterms:W3CDTF">2022-09-02T02:34:11Z</dcterms:created>
  <dcterms:modified xsi:type="dcterms:W3CDTF">2024-06-28T09:15:09Z</dcterms:modified>
  <cp:version>1100.0100.01</cp:version>
</cp:coreProperties>
</file>